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NGX-F215: Prescription Claims &amp; Compliance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 Definition &amp; Compliance Risks</a:t>
            </a:r>
          </a:p>
          <a:p>
            <a:r>
              <a:t>Prepared by Lead Solutions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Context: Carved-out RX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Integration &amp; display logic issues with CVS Consolidated Claims service</a:t>
            </a:r>
          </a:p>
          <a:p>
            <a:r>
              <a:rPr dirty="0"/>
              <a:t>Key challenge: Show prescription claims only within valid coverage windows</a:t>
            </a:r>
          </a:p>
          <a:p>
            <a:r>
              <a:rPr dirty="0"/>
              <a:t>Impacts 5 key integrations (PLP, PDB, </a:t>
            </a:r>
            <a:r>
              <a:rPr dirty="0" err="1"/>
              <a:t>PlaceOrder</a:t>
            </a:r>
            <a:r>
              <a:rPr dirty="0"/>
              <a:t>, Ship Consent, i90) across </a:t>
            </a:r>
            <a:r>
              <a:rPr lang="en-US" dirty="0"/>
              <a:t>multiple</a:t>
            </a:r>
            <a:r>
              <a:rPr dirty="0"/>
              <a:t> APIs</a:t>
            </a:r>
          </a:p>
          <a:p>
            <a:r>
              <a:rPr dirty="0"/>
              <a:t>High compliance stakes due to Medicaid carve-out rules in states like North Carolina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Consolidated Claims API Flow – Current vs Enhanced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Current: 2-year lookback period regardless of policy start date</a:t>
            </a:r>
          </a:p>
          <a:p>
            <a:r>
              <a:t>Risk: Displays claims prior to member’s effective coverage date</a:t>
            </a:r>
          </a:p>
          <a:p>
            <a:r>
              <a:t>Proposed enhancement: Restrict fromDate using policy effectiveDatetimeBegin</a:t>
            </a:r>
          </a:p>
          <a:p>
            <a:r>
              <a:t>Business impact: Improves accuracy, prevents pre-coverage claims display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Gap: CVS getClaimsHistory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Returns claims outside membership effective dates</a:t>
            </a:r>
          </a:p>
          <a:p>
            <a:r>
              <a:t>Exposes non-compliant data → privacy &amp; governance violation</a:t>
            </a:r>
          </a:p>
          <a:p>
            <a:r>
              <a:t>Membership effective dates ignored: effectiveDatetimeBegin &amp; End not applied</a:t>
            </a:r>
          </a:p>
          <a:p>
            <a:r>
              <a:t>High priority fix needed at pharmacyclaims service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Risk: Prescription Summary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Returns ALL prescription history with no effective date filtering</a:t>
            </a:r>
          </a:p>
          <a:p>
            <a:r>
              <a:rPr dirty="0"/>
              <a:t>Unlimited exposure of historical data regardless of coverage period</a:t>
            </a:r>
          </a:p>
          <a:p>
            <a:r>
              <a:rPr dirty="0"/>
              <a:t>Violates compliance obligations</a:t>
            </a:r>
          </a:p>
          <a:p>
            <a:r>
              <a:rPr dirty="0"/>
              <a:t>Urgent fix required: filter prescriptions using membership effective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Compliance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Non-compliant data exposure creates HIPAA risk and legal liability</a:t>
            </a:r>
          </a:p>
          <a:p>
            <a:r>
              <a:t>Undermines member trust by exposing data outside valid coverage</a:t>
            </a:r>
          </a:p>
          <a:p>
            <a:r>
              <a:t>Increases risk of regulatory audit failure</a:t>
            </a:r>
          </a:p>
          <a:p>
            <a:r>
              <a:t>Inconsistent logic across services complicates governance and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Framing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Multiple APIs (</a:t>
            </a:r>
            <a:r>
              <a:rPr dirty="0" err="1"/>
              <a:t>ConsolidatedClaims</a:t>
            </a:r>
            <a:r>
              <a:rPr dirty="0"/>
              <a:t>, </a:t>
            </a:r>
            <a:r>
              <a:rPr dirty="0" err="1"/>
              <a:t>getClaimsHistory</a:t>
            </a:r>
            <a:r>
              <a:rPr dirty="0"/>
              <a:t>, Prescription Summary) fail to enforce coverage dates</a:t>
            </a:r>
          </a:p>
          <a:p>
            <a:r>
              <a:rPr dirty="0"/>
              <a:t>Urgent compliance exposure across prescription access flows</a:t>
            </a:r>
          </a:p>
          <a:p>
            <a:r>
              <a:rPr dirty="0"/>
              <a:t>Need for consistent eligibility and </a:t>
            </a:r>
            <a:r>
              <a:t>filtering logic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264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NGX-F215: Prescription Claims &amp; Compliance Challenges</vt:lpstr>
      <vt:lpstr>Problem Context: Carved-out RX Access</vt:lpstr>
      <vt:lpstr>Consolidated Claims API Flow – Current vs Enhanced</vt:lpstr>
      <vt:lpstr>Compliance Gap: CVS getClaimsHistory</vt:lpstr>
      <vt:lpstr>Critical Risk: Prescription Summary API</vt:lpstr>
      <vt:lpstr>Business &amp; Compliance Impact</vt:lpstr>
      <vt:lpstr>Framing the Problem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Amram Dworkin</cp:lastModifiedBy>
  <cp:revision>3</cp:revision>
  <dcterms:created xsi:type="dcterms:W3CDTF">2013-01-27T09:14:16Z</dcterms:created>
  <dcterms:modified xsi:type="dcterms:W3CDTF">2025-10-02T14:06:17Z</dcterms:modified>
  <cp:category/>
</cp:coreProperties>
</file>