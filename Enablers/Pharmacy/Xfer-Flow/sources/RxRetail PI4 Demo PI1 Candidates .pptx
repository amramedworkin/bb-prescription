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theme/theme4.xml" ContentType="application/vnd.openxmlformats-officedocument.theme+xml"/>
  <Override PartName="/ppt/tags/tag9.xml" ContentType="application/vnd.openxmlformats-officedocument.presentationml.tags+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5.xml" ContentType="application/vnd.openxmlformats-officedocument.theme+xml"/>
  <Override PartName="/ppt/tags/tag10.xml" ContentType="application/vnd.openxmlformats-officedocument.presentationml.tags+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theme/theme6.xml" ContentType="application/vnd.openxmlformats-officedocument.theme+xml"/>
  <Override PartName="/ppt/tags/tag11.xml" ContentType="application/vnd.openxmlformats-officedocument.presentationml.tags+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theme/theme7.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theme/theme8.xml" ContentType="application/vnd.openxmlformats-officedocument.theme+xml"/>
  <Override PartName="/ppt/tags/tag14.xml" ContentType="application/vnd.openxmlformats-officedocument.presentationml.tags+xml"/>
  <Override PartName="/ppt/theme/theme9.xml" ContentType="application/vnd.openxmlformats-officedocument.theme+xml"/>
  <Override PartName="/ppt/tags/tag15.xml" ContentType="application/vnd.openxmlformats-officedocument.presentationml.tags+xml"/>
  <Override PartName="/ppt/notesSlides/notesSlide1.xml" ContentType="application/vnd.openxmlformats-officedocument.presentationml.notesSlide+xml"/>
  <Override PartName="/ppt/tags/tag16.xml" ContentType="application/vnd.openxmlformats-officedocument.presentationml.tags+xml"/>
  <Override PartName="/ppt/notesSlides/notesSlide2.xml" ContentType="application/vnd.openxmlformats-officedocument.presentationml.notesSlide+xml"/>
  <Override PartName="/ppt/tags/tag17.xml" ContentType="application/vnd.openxmlformats-officedocument.presentationml.tags+xml"/>
  <Override PartName="/ppt/notesSlides/notesSlide3.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5.xml" ContentType="application/vnd.openxmlformats-officedocument.presentationml.notesSlide+xml"/>
  <Override PartName="/ppt/tags/tag32.xml" ContentType="application/vnd.openxmlformats-officedocument.presentationml.tags+xml"/>
  <Override PartName="/ppt/notesSlides/notesSlide6.xml" ContentType="application/vnd.openxmlformats-officedocument.presentationml.notesSlide+xml"/>
  <Override PartName="/ppt/tags/tag33.xml" ContentType="application/vnd.openxmlformats-officedocument.presentationml.tags+xml"/>
  <Override PartName="/ppt/notesSlides/notesSlide7.xml" ContentType="application/vnd.openxmlformats-officedocument.presentationml.notesSlide+xml"/>
  <Override PartName="/ppt/tags/tag34.xml" ContentType="application/vnd.openxmlformats-officedocument.presentationml.tags+xml"/>
  <Override PartName="/ppt/notesSlides/notesSlide8.xml" ContentType="application/vnd.openxmlformats-officedocument.presentationml.notesSlide+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notesSlides/notesSlide10.xml" ContentType="application/vnd.openxmlformats-officedocument.presentationml.notesSlide+xml"/>
  <Override PartName="/ppt/tags/tag37.xml" ContentType="application/vnd.openxmlformats-officedocument.presentationml.tags+xml"/>
  <Override PartName="/ppt/notesSlides/notesSlide11.xml" ContentType="application/vnd.openxmlformats-officedocument.presentationml.notesSlide+xml"/>
  <Override PartName="/ppt/tags/tag38.xml" ContentType="application/vnd.openxmlformats-officedocument.presentationml.tags+xml"/>
  <Override PartName="/ppt/notesSlides/notesSlide12.xml" ContentType="application/vnd.openxmlformats-officedocument.presentationml.notesSlide+xml"/>
  <Override PartName="/ppt/tags/tag39.xml" ContentType="application/vnd.openxmlformats-officedocument.presentationml.tags+xml"/>
  <Override PartName="/ppt/notesSlides/notesSlide13.xml" ContentType="application/vnd.openxmlformats-officedocument.presentationml.notesSlide+xml"/>
  <Override PartName="/ppt/tags/tag40.xml" ContentType="application/vnd.openxmlformats-officedocument.presentationml.tags+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4112" r:id="rId5"/>
    <p:sldMasterId id="2147484159" r:id="rId6"/>
    <p:sldMasterId id="2147483707" r:id="rId7"/>
    <p:sldMasterId id="2147484116" r:id="rId8"/>
    <p:sldMasterId id="2147484245" r:id="rId9"/>
    <p:sldMasterId id="2147483648" r:id="rId10"/>
    <p:sldMasterId id="2147483868" r:id="rId11"/>
  </p:sldMasterIdLst>
  <p:notesMasterIdLst>
    <p:notesMasterId r:id="rId39"/>
  </p:notesMasterIdLst>
  <p:sldIdLst>
    <p:sldId id="1694296285" r:id="rId12"/>
    <p:sldId id="2147470290" r:id="rId13"/>
    <p:sldId id="2147473511" r:id="rId14"/>
    <p:sldId id="2147473513" r:id="rId15"/>
    <p:sldId id="2147473522" r:id="rId16"/>
    <p:sldId id="2147473523" r:id="rId17"/>
    <p:sldId id="2147473509" r:id="rId18"/>
    <p:sldId id="2147473517" r:id="rId19"/>
    <p:sldId id="2147473514" r:id="rId20"/>
    <p:sldId id="2147473515" r:id="rId21"/>
    <p:sldId id="2147473479" r:id="rId22"/>
    <p:sldId id="2147473519" r:id="rId23"/>
    <p:sldId id="2147473521" r:id="rId24"/>
    <p:sldId id="2147473505" r:id="rId25"/>
    <p:sldId id="2147473525" r:id="rId26"/>
    <p:sldId id="2147473512" r:id="rId27"/>
    <p:sldId id="2147470277" r:id="rId28"/>
    <p:sldId id="2147473504" r:id="rId29"/>
    <p:sldId id="2147473473" r:id="rId30"/>
    <p:sldId id="2147473507" r:id="rId31"/>
    <p:sldId id="2147470275" r:id="rId32"/>
    <p:sldId id="2147473508" r:id="rId33"/>
    <p:sldId id="2147473506" r:id="rId34"/>
    <p:sldId id="2147473524" r:id="rId35"/>
    <p:sldId id="2147473510" r:id="rId36"/>
    <p:sldId id="2147473518" r:id="rId37"/>
    <p:sldId id="2147473520" r:id="rId38"/>
  </p:sldIdLst>
  <p:sldSz cx="12192000" cy="6858000"/>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CF1108-0B31-70E1-1C5F-08674275D5E6}" name="Joshi, Prachi R" initials="JR" userId="S::prachi.joshi@cvshealth.com::6877aada-3445-4ca2-af84-e0e2e240f33d" providerId="AD"/>
  <p188:author id="{45A5E614-0A39-D50F-3C46-E5615F5A3CBE}" name="Boutin, Lindsey A." initials="BA" userId="S::lindsey.boutin@cvshealth.com::ddad4994-2721-42f6-92c1-8598b9fb2163" providerId="AD"/>
  <p188:author id="{93A05318-8A6F-85BD-35CC-762257A4772B}" name="Charland, Matthew" initials="CM" userId="S::matthew.charland@cvshealth.com::ee7788c6-be7c-4d49-8ef4-92d738b0a989" providerId="AD"/>
  <p188:author id="{AD081A2B-52EE-9F46-464A-37DE223C516C}" name="Kieran, Janet G." initials="KG" userId="S::janet.kieran@cvshealth.com::5053eb58-ad59-40a0-a0d3-2fec739ec95b" providerId="AD"/>
  <p188:author id="{1A9CBF2C-DEBA-1BB1-768A-D377D01AC175}" name="Mislak, Gregory" initials="MG" userId="S::gregory.mislak@cvshealth.com::e3572868-bad6-4db5-a7fb-f97a78d2e7b4" providerId="AD"/>
  <p188:author id="{E04D0949-4768-AF3C-2A68-99F29A690E04}" name="Koduvayur Parthasarathy, Sunanda" initials="KS" userId="S::sunanda.koduvayurparthasarathy@cvshealth.com::934dc8da-25da-4230-a214-8f537dff7a42" providerId="AD"/>
  <p188:author id="{C928C254-1B19-BBA5-BE69-87774942651D}" name="Riley, Christopher" initials="RC" userId="S::christopher.riley@cvshealth.com::755d87c4-1183-4bf4-8fd8-437760c7ca15" providerId="AD"/>
  <p188:author id="{EAD2295F-3C91-9225-2071-3129E880D7A6}" name="Kats, Svetlana" initials="KS" userId="S::svetlana.kats@cvshealth.com::996b783c-3485-449c-a6c7-9c35db7e0f18" providerId="AD"/>
  <p188:author id="{22569F94-69F7-D4B0-B950-F4F777FDA9FF}" name="Kats, Svetlana" initials="KS" userId="S::Svetlana.Kats@CVSHealth.com::996b783c-3485-449c-a6c7-9c35db7e0f18" providerId="AD"/>
  <p188:author id="{7B67E3CD-823F-D8A0-4DCD-78ACD704502F}" name="Chris Riley" initials="CJR" userId="Chris Riley" providerId="None"/>
  <p188:author id="{4143C8E0-FA31-687B-F6D6-9861633D67DF}" name="Smutek, Jessica" initials="SJ" userId="S::jessica.smutek@cvshealth.com::4f4346fc-e208-4796-8824-7b6afcd70fe6" providerId="AD"/>
  <p188:author id="{0FFE19E3-83C3-EF8B-75A0-9874D423ACDA}" name="Proulx, Geoffrey" initials="PG" userId="S::geoffrey.proulx@cvshealth.com::a1aa88f0-fe55-4e05-ab96-cae3669bef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Laracuente, Lauren" initials="LL" lastIdx="2" clrIdx="6">
    <p:extLst>
      <p:ext uri="{19B8F6BF-5375-455C-9EA6-DF929625EA0E}">
        <p15:presenceInfo xmlns:p15="http://schemas.microsoft.com/office/powerpoint/2012/main" userId="S::Lauren.Laracuente@CVSHealth.com::ba59ff84-3ab2-4680-a981-ec4280b83f45" providerId="AD"/>
      </p:ext>
    </p:extLst>
  </p:cmAuthor>
  <p:cmAuthor id="1" name="Pilosi, John J" initials="PJJ" lastIdx="3" clrIdx="0">
    <p:extLst>
      <p:ext uri="{19B8F6BF-5375-455C-9EA6-DF929625EA0E}">
        <p15:presenceInfo xmlns:p15="http://schemas.microsoft.com/office/powerpoint/2012/main" userId="S::John.Pilosi@CVSHealth.com::4361195a-27fb-49c4-b541-b5fef2d41ffa" providerId="AD"/>
      </p:ext>
    </p:extLst>
  </p:cmAuthor>
  <p:cmAuthor id="8" name="Lewis, J.Buchanan" initials="LJ" lastIdx="1" clrIdx="7">
    <p:extLst>
      <p:ext uri="{19B8F6BF-5375-455C-9EA6-DF929625EA0E}">
        <p15:presenceInfo xmlns:p15="http://schemas.microsoft.com/office/powerpoint/2012/main" userId="S::lewisj6@cvshealth.com::e194b622-ac7b-4542-8b5a-bd90ac447469" providerId="AD"/>
      </p:ext>
    </p:extLst>
  </p:cmAuthor>
  <p:cmAuthor id="2" name="Falcone, Paul (CVScom)" initials="FP(" lastIdx="1" clrIdx="1">
    <p:extLst>
      <p:ext uri="{19B8F6BF-5375-455C-9EA6-DF929625EA0E}">
        <p15:presenceInfo xmlns:p15="http://schemas.microsoft.com/office/powerpoint/2012/main" userId="S::Paul.Falcone@CVSHealth.com::0f1200cc-dfec-4dbf-8be2-7e530ee58cbc" providerId="AD"/>
      </p:ext>
    </p:extLst>
  </p:cmAuthor>
  <p:cmAuthor id="9" name="Fagan, Brett M" initials="FM" lastIdx="1" clrIdx="8">
    <p:extLst>
      <p:ext uri="{19B8F6BF-5375-455C-9EA6-DF929625EA0E}">
        <p15:presenceInfo xmlns:p15="http://schemas.microsoft.com/office/powerpoint/2012/main" userId="S::brett.fagan@cvshealth.com::3c544160-69af-4cbb-aba3-6d4bef2b61fb" providerId="AD"/>
      </p:ext>
    </p:extLst>
  </p:cmAuthor>
  <p:cmAuthor id="3" name="Tidwell, Arianne J" initials="TAJ" lastIdx="1" clrIdx="2">
    <p:extLst>
      <p:ext uri="{19B8F6BF-5375-455C-9EA6-DF929625EA0E}">
        <p15:presenceInfo xmlns:p15="http://schemas.microsoft.com/office/powerpoint/2012/main" userId="S::Arianne.Tidwell@CVSHealth.com::c47862dd-2af2-48f7-b7b9-13f8eed32fec" providerId="AD"/>
      </p:ext>
    </p:extLst>
  </p:cmAuthor>
  <p:cmAuthor id="10" name="Cikalo, Andrew M" initials="CM" lastIdx="2" clrIdx="9">
    <p:extLst>
      <p:ext uri="{19B8F6BF-5375-455C-9EA6-DF929625EA0E}">
        <p15:presenceInfo xmlns:p15="http://schemas.microsoft.com/office/powerpoint/2012/main" userId="S::andrew.cikalo@cvshealth.com::1554b231-f1ea-405d-ad9b-9b4808cdaa80" providerId="AD"/>
      </p:ext>
    </p:extLst>
  </p:cmAuthor>
  <p:cmAuthor id="4" name="Carney, Lauren" initials="CL" lastIdx="3" clrIdx="3">
    <p:extLst>
      <p:ext uri="{19B8F6BF-5375-455C-9EA6-DF929625EA0E}">
        <p15:presenceInfo xmlns:p15="http://schemas.microsoft.com/office/powerpoint/2012/main" userId="S::Lauren.Carney@CVSHealth.com::0c9f48ee-3b0f-4ae7-a2a2-15530629b9a8" providerId="AD"/>
      </p:ext>
    </p:extLst>
  </p:cmAuthor>
  <p:cmAuthor id="11" name="Mahima" initials="M" lastIdx="4" clrIdx="10">
    <p:extLst>
      <p:ext uri="{19B8F6BF-5375-455C-9EA6-DF929625EA0E}">
        <p15:presenceInfo xmlns:p15="http://schemas.microsoft.com/office/powerpoint/2012/main" userId="S::Mahima.Srivastava@CVSHealth.com::e5dac9c9-a697-48da-949e-f528087c6554" providerId="AD"/>
      </p:ext>
    </p:extLst>
  </p:cmAuthor>
  <p:cmAuthor id="5" name="Chris Riley" initials="CJR" lastIdx="10" clrIdx="4">
    <p:extLst>
      <p:ext uri="{19B8F6BF-5375-455C-9EA6-DF929625EA0E}">
        <p15:presenceInfo xmlns:p15="http://schemas.microsoft.com/office/powerpoint/2012/main" userId="Chris Riley" providerId="None"/>
      </p:ext>
    </p:extLst>
  </p:cmAuthor>
  <p:cmAuthor id="12" name="Kirby, Kelly" initials="KK" lastIdx="2" clrIdx="11">
    <p:extLst>
      <p:ext uri="{19B8F6BF-5375-455C-9EA6-DF929625EA0E}">
        <p15:presenceInfo xmlns:p15="http://schemas.microsoft.com/office/powerpoint/2012/main" userId="S::kelly.kirby@cvshealth.com::fe2b6bd3-dfc7-49c0-b663-db7c25372a29" providerId="AD"/>
      </p:ext>
    </p:extLst>
  </p:cmAuthor>
  <p:cmAuthor id="6" name="Boutin, Lindsey A." initials="BLA" lastIdx="9" clrIdx="5">
    <p:extLst>
      <p:ext uri="{19B8F6BF-5375-455C-9EA6-DF929625EA0E}">
        <p15:presenceInfo xmlns:p15="http://schemas.microsoft.com/office/powerpoint/2012/main" userId="S::Lindsey.Boutin@CVSHealth.com::ddad4994-2721-42f6-92c1-8598b9fb21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3368AF"/>
    <a:srgbClr val="2E6AD6"/>
    <a:srgbClr val="1287F2"/>
    <a:srgbClr val="549AA6"/>
    <a:srgbClr val="C00000"/>
    <a:srgbClr val="5AA2AE"/>
    <a:srgbClr val="777777"/>
    <a:srgbClr val="6DB5F7"/>
    <a:srgbClr val="87F9E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05155F-7641-1943-8AE3-9B25744B8F3A}" v="1" dt="2023-02-02T18:26:45.800"/>
    <p1510:client id="{926BFFFB-EA0B-4D9E-AA90-C98D435BD352}" v="24686" dt="2023-02-01T19:06:06.496"/>
  </p1510:revLst>
</p1510:revInfo>
</file>

<file path=ppt/tableStyles.xml><?xml version="1.0" encoding="utf-8"?>
<a:tblStyleLst xmlns:a="http://schemas.openxmlformats.org/drawingml/2006/main" def="{5C22544A-7EE6-4342-B048-85BDC9FD1C3A}">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17" d="100"/>
          <a:sy n="117" d="100"/>
        </p:scale>
        <p:origin x="80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notesMaster" Target="notesMasters/notesMaster1.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microsoft.com/office/2015/10/relationships/revisionInfo" Target="revisionInfo.xml"/><Relationship Id="rId20" Type="http://schemas.openxmlformats.org/officeDocument/2006/relationships/slide" Target="slides/slide9.xml"/><Relationship Id="rId4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Book3"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r>
              <a:rPr lang="en-CA" sz="1800" b="1" i="0" baseline="0">
                <a:effectLst/>
              </a:rPr>
              <a:t>ScriptSync Enroll + Add</a:t>
            </a:r>
            <a:br>
              <a:rPr lang="en-CA" sz="1800" b="1" i="0" baseline="0">
                <a:effectLst/>
              </a:rPr>
            </a:br>
            <a:r>
              <a:rPr lang="en-CA" sz="1400" b="0" i="0" baseline="0">
                <a:effectLst/>
              </a:rPr>
              <a:t>(2022 Q4 Standalone Enrollment flow)</a:t>
            </a:r>
            <a:endParaRPr lang="en-US">
              <a:effectLst/>
            </a:endParaRP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2"/>
              </a:solidFill>
              <a:latin typeface="+mn-lt"/>
              <a:ea typeface="+mn-ea"/>
              <a:cs typeface="+mn-cs"/>
            </a:defRPr>
          </a:pPr>
          <a:endParaRPr lang="en-US"/>
        </a:p>
      </c:txPr>
    </c:title>
    <c:autoTitleDeleted val="0"/>
    <c:plotArea>
      <c:layout/>
      <c:lineChart>
        <c:grouping val="standard"/>
        <c:varyColors val="0"/>
        <c:ser>
          <c:idx val="1"/>
          <c:order val="1"/>
          <c:tx>
            <c:strRef>
              <c:f>EnrollmentsXweek!$C$24</c:f>
              <c:strCache>
                <c:ptCount val="1"/>
                <c:pt idx="0">
                  <c:v>Enroll + Add Visits</c:v>
                </c:pt>
              </c:strCache>
            </c:strRef>
          </c:tx>
          <c:spPr>
            <a:ln w="38100" cap="rnd">
              <a:solidFill>
                <a:schemeClr val="accent2"/>
              </a:solidFill>
              <a:round/>
            </a:ln>
            <a:effectLst/>
          </c:spPr>
          <c:marker>
            <c:symbol val="none"/>
          </c:marker>
          <c:dLbls>
            <c:dLbl>
              <c:idx val="0"/>
              <c:layout>
                <c:manualLayout>
                  <c:x val="-4.3168598794086473E-2"/>
                  <c:y val="7.1967967518451526E-2"/>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4D18-4D98-9EF9-613F8821873F}"/>
                </c:ext>
              </c:extLst>
            </c:dLbl>
            <c:dLbl>
              <c:idx val="1"/>
              <c:layout>
                <c:manualLayout>
                  <c:x val="-4.6310613047841245E-2"/>
                  <c:y val="0.10911931055367868"/>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D18-4D98-9EF9-613F8821873F}"/>
                </c:ext>
              </c:extLst>
            </c:dLbl>
            <c:dLbl>
              <c:idx val="2"/>
              <c:layout>
                <c:manualLayout>
                  <c:x val="-5.3119625640978087E-2"/>
                  <c:y val="0.10045046124099051"/>
                </c:manualLayout>
              </c:layout>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D18-4D98-9EF9-613F8821873F}"/>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EnrollmentsXweek!$A$25:$A$27</c:f>
              <c:strCache>
                <c:ptCount val="3"/>
                <c:pt idx="0">
                  <c:v>October</c:v>
                </c:pt>
                <c:pt idx="1">
                  <c:v>November</c:v>
                </c:pt>
                <c:pt idx="2">
                  <c:v>December</c:v>
                </c:pt>
              </c:strCache>
            </c:strRef>
          </c:cat>
          <c:val>
            <c:numRef>
              <c:f>EnrollmentsXweek!$C$25:$C$27</c:f>
              <c:numCache>
                <c:formatCode>_(* #,##0_);_(* \(#,##0\);_(* "-"??_);_(@_)</c:formatCode>
                <c:ptCount val="3"/>
                <c:pt idx="0">
                  <c:v>4216</c:v>
                </c:pt>
                <c:pt idx="1">
                  <c:v>4582</c:v>
                </c:pt>
                <c:pt idx="2">
                  <c:v>8379</c:v>
                </c:pt>
              </c:numCache>
            </c:numRef>
          </c:val>
          <c:smooth val="0"/>
          <c:extLst>
            <c:ext xmlns:c16="http://schemas.microsoft.com/office/drawing/2014/chart" uri="{C3380CC4-5D6E-409C-BE32-E72D297353CC}">
              <c16:uniqueId val="{00000000-4D18-4D98-9EF9-613F8821873F}"/>
            </c:ext>
          </c:extLst>
        </c:ser>
        <c:dLbls>
          <c:dLblPos val="t"/>
          <c:showLegendKey val="0"/>
          <c:showVal val="1"/>
          <c:showCatName val="0"/>
          <c:showSerName val="0"/>
          <c:showPercent val="0"/>
          <c:showBubbleSize val="0"/>
        </c:dLbls>
        <c:marker val="1"/>
        <c:smooth val="0"/>
        <c:axId val="1551747256"/>
        <c:axId val="1551745288"/>
      </c:lineChart>
      <c:lineChart>
        <c:grouping val="standard"/>
        <c:varyColors val="0"/>
        <c:ser>
          <c:idx val="0"/>
          <c:order val="0"/>
          <c:tx>
            <c:strRef>
              <c:f>EnrollmentsXweek!$B$24</c:f>
              <c:strCache>
                <c:ptCount val="1"/>
                <c:pt idx="0">
                  <c:v>% of SS eligible visits to RF page</c:v>
                </c:pt>
              </c:strCache>
            </c:strRef>
          </c:tx>
          <c:spPr>
            <a:ln w="38100"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2"/>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EnrollmentsXweek!$A$25:$A$27</c:f>
              <c:strCache>
                <c:ptCount val="3"/>
                <c:pt idx="0">
                  <c:v>October</c:v>
                </c:pt>
                <c:pt idx="1">
                  <c:v>November</c:v>
                </c:pt>
                <c:pt idx="2">
                  <c:v>December</c:v>
                </c:pt>
              </c:strCache>
            </c:strRef>
          </c:cat>
          <c:val>
            <c:numRef>
              <c:f>EnrollmentsXweek!$B$25:$B$27</c:f>
              <c:numCache>
                <c:formatCode>0%</c:formatCode>
                <c:ptCount val="3"/>
                <c:pt idx="0">
                  <c:v>0.20466469870343906</c:v>
                </c:pt>
                <c:pt idx="1">
                  <c:v>0.22970822137690516</c:v>
                </c:pt>
                <c:pt idx="2">
                  <c:v>0.36782059552596968</c:v>
                </c:pt>
              </c:numCache>
            </c:numRef>
          </c:val>
          <c:smooth val="0"/>
          <c:extLst>
            <c:ext xmlns:c16="http://schemas.microsoft.com/office/drawing/2014/chart" uri="{C3380CC4-5D6E-409C-BE32-E72D297353CC}">
              <c16:uniqueId val="{00000001-4D18-4D98-9EF9-613F8821873F}"/>
            </c:ext>
          </c:extLst>
        </c:ser>
        <c:dLbls>
          <c:showLegendKey val="0"/>
          <c:showVal val="0"/>
          <c:showCatName val="0"/>
          <c:showSerName val="0"/>
          <c:showPercent val="0"/>
          <c:showBubbleSize val="0"/>
        </c:dLbls>
        <c:marker val="1"/>
        <c:smooth val="0"/>
        <c:axId val="1606146120"/>
        <c:axId val="1618006088"/>
      </c:lineChart>
      <c:catAx>
        <c:axId val="15517472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551745288"/>
        <c:crosses val="autoZero"/>
        <c:auto val="1"/>
        <c:lblAlgn val="ctr"/>
        <c:lblOffset val="40"/>
        <c:noMultiLvlLbl val="0"/>
      </c:catAx>
      <c:valAx>
        <c:axId val="1551745288"/>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551747256"/>
        <c:crosses val="autoZero"/>
        <c:crossBetween val="between"/>
      </c:valAx>
      <c:valAx>
        <c:axId val="16180060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crossAx val="1606146120"/>
        <c:crosses val="max"/>
        <c:crossBetween val="between"/>
      </c:valAx>
      <c:catAx>
        <c:axId val="1606146120"/>
        <c:scaling>
          <c:orientation val="minMax"/>
        </c:scaling>
        <c:delete val="1"/>
        <c:axPos val="b"/>
        <c:numFmt formatCode="General" sourceLinked="1"/>
        <c:majorTickMark val="out"/>
        <c:minorTickMark val="none"/>
        <c:tickLblPos val="nextTo"/>
        <c:crossAx val="161800608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2"/>
              </a:solidFill>
              <a:latin typeface="+mn-lt"/>
              <a:ea typeface="+mn-ea"/>
              <a:cs typeface="+mn-cs"/>
            </a:defRPr>
          </a:pPr>
          <a:endParaRPr lang="en-US"/>
        </a:p>
      </c:txPr>
    </c:legend>
    <c:plotVisOnly val="1"/>
    <c:dispBlanksAs val="gap"/>
    <c:showDLblsOverMax val="0"/>
    <c:extLst/>
  </c:chart>
  <c:spPr>
    <a:solidFill>
      <a:srgbClr val="FFFFFF"/>
    </a:solidFill>
    <a:ln w="28575" cap="flat" cmpd="sng" algn="ctr">
      <a:solidFill>
        <a:srgbClr val="549AA6"/>
      </a:solid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a:srgbClr val="487A10"/>
  <a:srgbClr val="61A515"/>
  <a:srgbClr val="CE430C"/>
  <a:srgbClr val="F4642A"/>
  <a:srgbClr val="0B315E"/>
  <a:srgbClr val="00585E"/>
  <a:srgbClr val="3F3F3F"/>
  <a:srgbClr val="2E4E0A"/>
  <a:srgbClr val="963108"/>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2"/>
    </cs:fontRef>
    <cs:defRPr sz="1200" kern="1200"/>
  </cs:axisTitle>
  <cs:categoryAxis>
    <cs:lnRef idx="0"/>
    <cs:fillRef idx="0"/>
    <cs:effectRef idx="0"/>
    <cs:fontRef idx="minor">
      <a:schemeClr val="tx2"/>
    </cs:fontRef>
    <cs:spPr>
      <a:ln w="9525" cap="flat" cmpd="sng" algn="ctr">
        <a:solidFill>
          <a:schemeClr val="tx1">
            <a:lumMod val="15000"/>
            <a:lumOff val="85000"/>
          </a:schemeClr>
        </a:solidFill>
        <a:round/>
      </a:ln>
    </cs:spPr>
    <cs:defRPr sz="12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200" kern="1200"/>
  </cs:chartArea>
  <cs:dataLabel>
    <cs:lnRef idx="0"/>
    <cs:fillRef idx="0"/>
    <cs:effectRef idx="0"/>
    <cs:fontRef idx="minor">
      <a:schemeClr val="tx2"/>
    </cs:fontRef>
    <cs:defRPr sz="1200" b="1" kern="1200"/>
  </cs:dataLabel>
  <cs:dataLabelCallout>
    <cs:lnRef idx="0"/>
    <cs:fillRef idx="0"/>
    <cs:effectRef idx="0"/>
    <cs:fontRef idx="minor">
      <a:schemeClr val="tx2"/>
    </cs:fontRef>
    <cs:spPr>
      <a:solidFill>
        <a:schemeClr val="lt1"/>
      </a:solidFill>
      <a:ln>
        <a:solidFill>
          <a:schemeClr val="dk1">
            <a:lumMod val="25000"/>
            <a:lumOff val="75000"/>
          </a:schemeClr>
        </a:solidFill>
      </a:ln>
    </cs:spPr>
    <cs:defRPr sz="12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2"/>
    </cs:fontRef>
  </cs:dataPoint>
  <cs:dataPoint3D>
    <cs:lnRef idx="0"/>
    <cs:fillRef idx="1">
      <cs:styleClr val="auto"/>
    </cs:fillRef>
    <cs:effectRef idx="0"/>
    <cs:fontRef idx="minor">
      <a:schemeClr val="tx2"/>
    </cs:fontRef>
  </cs:dataPoint3D>
  <cs:dataPointLine>
    <cs:lnRef idx="0">
      <cs:styleClr val="auto"/>
    </cs:lnRef>
    <cs:fillRef idx="1"/>
    <cs:effectRef idx="0"/>
    <cs:fontRef idx="minor">
      <a:schemeClr val="tx2"/>
    </cs:fontRef>
    <cs:spPr>
      <a:ln w="38100" cap="rnd">
        <a:solidFill>
          <a:schemeClr val="phClr"/>
        </a:solidFill>
        <a:round/>
      </a:ln>
    </cs:spPr>
  </cs:dataPointLine>
  <cs:dataPointMarker>
    <cs:lnRef idx="0">
      <cs:styleClr val="auto"/>
    </cs:lnRef>
    <cs:fillRef idx="1">
      <cs:styleClr val="auto"/>
    </cs:fillRef>
    <cs:effectRef idx="0"/>
    <cs:fontRef idx="minor">
      <a:schemeClr val="tx2"/>
    </cs:fontRef>
    <cs:spPr>
      <a:ln w="12700">
        <a:solidFill>
          <a:schemeClr val="phClr"/>
        </a:solidFill>
      </a:ln>
    </cs:spPr>
  </cs:dataPointMarker>
  <cs:dataPointMarkerLayout symbol="circle" size="7"/>
  <cs:dataPointWireframe>
    <cs:lnRef idx="0">
      <cs:styleClr val="auto"/>
    </cs:lnRef>
    <cs:fillRef idx="1"/>
    <cs:effectRef idx="0"/>
    <cs:fontRef idx="minor">
      <a:schemeClr val="tx2"/>
    </cs:fontRef>
    <cs:spPr>
      <a:ln w="9525" cap="rnd">
        <a:solidFill>
          <a:schemeClr val="phClr"/>
        </a:solidFill>
        <a:round/>
      </a:ln>
    </cs:spPr>
  </cs:dataPointWireframe>
  <cs:dataTable>
    <cs:lnRef idx="0"/>
    <cs:fillRef idx="0"/>
    <cs:effectRef idx="0"/>
    <cs:fontRef idx="minor">
      <a:schemeClr val="tx2"/>
    </cs:fontRef>
    <cs:spPr>
      <a:noFill/>
      <a:ln w="9525" cap="flat" cmpd="sng" algn="ctr">
        <a:solidFill>
          <a:schemeClr val="tx1">
            <a:lumMod val="15000"/>
            <a:lumOff val="85000"/>
          </a:schemeClr>
        </a:solidFill>
        <a:round/>
      </a:ln>
    </cs:spPr>
    <cs:defRPr sz="12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cap="flat" cmpd="sng" algn="ctr">
        <a:solidFill>
          <a:schemeClr val="tx1">
            <a:lumMod val="35000"/>
            <a:lumOff val="65000"/>
          </a:schemeClr>
        </a:solidFill>
        <a:round/>
      </a:ln>
    </cs:spPr>
  </cs:dropLine>
  <cs:errorBar>
    <cs:lnRef idx="0"/>
    <cs:fillRef idx="0"/>
    <cs:effectRef idx="0"/>
    <cs:fontRef idx="minor">
      <a:schemeClr val="tx2"/>
    </cs:fontRef>
    <cs:spPr>
      <a:ln w="9525" cap="flat" cmpd="sng" algn="ctr">
        <a:solidFill>
          <a:schemeClr val="tx1">
            <a:lumMod val="65000"/>
            <a:lumOff val="35000"/>
          </a:schemeClr>
        </a:solidFill>
        <a:round/>
      </a:ln>
    </cs:spPr>
  </cs:errorBar>
  <cs:floor>
    <cs:lnRef idx="0"/>
    <cs:fillRef idx="0"/>
    <cs:effectRef idx="0"/>
    <cs:fontRef idx="minor">
      <a:schemeClr val="tx2"/>
    </cs:fontRef>
    <cs:spPr>
      <a:noFill/>
      <a:ln>
        <a:noFill/>
      </a:ln>
    </cs:spPr>
  </cs:floor>
  <cs:gridlineMajor>
    <cs:lnRef idx="0"/>
    <cs:fillRef idx="0"/>
    <cs:effectRef idx="0"/>
    <cs:fontRef idx="minor">
      <a:schemeClr val="tx2"/>
    </cs:fontRef>
    <cs:spPr>
      <a:ln w="9525" cap="flat" cmpd="sng" algn="ctr">
        <a:solidFill>
          <a:schemeClr val="tx1">
            <a:lumMod val="15000"/>
            <a:lumOff val="85000"/>
          </a:schemeClr>
        </a:solidFill>
        <a:round/>
      </a:ln>
    </cs:spPr>
  </cs:gridlineMajor>
  <cs:gridlineMinor>
    <cs:lnRef idx="0"/>
    <cs:fillRef idx="0"/>
    <cs:effectRef idx="0"/>
    <cs:fontRef idx="minor">
      <a:schemeClr val="tx2"/>
    </cs:fontRef>
    <cs:spPr>
      <a:ln w="9525" cap="flat" cmpd="sng" algn="ctr">
        <a:solidFill>
          <a:schemeClr val="tx1">
            <a:lumMod val="5000"/>
            <a:lumOff val="95000"/>
          </a:schemeClr>
        </a:solidFill>
        <a:round/>
      </a:ln>
    </cs:spPr>
  </cs:gridlineMinor>
  <cs:hiLoLine>
    <cs:lnRef idx="0"/>
    <cs:fillRef idx="0"/>
    <cs:effectRef idx="0"/>
    <cs:fontRef idx="minor">
      <a:schemeClr val="tx2"/>
    </cs:fontRef>
    <cs:spPr>
      <a:ln w="9525" cap="flat" cmpd="sng" algn="ctr">
        <a:solidFill>
          <a:schemeClr val="tx1">
            <a:lumMod val="75000"/>
            <a:lumOff val="25000"/>
          </a:schemeClr>
        </a:solidFill>
        <a:round/>
      </a:ln>
    </cs:spPr>
  </cs:hiLoLine>
  <cs:leaderLine>
    <cs:lnRef idx="0"/>
    <cs:fillRef idx="0"/>
    <cs:effectRef idx="0"/>
    <cs:fontRef idx="minor">
      <a:schemeClr val="tx2"/>
    </cs:fontRef>
    <cs:spPr>
      <a:ln w="9525" cap="flat" cmpd="sng" algn="ctr">
        <a:solidFill>
          <a:schemeClr val="tx1">
            <a:lumMod val="35000"/>
            <a:lumOff val="65000"/>
          </a:schemeClr>
        </a:solidFill>
        <a:round/>
      </a:ln>
    </cs:spPr>
  </cs:leaderLine>
  <cs:legend>
    <cs:lnRef idx="0"/>
    <cs:fillRef idx="0"/>
    <cs:effectRef idx="0"/>
    <cs:fontRef idx="minor">
      <a:schemeClr val="tx2"/>
    </cs:fontRef>
    <cs:defRPr sz="1200" kern="1200"/>
  </cs:legend>
  <cs:plotArea mods="allowNoFillOverride allowNoLineOverride">
    <cs:lnRef idx="0"/>
    <cs:fillRef idx="0"/>
    <cs:effectRef idx="0"/>
    <cs:fontRef idx="minor">
      <a:schemeClr val="tx2"/>
    </cs:fontRef>
  </cs:plotArea>
  <cs:plotArea3D mods="allowNoFillOverride allowNoLineOverride">
    <cs:lnRef idx="0"/>
    <cs:fillRef idx="0"/>
    <cs:effectRef idx="0"/>
    <cs:fontRef idx="minor">
      <a:schemeClr val="tx2"/>
    </cs:fontRef>
  </cs:plotArea3D>
  <cs:seriesAxis>
    <cs:lnRef idx="0"/>
    <cs:fillRef idx="0"/>
    <cs:effectRef idx="0"/>
    <cs:fontRef idx="minor">
      <a:schemeClr val="tx2"/>
    </cs:fontRef>
    <cs:defRPr sz="1200" kern="1200"/>
  </cs:seriesAxis>
  <cs:seriesLine>
    <cs:lnRef idx="0"/>
    <cs:fillRef idx="0"/>
    <cs:effectRef idx="0"/>
    <cs:fontRef idx="minor">
      <a:schemeClr val="tx2"/>
    </cs:fontRef>
    <cs:spPr>
      <a:ln w="9525" cap="flat" cmpd="sng" algn="ctr">
        <a:solidFill>
          <a:schemeClr val="tx1">
            <a:lumMod val="35000"/>
            <a:lumOff val="65000"/>
          </a:schemeClr>
        </a:solidFill>
        <a:round/>
      </a:ln>
    </cs:spPr>
  </cs:seriesLine>
  <cs:title>
    <cs:lnRef idx="0"/>
    <cs:fillRef idx="0"/>
    <cs:effectRef idx="0"/>
    <cs:fontRef idx="minor">
      <a:schemeClr val="tx2"/>
    </cs:fontRef>
    <cs:defRPr sz="1500" b="0" kern="1200" spc="0" baseline="0"/>
  </cs:title>
  <cs:trendline>
    <cs:lnRef idx="0">
      <cs:styleClr val="auto"/>
    </cs:lnRef>
    <cs:fillRef idx="0"/>
    <cs:effectRef idx="0"/>
    <cs:fontRef idx="minor">
      <a:schemeClr val="tx2"/>
    </cs:fontRef>
    <cs:spPr>
      <a:ln w="19050" cap="rnd">
        <a:solidFill>
          <a:schemeClr val="phClr"/>
        </a:solidFill>
        <a:prstDash val="sysDot"/>
      </a:ln>
    </cs:spPr>
  </cs:trendline>
  <cs:trendlineLabel>
    <cs:lnRef idx="0"/>
    <cs:fillRef idx="0"/>
    <cs:effectRef idx="0"/>
    <cs:fontRef idx="minor">
      <a:schemeClr val="tx2"/>
    </cs:fontRef>
    <cs:defRPr sz="1200" kern="1200"/>
  </cs:trendlineLabel>
  <cs:upBar>
    <cs:lnRef idx="0"/>
    <cs:fillRef idx="0"/>
    <cs:effectRef idx="0"/>
    <cs:fontRef idx="minor">
      <a:schemeClr val="dk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200" kern="1200"/>
  </cs:valueAxis>
  <cs:wall>
    <cs:lnRef idx="0"/>
    <cs:fillRef idx="0"/>
    <cs:effectRef idx="0"/>
    <cs:fontRef idx="minor">
      <a:schemeClr val="tx2"/>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7C85B2-092C-5C4A-8DB4-7248ACD94098}" type="datetimeFigureOut">
              <a:rPr lang="en-US" smtClean="0"/>
              <a:t>10/15/2025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1B3ED-90A1-F449-886D-3F285879D766}" type="slidenum">
              <a:rPr lang="en-US" smtClean="0"/>
              <a:t>‹#›</a:t>
            </a:fld>
            <a:endParaRPr lang="en-US"/>
          </a:p>
        </p:txBody>
      </p:sp>
    </p:spTree>
    <p:extLst>
      <p:ext uri="{BB962C8B-B14F-4D97-AF65-F5344CB8AC3E}">
        <p14:creationId xmlns:p14="http://schemas.microsoft.com/office/powerpoint/2010/main" val="4278213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893375" rtl="0" eaLnBrk="1" fontAlgn="auto" latinLnBrk="0" hangingPunct="1">
              <a:lnSpc>
                <a:spcPct val="100000"/>
              </a:lnSpc>
              <a:spcBef>
                <a:spcPts val="0"/>
              </a:spcBef>
              <a:spcAft>
                <a:spcPts val="0"/>
              </a:spcAft>
              <a:buClrTx/>
              <a:buSzTx/>
              <a:buFontTx/>
              <a:buNone/>
              <a:tabLst/>
              <a:defRPr/>
            </a:pPr>
            <a:fld id="{50AD15A5-6128-B84F-818D-8AA5BDD9AF9D}" type="slidenum">
              <a:rPr kumimoji="0" lang="en-US" sz="1000" b="0" i="0" u="none" strike="noStrike" kern="1200" cap="none" spc="0" normalizeH="0" baseline="0" noProof="0" smtClean="0">
                <a:ln>
                  <a:noFill/>
                </a:ln>
                <a:solidFill>
                  <a:prstClr val="black"/>
                </a:solidFill>
                <a:effectLst/>
                <a:uLnTx/>
                <a:uFillTx/>
                <a:latin typeface="Open Sans Light"/>
                <a:ea typeface="+mn-ea"/>
                <a:cs typeface="Open Sans Light"/>
              </a:rPr>
              <a:pPr marL="0" marR="0" lvl="0" indent="0" algn="r" defTabSz="893375"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Open Sans Light"/>
              <a:ea typeface="+mn-ea"/>
              <a:cs typeface="Open Sans Light"/>
            </a:endParaRPr>
          </a:p>
        </p:txBody>
      </p:sp>
    </p:spTree>
    <p:extLst>
      <p:ext uri="{BB962C8B-B14F-4D97-AF65-F5344CB8AC3E}">
        <p14:creationId xmlns:p14="http://schemas.microsoft.com/office/powerpoint/2010/main" val="2324927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a:t>
            </a:fld>
            <a:endParaRPr lang="en-US"/>
          </a:p>
        </p:txBody>
      </p:sp>
    </p:spTree>
    <p:extLst>
      <p:ext uri="{BB962C8B-B14F-4D97-AF65-F5344CB8AC3E}">
        <p14:creationId xmlns:p14="http://schemas.microsoft.com/office/powerpoint/2010/main" val="3990999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3</a:t>
            </a:fld>
            <a:endParaRPr lang="en-US"/>
          </a:p>
        </p:txBody>
      </p:sp>
    </p:spTree>
    <p:extLst>
      <p:ext uri="{BB962C8B-B14F-4D97-AF65-F5344CB8AC3E}">
        <p14:creationId xmlns:p14="http://schemas.microsoft.com/office/powerpoint/2010/main" val="3949197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F891B3ED-90A1-F449-886D-3F285879D766}" type="slidenum">
              <a:rPr lang="en-US" smtClean="0"/>
              <a:t>12</a:t>
            </a:fld>
            <a:endParaRPr lang="en-US"/>
          </a:p>
        </p:txBody>
      </p:sp>
    </p:spTree>
    <p:extLst>
      <p:ext uri="{BB962C8B-B14F-4D97-AF65-F5344CB8AC3E}">
        <p14:creationId xmlns:p14="http://schemas.microsoft.com/office/powerpoint/2010/main" val="1428144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18</a:t>
            </a:fld>
            <a:endParaRPr lang="en-US"/>
          </a:p>
        </p:txBody>
      </p:sp>
    </p:spTree>
    <p:extLst>
      <p:ext uri="{BB962C8B-B14F-4D97-AF65-F5344CB8AC3E}">
        <p14:creationId xmlns:p14="http://schemas.microsoft.com/office/powerpoint/2010/main" val="2217820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19</a:t>
            </a:fld>
            <a:endParaRPr lang="en-US"/>
          </a:p>
        </p:txBody>
      </p:sp>
    </p:spTree>
    <p:extLst>
      <p:ext uri="{BB962C8B-B14F-4D97-AF65-F5344CB8AC3E}">
        <p14:creationId xmlns:p14="http://schemas.microsoft.com/office/powerpoint/2010/main" val="30560393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20</a:t>
            </a:fld>
            <a:endParaRPr lang="en-US"/>
          </a:p>
        </p:txBody>
      </p:sp>
    </p:spTree>
    <p:extLst>
      <p:ext uri="{BB962C8B-B14F-4D97-AF65-F5344CB8AC3E}">
        <p14:creationId xmlns:p14="http://schemas.microsoft.com/office/powerpoint/2010/main" val="27720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21</a:t>
            </a:fld>
            <a:endParaRPr lang="en-US"/>
          </a:p>
        </p:txBody>
      </p:sp>
    </p:spTree>
    <p:extLst>
      <p:ext uri="{BB962C8B-B14F-4D97-AF65-F5344CB8AC3E}">
        <p14:creationId xmlns:p14="http://schemas.microsoft.com/office/powerpoint/2010/main" val="3056345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22</a:t>
            </a:fld>
            <a:endParaRPr lang="en-US"/>
          </a:p>
        </p:txBody>
      </p:sp>
    </p:spTree>
    <p:extLst>
      <p:ext uri="{BB962C8B-B14F-4D97-AF65-F5344CB8AC3E}">
        <p14:creationId xmlns:p14="http://schemas.microsoft.com/office/powerpoint/2010/main" val="2538210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23</a:t>
            </a:fld>
            <a:endParaRPr lang="en-US"/>
          </a:p>
        </p:txBody>
      </p:sp>
    </p:spTree>
    <p:extLst>
      <p:ext uri="{BB962C8B-B14F-4D97-AF65-F5344CB8AC3E}">
        <p14:creationId xmlns:p14="http://schemas.microsoft.com/office/powerpoint/2010/main" val="804714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24</a:t>
            </a:fld>
            <a:endParaRPr lang="en-US"/>
          </a:p>
        </p:txBody>
      </p:sp>
    </p:spTree>
    <p:extLst>
      <p:ext uri="{BB962C8B-B14F-4D97-AF65-F5344CB8AC3E}">
        <p14:creationId xmlns:p14="http://schemas.microsoft.com/office/powerpoint/2010/main" val="552043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25</a:t>
            </a:fld>
            <a:endParaRPr lang="en-US"/>
          </a:p>
        </p:txBody>
      </p:sp>
    </p:spTree>
    <p:extLst>
      <p:ext uri="{BB962C8B-B14F-4D97-AF65-F5344CB8AC3E}">
        <p14:creationId xmlns:p14="http://schemas.microsoft.com/office/powerpoint/2010/main" val="401382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26</a:t>
            </a:fld>
            <a:endParaRPr lang="en-US"/>
          </a:p>
        </p:txBody>
      </p:sp>
    </p:spTree>
    <p:extLst>
      <p:ext uri="{BB962C8B-B14F-4D97-AF65-F5344CB8AC3E}">
        <p14:creationId xmlns:p14="http://schemas.microsoft.com/office/powerpoint/2010/main" val="1570156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91B3ED-90A1-F449-886D-3F285879D766}" type="slidenum">
              <a:rPr lang="en-US" smtClean="0"/>
              <a:t>27</a:t>
            </a:fld>
            <a:endParaRPr lang="en-US"/>
          </a:p>
        </p:txBody>
      </p:sp>
    </p:spTree>
    <p:extLst>
      <p:ext uri="{BB962C8B-B14F-4D97-AF65-F5344CB8AC3E}">
        <p14:creationId xmlns:p14="http://schemas.microsoft.com/office/powerpoint/2010/main" val="27320668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5.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8.xml"/><Relationship Id="rId4" Type="http://schemas.openxmlformats.org/officeDocument/2006/relationships/image" Target="../media/image1.emf"/></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 Id="rId4" Type="http://schemas.openxmlformats.org/officeDocument/2006/relationships/image" Target="../media/image2.png"/></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6.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6.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6.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4" name="Group 3"/>
          <p:cNvGrpSpPr/>
          <p:nvPr/>
        </p:nvGrpSpPr>
        <p:grpSpPr>
          <a:xfrm>
            <a:off x="557929" y="429542"/>
            <a:ext cx="2872536" cy="352779"/>
            <a:chOff x="557784" y="429541"/>
            <a:chExt cx="2871788" cy="352779"/>
          </a:xfrm>
        </p:grpSpPr>
        <p:sp>
          <p:nvSpPr>
            <p:cNvPr id="14"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5"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
        <p:nvSpPr>
          <p:cNvPr id="22" name="Text Placeholder 4"/>
          <p:cNvSpPr>
            <a:spLocks noGrp="1"/>
          </p:cNvSpPr>
          <p:nvPr>
            <p:ph type="body" sz="quarter" idx="16" hasCustomPrompt="1"/>
          </p:nvPr>
        </p:nvSpPr>
        <p:spPr>
          <a:xfrm>
            <a:off x="557930" y="4379002"/>
            <a:ext cx="3582950" cy="1262324"/>
          </a:xfrm>
        </p:spPr>
        <p:txBody>
          <a:bodyPr/>
          <a:lstStyle>
            <a:lvl1pPr>
              <a:defRPr sz="1500" b="1">
                <a:solidFill>
                  <a:schemeClr val="tx2"/>
                </a:solidFill>
                <a:latin typeface="CVS Health Sans" panose="020B0504020202020204" pitchFamily="34" charset="0"/>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485681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p:nvGrpSpPr>
        <p:grpSpPr>
          <a:xfrm>
            <a:off x="557929" y="429542"/>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6" hasCustomPrompt="1"/>
          </p:nvPr>
        </p:nvSpPr>
        <p:spPr>
          <a:xfrm>
            <a:off x="557930" y="4379002"/>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356080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3">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0C07AEF2-95F8-4407-BBD7-8F517ACF16FE}"/>
              </a:ext>
            </a:extLst>
          </p:cNvPr>
          <p:cNvSpPr txBox="1">
            <a:spLocks/>
          </p:cNvSpPr>
          <p:nvPr/>
        </p:nvSpPr>
        <p:spPr>
          <a:xfrm>
            <a:off x="557929" y="6427484"/>
            <a:ext cx="6859786" cy="228600"/>
          </a:xfrm>
          <a:prstGeom prst="rect">
            <a:avLst/>
          </a:prstGeom>
        </p:spPr>
        <p:txBody>
          <a:bodyPr vert="horz" lIns="0" tIns="0" rIns="0" bIns="0" rtlCol="0" anchor="t" anchorCtr="0">
            <a:noAutofit/>
          </a:bodyPr>
          <a:lstStyle>
            <a:defPPr>
              <a:defRPr lang="en-US"/>
            </a:defPPr>
            <a:lvl1pPr marL="0" algn="l" defTabSz="914400" rtl="0" eaLnBrk="1" latinLnBrk="0" hangingPunct="1">
              <a:defRPr sz="8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mn-lt"/>
                <a:ea typeface="+mn-ea"/>
                <a:cs typeface="+mn-cs"/>
              </a:rPr>
              <a:t>©2019 CVS Health and/or one of its affiliates. Confidential and proprietary.</a:t>
            </a:r>
          </a:p>
        </p:txBody>
      </p:sp>
      <p:grpSp>
        <p:nvGrpSpPr>
          <p:cNvPr id="23" name="Group 22">
            <a:extLst>
              <a:ext uri="{FF2B5EF4-FFF2-40B4-BE49-F238E27FC236}">
                <a16:creationId xmlns:a16="http://schemas.microsoft.com/office/drawing/2014/main" id="{1F8C4FD8-0AA8-4037-BC71-BA96D0AF218E}"/>
              </a:ext>
            </a:extLst>
          </p:cNvPr>
          <p:cNvGrpSpPr>
            <a:grpSpLocks noChangeAspect="1"/>
          </p:cNvGrpSpPr>
          <p:nvPr/>
        </p:nvGrpSpPr>
        <p:grpSpPr>
          <a:xfrm>
            <a:off x="557929" y="429542"/>
            <a:ext cx="2872536" cy="352779"/>
            <a:chOff x="1011652" y="1504398"/>
            <a:chExt cx="10028238" cy="1231900"/>
          </a:xfrm>
          <a:solidFill>
            <a:schemeClr val="bg1"/>
          </a:solidFill>
        </p:grpSpPr>
        <p:sp>
          <p:nvSpPr>
            <p:cNvPr id="24" name="Freeform 7">
              <a:extLst>
                <a:ext uri="{FF2B5EF4-FFF2-40B4-BE49-F238E27FC236}">
                  <a16:creationId xmlns:a16="http://schemas.microsoft.com/office/drawing/2014/main" id="{B3EB7105-6A46-491C-B241-A8F912957568}"/>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8">
              <a:extLst>
                <a:ext uri="{FF2B5EF4-FFF2-40B4-BE49-F238E27FC236}">
                  <a16:creationId xmlns:a16="http://schemas.microsoft.com/office/drawing/2014/main" id="{D958FC95-7F0F-491F-8DC3-06F8BACBFE15}"/>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9">
              <a:extLst>
                <a:ext uri="{FF2B5EF4-FFF2-40B4-BE49-F238E27FC236}">
                  <a16:creationId xmlns:a16="http://schemas.microsoft.com/office/drawing/2014/main" id="{60CEC3B9-4063-48FC-90DC-4CDE63069C84}"/>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0">
              <a:extLst>
                <a:ext uri="{FF2B5EF4-FFF2-40B4-BE49-F238E27FC236}">
                  <a16:creationId xmlns:a16="http://schemas.microsoft.com/office/drawing/2014/main" id="{ACB778AF-4452-4D00-A46E-1FA80ABA89D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8" name="Freeform 11">
              <a:extLst>
                <a:ext uri="{FF2B5EF4-FFF2-40B4-BE49-F238E27FC236}">
                  <a16:creationId xmlns:a16="http://schemas.microsoft.com/office/drawing/2014/main" id="{52616A00-1107-4114-9319-20AF55350A06}"/>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9" name="Freeform 12">
              <a:extLst>
                <a:ext uri="{FF2B5EF4-FFF2-40B4-BE49-F238E27FC236}">
                  <a16:creationId xmlns:a16="http://schemas.microsoft.com/office/drawing/2014/main" id="{7C96DD26-9A69-4431-91BB-3F67E41B5D6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500" b="1">
                <a:solidFill>
                  <a:schemeClr val="bg1"/>
                </a:solidFill>
                <a:latin typeface="CVS Health Sans" panose="020B0504020202020204" pitchFamily="34" charset="0"/>
              </a:defRPr>
            </a:lvl1pPr>
            <a:lvl2pPr marL="0" indent="0">
              <a:spcBef>
                <a:spcPts val="0"/>
              </a:spcBef>
              <a:spcAft>
                <a:spcPts val="2400"/>
              </a:spcAft>
              <a:buFontTx/>
              <a:buNone/>
              <a:defRPr sz="13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742325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accent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500" b="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grpSp>
        <p:nvGrpSpPr>
          <p:cNvPr id="14" name="Group 13"/>
          <p:cNvGrpSpPr/>
          <p:nvPr/>
        </p:nvGrpSpPr>
        <p:grpSpPr>
          <a:xfrm>
            <a:off x="557929" y="429542"/>
            <a:ext cx="2872536" cy="352779"/>
            <a:chOff x="557784" y="429541"/>
            <a:chExt cx="2871788" cy="352779"/>
          </a:xfrm>
        </p:grpSpPr>
        <p:sp>
          <p:nvSpPr>
            <p:cNvPr id="15"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11073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p:nvSpPr>
        <p:spPr>
          <a:xfrm>
            <a:off x="1" y="4350554"/>
            <a:ext cx="12192000" cy="25074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5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grpSp>
        <p:nvGrpSpPr>
          <p:cNvPr id="15" name="Group 14"/>
          <p:cNvGrpSpPr/>
          <p:nvPr/>
        </p:nvGrpSpPr>
        <p:grpSpPr>
          <a:xfrm>
            <a:off x="557929" y="429542"/>
            <a:ext cx="2872536" cy="352779"/>
            <a:chOff x="557784" y="429541"/>
            <a:chExt cx="2871788" cy="352779"/>
          </a:xfrm>
        </p:grpSpPr>
        <p:sp>
          <p:nvSpPr>
            <p:cNvPr id="16"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1"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54227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p:nvGrpSpPr>
        <p:grpSpPr>
          <a:xfrm>
            <a:off x="557929" y="429542"/>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7" hasCustomPrompt="1"/>
          </p:nvPr>
        </p:nvSpPr>
        <p:spPr>
          <a:xfrm>
            <a:off x="557930" y="4379002"/>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2270640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7 Parter-brand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F5A7F6-20C2-4507-801C-E1C205928513}"/>
              </a:ext>
            </a:extLst>
          </p:cNvPr>
          <p:cNvSpPr>
            <a:spLocks noGrp="1"/>
          </p:cNvSpPr>
          <p:nvPr>
            <p:ph type="ctrTitle" hasCustomPrompt="1"/>
          </p:nvPr>
        </p:nvSpPr>
        <p:spPr>
          <a:xfrm>
            <a:off x="557931" y="1637977"/>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5" name="Group 4">
            <a:extLst>
              <a:ext uri="{FF2B5EF4-FFF2-40B4-BE49-F238E27FC236}">
                <a16:creationId xmlns:a16="http://schemas.microsoft.com/office/drawing/2014/main" id="{4DCBD58C-46E5-4558-A43C-9B624EDDC132}"/>
              </a:ext>
            </a:extLst>
          </p:cNvPr>
          <p:cNvGrpSpPr/>
          <p:nvPr/>
        </p:nvGrpSpPr>
        <p:grpSpPr>
          <a:xfrm>
            <a:off x="557929" y="5835587"/>
            <a:ext cx="2872536" cy="352779"/>
            <a:chOff x="557784" y="429541"/>
            <a:chExt cx="2871788" cy="352779"/>
          </a:xfrm>
        </p:grpSpPr>
        <p:sp>
          <p:nvSpPr>
            <p:cNvPr id="6" name="Freeform 7">
              <a:extLst>
                <a:ext uri="{FF2B5EF4-FFF2-40B4-BE49-F238E27FC236}">
                  <a16:creationId xmlns:a16="http://schemas.microsoft.com/office/drawing/2014/main" id="{DA33C252-4717-4352-8A54-FA89468DF2C8}"/>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7" name="Freeform 8">
              <a:extLst>
                <a:ext uri="{FF2B5EF4-FFF2-40B4-BE49-F238E27FC236}">
                  <a16:creationId xmlns:a16="http://schemas.microsoft.com/office/drawing/2014/main" id="{3B4BF5A9-FC5D-4223-860C-4029263F182B}"/>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8" name="Freeform 9">
              <a:extLst>
                <a:ext uri="{FF2B5EF4-FFF2-40B4-BE49-F238E27FC236}">
                  <a16:creationId xmlns:a16="http://schemas.microsoft.com/office/drawing/2014/main" id="{573687AF-83B0-450D-8DC8-60EB9C6A00E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9" name="Freeform 10">
              <a:extLst>
                <a:ext uri="{FF2B5EF4-FFF2-40B4-BE49-F238E27FC236}">
                  <a16:creationId xmlns:a16="http://schemas.microsoft.com/office/drawing/2014/main" id="{7223532E-5DB1-4038-AECB-BE4DCA706221}"/>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0" name="Freeform 11">
              <a:extLst>
                <a:ext uri="{FF2B5EF4-FFF2-40B4-BE49-F238E27FC236}">
                  <a16:creationId xmlns:a16="http://schemas.microsoft.com/office/drawing/2014/main" id="{73C378A2-0EF8-441E-95AB-D981F9117820}"/>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1" name="Freeform 12">
              <a:extLst>
                <a:ext uri="{FF2B5EF4-FFF2-40B4-BE49-F238E27FC236}">
                  <a16:creationId xmlns:a16="http://schemas.microsoft.com/office/drawing/2014/main" id="{63A10B27-C0C7-41AB-B1C5-0D3C1AEAD973}"/>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2" name="Text Placeholder 4">
            <a:extLst>
              <a:ext uri="{FF2B5EF4-FFF2-40B4-BE49-F238E27FC236}">
                <a16:creationId xmlns:a16="http://schemas.microsoft.com/office/drawing/2014/main" id="{CD005736-4228-4541-9830-748A037770AC}"/>
              </a:ext>
            </a:extLst>
          </p:cNvPr>
          <p:cNvSpPr>
            <a:spLocks noGrp="1"/>
          </p:cNvSpPr>
          <p:nvPr>
            <p:ph type="body" sz="quarter" idx="17" hasCustomPrompt="1"/>
          </p:nvPr>
        </p:nvSpPr>
        <p:spPr>
          <a:xfrm>
            <a:off x="557930" y="3886593"/>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sp>
        <p:nvSpPr>
          <p:cNvPr id="3" name="Picture Placeholder 2">
            <a:extLst>
              <a:ext uri="{FF2B5EF4-FFF2-40B4-BE49-F238E27FC236}">
                <a16:creationId xmlns:a16="http://schemas.microsoft.com/office/drawing/2014/main" id="{356871D9-AE12-49B5-A916-42628F61B8D9}"/>
              </a:ext>
            </a:extLst>
          </p:cNvPr>
          <p:cNvSpPr>
            <a:spLocks noGrp="1"/>
          </p:cNvSpPr>
          <p:nvPr>
            <p:ph type="pic" sz="quarter" idx="21" hasCustomPrompt="1"/>
          </p:nvPr>
        </p:nvSpPr>
        <p:spPr>
          <a:xfrm>
            <a:off x="549347" y="566377"/>
            <a:ext cx="1463421" cy="649224"/>
          </a:xfrm>
          <a:solidFill>
            <a:schemeClr val="bg2"/>
          </a:solidFill>
        </p:spPr>
        <p:txBody>
          <a:bodyPr anchor="ctr"/>
          <a:lstStyle>
            <a:lvl1pPr algn="ctr">
              <a:defRPr sz="1100"/>
            </a:lvl1pPr>
          </a:lstStyle>
          <a:p>
            <a:r>
              <a:rPr lang="en-US"/>
              <a:t>PARTNER LOGO</a:t>
            </a:r>
          </a:p>
        </p:txBody>
      </p:sp>
    </p:spTree>
    <p:extLst>
      <p:ext uri="{BB962C8B-B14F-4D97-AF65-F5344CB8AC3E}">
        <p14:creationId xmlns:p14="http://schemas.microsoft.com/office/powerpoint/2010/main" val="1666618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p:nvSpPr>
        <p:spPr>
          <a:xfrm>
            <a:off x="566887"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kern="1200">
                <a:solidFill>
                  <a:schemeClr val="accent6"/>
                </a:solidFill>
                <a:latin typeface="+mj-lt"/>
                <a:ea typeface="+mn-ea"/>
                <a:cs typeface="Arial" panose="020B0604020202020204" pitchFamily="34" charset="0"/>
              </a:rPr>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lnSpc>
                <a:spcPct val="100000"/>
              </a:lnSpc>
              <a:spcBef>
                <a:spcPts val="1800"/>
              </a:spcBef>
              <a:spcAft>
                <a:spcPts val="0"/>
              </a:spcAft>
              <a:defRPr sz="1800" b="1">
                <a:solidFill>
                  <a:schemeClr val="tx2"/>
                </a:solidFill>
                <a:latin typeface="CVS Health Sans" panose="020B0504020202020204" pitchFamily="34" charset="0"/>
              </a:defRPr>
            </a:lvl1pPr>
            <a:lvl2pPr marL="0" indent="0">
              <a:spcBef>
                <a:spcPts val="0"/>
              </a:spcBef>
              <a:spcAft>
                <a:spcPts val="0"/>
              </a:spcAft>
              <a:buNone/>
              <a:defRPr sz="1300">
                <a:solidFill>
                  <a:schemeClr val="tx2"/>
                </a:solidFill>
              </a:defRPr>
            </a:lvl2pPr>
            <a:lvl3pPr marL="177800" indent="-177800">
              <a:spcBef>
                <a:spcPts val="600"/>
              </a:spcBef>
              <a:buFont typeface="Arial" panose="020B0604020202020204" pitchFamily="34" charset="0"/>
              <a:buChar char="•"/>
              <a:defRPr sz="1300" baseline="0"/>
            </a:lvl3pPr>
            <a:lvl4pPr marL="342900" indent="-165100">
              <a:spcBef>
                <a:spcPts val="600"/>
              </a:spcBef>
              <a:buFont typeface="Arial" panose="020B0604020202020204" pitchFamily="34" charset="0"/>
              <a:buChar char="–"/>
              <a:defRPr sz="1300" baseline="0"/>
            </a:lvl4pPr>
            <a:lvl5pPr marL="520700" indent="-177800">
              <a:spcBef>
                <a:spcPts val="600"/>
              </a:spcBef>
              <a:buFont typeface="Arial" panose="020B0604020202020204" pitchFamily="34" charset="0"/>
              <a:buChar char="•"/>
              <a:defRPr sz="1300"/>
            </a:lvl5pPr>
            <a:lvl6pPr marL="685800" indent="-165100">
              <a:spcBef>
                <a:spcPts val="600"/>
              </a:spcBef>
              <a:buFont typeface="Arial" panose="020B0604020202020204" pitchFamily="34" charset="0"/>
              <a:buChar char="–"/>
              <a:defRPr sz="1300" baseline="0"/>
            </a:lvl6pPr>
            <a:lvl7pPr marL="863600" indent="-177800">
              <a:spcBef>
                <a:spcPts val="600"/>
              </a:spcBef>
              <a:buFont typeface="Arial" panose="020B0604020202020204" pitchFamily="34" charset="0"/>
              <a:buChar char="•"/>
              <a:defRPr sz="1300"/>
            </a:lvl7pPr>
            <a:lvl8pPr marL="1028700" indent="-165100">
              <a:spcBef>
                <a:spcPts val="600"/>
              </a:spcBef>
              <a:buFont typeface="Arial" panose="020B0604020202020204" pitchFamily="34" charset="0"/>
              <a:buChar char="–"/>
              <a:defRPr sz="1300"/>
            </a:lvl8pPr>
            <a:lvl9pPr marL="1206500" indent="-177800">
              <a:spcBef>
                <a:spcPts val="600"/>
              </a:spcBef>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00001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p:nvSpPr>
        <p:spPr>
          <a:xfrm>
            <a:off x="566887"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j-lt"/>
                <a:cs typeface="Arial" panose="020B0604020202020204" pitchFamily="34" charset="0"/>
              </a:rPr>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2" y="1756549"/>
            <a:ext cx="3914652" cy="3614737"/>
          </a:xfrm>
          <a:prstGeom prst="rect">
            <a:avLst/>
          </a:prstGeom>
        </p:spPr>
        <p:txBody>
          <a:bodyPr/>
          <a:lstStyle>
            <a:lvl1pPr>
              <a:lnSpc>
                <a:spcPct val="100000"/>
              </a:lnSpc>
              <a:spcBef>
                <a:spcPts val="1800"/>
              </a:spcBef>
              <a:spcAft>
                <a:spcPts val="1800"/>
              </a:spcAft>
              <a:defRPr sz="2000" b="1">
                <a:solidFill>
                  <a:schemeClr val="tx2"/>
                </a:solidFill>
                <a:latin typeface="CVS Health Sans" panose="020B0504020202020204" pitchFamily="34" charset="0"/>
              </a:defRPr>
            </a:lvl1pPr>
            <a:lvl2pPr marL="0" indent="0">
              <a:spcBef>
                <a:spcPts val="0"/>
              </a:spcBef>
              <a:spcAft>
                <a:spcPts val="300"/>
              </a:spcAft>
              <a:buNone/>
              <a:tabLst>
                <a:tab pos="568325" algn="r"/>
                <a:tab pos="1028700" algn="l"/>
              </a:tabLst>
              <a:defRPr sz="1300" b="1">
                <a:solidFill>
                  <a:schemeClr val="tx2"/>
                </a:solidFill>
                <a:latin typeface="CVS Health Sans" panose="020B0504020202020204" pitchFamily="34" charset="0"/>
              </a:defRPr>
            </a:lvl2pPr>
            <a:lvl3pPr marL="1028700" indent="0">
              <a:spcBef>
                <a:spcPts val="0"/>
              </a:spcBef>
              <a:spcAft>
                <a:spcPts val="1800"/>
              </a:spcAft>
              <a:buNone/>
              <a:defRPr sz="1300">
                <a:solidFill>
                  <a:schemeClr val="tx2"/>
                </a:solidFill>
                <a:latin typeface="CVS Health Sans" panose="020B0504020202020204" pitchFamily="34" charset="0"/>
              </a:defRPr>
            </a:lvl3pPr>
            <a:lvl4pPr marL="0" indent="0">
              <a:spcBef>
                <a:spcPts val="0"/>
              </a:spcBef>
              <a:spcAft>
                <a:spcPts val="900"/>
              </a:spcAft>
              <a:buNone/>
              <a:defRPr sz="1300" i="1">
                <a:solidFill>
                  <a:schemeClr val="tx2"/>
                </a:solidFill>
                <a:latin typeface="CVS Health Sans" panose="020B0504020202020204" pitchFamily="34" charset="0"/>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1" y="1756549"/>
            <a:ext cx="3912531" cy="3614737"/>
          </a:xfrm>
          <a:prstGeom prst="rect">
            <a:avLst/>
          </a:prstGeom>
        </p:spPr>
        <p:txBody>
          <a:bodyPr/>
          <a:lstStyle>
            <a:lvl1pPr>
              <a:lnSpc>
                <a:spcPct val="100000"/>
              </a:lnSpc>
              <a:spcBef>
                <a:spcPts val="1800"/>
              </a:spcBef>
              <a:spcAft>
                <a:spcPts val="1800"/>
              </a:spcAft>
              <a:defRPr sz="2000" b="1">
                <a:solidFill>
                  <a:schemeClr val="tx2"/>
                </a:solidFill>
                <a:latin typeface="CVS Health Sans" panose="020B0504020202020204" pitchFamily="34" charset="0"/>
              </a:defRPr>
            </a:lvl1pPr>
            <a:lvl2pPr marL="0" indent="0">
              <a:spcBef>
                <a:spcPts val="0"/>
              </a:spcBef>
              <a:spcAft>
                <a:spcPts val="300"/>
              </a:spcAft>
              <a:buNone/>
              <a:tabLst>
                <a:tab pos="568325" algn="r"/>
                <a:tab pos="1028700" algn="l"/>
              </a:tabLst>
              <a:defRPr sz="1300" b="1">
                <a:solidFill>
                  <a:schemeClr val="tx2"/>
                </a:solidFill>
                <a:latin typeface="CVS Health Sans" panose="020B0504020202020204" pitchFamily="34" charset="0"/>
              </a:defRPr>
            </a:lvl2pPr>
            <a:lvl3pPr marL="1028700" indent="0">
              <a:spcBef>
                <a:spcPts val="0"/>
              </a:spcBef>
              <a:spcAft>
                <a:spcPts val="1800"/>
              </a:spcAft>
              <a:buNone/>
              <a:defRPr sz="1300">
                <a:solidFill>
                  <a:schemeClr val="tx2"/>
                </a:solidFill>
                <a:latin typeface="CVS Health Sans" panose="020B0504020202020204" pitchFamily="34" charset="0"/>
              </a:defRPr>
            </a:lvl3pPr>
            <a:lvl4pPr marL="0" indent="0">
              <a:spcBef>
                <a:spcPts val="0"/>
              </a:spcBef>
              <a:spcAft>
                <a:spcPts val="900"/>
              </a:spcAft>
              <a:buNone/>
              <a:defRPr sz="1300" i="1">
                <a:solidFill>
                  <a:schemeClr val="tx2"/>
                </a:solidFill>
                <a:latin typeface="CVS Health Sans" panose="020B0504020202020204" pitchFamily="34" charset="0"/>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695791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p:nvSpPr>
        <p:spPr>
          <a:xfrm>
            <a:off x="1"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b="1">
                <a:solidFill>
                  <a:schemeClr val="bg1"/>
                </a:solidFill>
                <a:latin typeface="+mj-lt"/>
              </a:defRPr>
            </a:lvl1pPr>
          </a:lstStyle>
          <a:p>
            <a:r>
              <a:rPr lang="en-US"/>
              <a:t>Click to edit title for divider</a:t>
            </a:r>
          </a:p>
        </p:txBody>
      </p:sp>
    </p:spTree>
    <p:extLst>
      <p:ext uri="{BB962C8B-B14F-4D97-AF65-F5344CB8AC3E}">
        <p14:creationId xmlns:p14="http://schemas.microsoft.com/office/powerpoint/2010/main" val="15173789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4506965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p:nvSpPr>
        <p:spPr>
          <a:xfrm>
            <a:off x="1" y="6257926"/>
            <a:ext cx="12192000" cy="6000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accent2"/>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1701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867550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lnSpc>
                <a:spcPct val="100000"/>
              </a:lnSpc>
              <a:buClr>
                <a:schemeClr val="tx1"/>
              </a:buClr>
              <a:defRPr sz="1800" b="1" cap="none" baseline="0">
                <a:solidFill>
                  <a:schemeClr val="tx2"/>
                </a:solidFill>
                <a:latin typeface="+mn-lt"/>
              </a:defRPr>
            </a:lvl1pPr>
            <a:lvl2pPr marL="0" indent="0">
              <a:buClr>
                <a:schemeClr val="tx1"/>
              </a:buClr>
              <a:buNone/>
              <a:defRPr sz="1300" baseline="0">
                <a:solidFill>
                  <a:schemeClr val="tx2"/>
                </a:solidFill>
              </a:defRPr>
            </a:lvl2pPr>
            <a:lvl3pPr marL="171450" indent="-171450">
              <a:spcBef>
                <a:spcPts val="1200"/>
              </a:spcBef>
              <a:buClr>
                <a:schemeClr val="tx1"/>
              </a:buClr>
              <a:buFont typeface="Arial" panose="020B0604020202020204" pitchFamily="34" charset="0"/>
              <a:buChar char="•"/>
              <a:defRPr sz="1300" baseline="0">
                <a:solidFill>
                  <a:schemeClr val="tx2"/>
                </a:solidFill>
              </a:defRPr>
            </a:lvl3pPr>
            <a:lvl4pPr marL="342900" indent="-171450">
              <a:buClr>
                <a:schemeClr val="tx1"/>
              </a:buClr>
              <a:buFont typeface="Arial" panose="020B0604020202020204" pitchFamily="34" charset="0"/>
              <a:buChar char="–"/>
              <a:defRPr sz="1300" baseline="0">
                <a:solidFill>
                  <a:schemeClr val="tx2"/>
                </a:solidFill>
              </a:defRPr>
            </a:lvl4pPr>
            <a:lvl5pPr marL="515938" indent="-173038">
              <a:buClr>
                <a:schemeClr val="tx1"/>
              </a:buClr>
              <a:buFont typeface="Arial" panose="020B0604020202020204" pitchFamily="34" charset="0"/>
              <a:buChar char="•"/>
              <a:defRPr sz="1300">
                <a:solidFill>
                  <a:schemeClr val="tx2"/>
                </a:solidFill>
              </a:defRPr>
            </a:lvl5pPr>
            <a:lvl6pPr marL="687388"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571330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732547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856711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7590313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6150367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5" y="1752601"/>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3949644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3"/>
            <a:ext cx="7174286" cy="2975735"/>
          </a:xfrm>
        </p:spPr>
        <p:txBody>
          <a:bodyPr>
            <a:noAutofit/>
          </a:bodyPr>
          <a:lstStyle>
            <a:lvl1pPr>
              <a:defRPr>
                <a:solidFill>
                  <a:schemeClr val="tx2"/>
                </a:solidFill>
              </a:defRPr>
            </a:lvl1pPr>
          </a:lstStyle>
          <a:p>
            <a:pPr lvl="0"/>
            <a:r>
              <a:rPr lang="en-US"/>
              <a:t>Click to edit Master text styles</a:t>
            </a:r>
          </a:p>
        </p:txBody>
      </p:sp>
      <p:sp>
        <p:nvSpPr>
          <p:cNvPr id="13" name="Content Placeholder 2"/>
          <p:cNvSpPr>
            <a:spLocks noGrp="1"/>
          </p:cNvSpPr>
          <p:nvPr>
            <p:ph idx="1" hasCustomPrompt="1"/>
          </p:nvPr>
        </p:nvSpPr>
        <p:spPr bwMode="gray">
          <a:xfrm>
            <a:off x="557928" y="1767531"/>
            <a:ext cx="3439040" cy="297180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300" baseline="0">
                <a:solidFill>
                  <a:schemeClr val="tx2"/>
                </a:solidFill>
              </a:defRPr>
            </a:lvl3pPr>
            <a:lvl4pPr marL="342900" indent="-165100">
              <a:buClrTx/>
              <a:buFont typeface="Arial" panose="020B0604020202020204" pitchFamily="34" charset="0"/>
              <a:buChar char="–"/>
              <a:defRPr sz="1300">
                <a:solidFill>
                  <a:schemeClr val="tx2"/>
                </a:solidFill>
              </a:defRPr>
            </a:lvl4pPr>
            <a:lvl5pPr marL="515938" indent="-173038">
              <a:buClrTx/>
              <a:buFont typeface="Arial" panose="020B0604020202020204" pitchFamily="34" charset="0"/>
              <a:buChar char="•"/>
              <a:defRPr sz="1300">
                <a:solidFill>
                  <a:schemeClr val="tx2"/>
                </a:solidFill>
              </a:defRPr>
            </a:lvl5pPr>
            <a:lvl6pPr marL="687388" indent="-171450">
              <a:buClrTx/>
              <a:buFont typeface="Arial" panose="020B0604020202020204" pitchFamily="34" charset="0"/>
              <a:buChar char="–"/>
              <a:defRPr sz="1300">
                <a:solidFill>
                  <a:schemeClr val="tx2"/>
                </a:solidFill>
              </a:defRPr>
            </a:lvl6pPr>
            <a:lvl7pPr marL="860425" indent="-173038">
              <a:buClrTx/>
              <a:buFont typeface="Arial" panose="020B0604020202020204" pitchFamily="34" charset="0"/>
              <a:buChar char="•"/>
              <a:defRPr sz="1300"/>
            </a:lvl7pPr>
            <a:lvl8pPr marL="1031875" indent="-171450">
              <a:buClrTx/>
              <a:buFont typeface="Arial" panose="020B0604020202020204" pitchFamily="34" charset="0"/>
              <a:buChar char="–"/>
              <a:defRPr sz="1300"/>
            </a:lvl8pPr>
            <a:lvl9pPr marL="1203325" indent="-171450">
              <a:buClrTx/>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93752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139F72-CEC0-495F-8477-192D60A880E2}"/>
              </a:ext>
            </a:extLst>
          </p:cNvPr>
          <p:cNvSpPr/>
          <p:nvPr/>
        </p:nvSpPr>
        <p:spPr>
          <a:xfrm>
            <a:off x="609600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grpSp>
        <p:nvGrpSpPr>
          <p:cNvPr id="19" name="Group 18">
            <a:extLst>
              <a:ext uri="{FF2B5EF4-FFF2-40B4-BE49-F238E27FC236}">
                <a16:creationId xmlns:a16="http://schemas.microsoft.com/office/drawing/2014/main" id="{4FDE6AD5-F9DF-408C-8730-856FE7DF1ACB}"/>
              </a:ext>
            </a:extLst>
          </p:cNvPr>
          <p:cNvGrpSpPr>
            <a:grpSpLocks noChangeAspect="1"/>
          </p:cNvGrpSpPr>
          <p:nvPr/>
        </p:nvGrpSpPr>
        <p:grpSpPr>
          <a:xfrm>
            <a:off x="10355279" y="6373316"/>
            <a:ext cx="1279513" cy="157138"/>
            <a:chOff x="1011652" y="1504398"/>
            <a:chExt cx="10028238" cy="1231900"/>
          </a:xfrm>
          <a:solidFill>
            <a:schemeClr val="bg1"/>
          </a:solidFill>
        </p:grpSpPr>
        <p:sp>
          <p:nvSpPr>
            <p:cNvPr id="20"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1"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2"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3"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5"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15" name="Content Placeholder 3"/>
          <p:cNvSpPr>
            <a:spLocks noGrp="1"/>
          </p:cNvSpPr>
          <p:nvPr>
            <p:ph sz="half" idx="2" hasCustomPrompt="1"/>
          </p:nvPr>
        </p:nvSpPr>
        <p:spPr>
          <a:xfrm>
            <a:off x="1253474"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tx2"/>
                </a:solidFill>
                <a:latin typeface="+mn-lt"/>
              </a:defRPr>
            </a:lvl1pPr>
            <a:lvl2pPr marL="0" indent="0" algn="ctr">
              <a:spcBef>
                <a:spcPts val="1200"/>
              </a:spcBef>
              <a:buClrTx/>
              <a:buFontTx/>
              <a:buNone/>
              <a:defRPr sz="15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6" name="Content Placeholder 5"/>
          <p:cNvSpPr>
            <a:spLocks noGrp="1"/>
          </p:cNvSpPr>
          <p:nvPr>
            <p:ph sz="quarter" idx="4" hasCustomPrompt="1"/>
          </p:nvPr>
        </p:nvSpPr>
        <p:spPr>
          <a:xfrm>
            <a:off x="7380297"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bg1"/>
                </a:solidFill>
                <a:latin typeface="+mn-lt"/>
              </a:defRPr>
            </a:lvl1pPr>
            <a:lvl2pPr marL="0" indent="0" algn="ctr">
              <a:spcBef>
                <a:spcPts val="1200"/>
              </a:spcBef>
              <a:buClrTx/>
              <a:buFontTx/>
              <a:buNone/>
              <a:defRPr sz="1500">
                <a:solidFill>
                  <a:schemeClr val="bg1"/>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spTree>
    <p:extLst>
      <p:ext uri="{BB962C8B-B14F-4D97-AF65-F5344CB8AC3E}">
        <p14:creationId xmlns:p14="http://schemas.microsoft.com/office/powerpoint/2010/main" val="25116083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p:nvSpPr>
        <p:spPr>
          <a:xfrm>
            <a:off x="218718"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p:nvSpPr>
        <p:spPr>
          <a:xfrm>
            <a:off x="4062895" y="0"/>
            <a:ext cx="405815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p:nvSpPr>
        <p:spPr>
          <a:xfrm>
            <a:off x="8121046" y="0"/>
            <a:ext cx="40709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6" name="Group 5">
            <a:extLst>
              <a:ext uri="{FF2B5EF4-FFF2-40B4-BE49-F238E27FC236}">
                <a16:creationId xmlns:a16="http://schemas.microsoft.com/office/drawing/2014/main" id="{4FDE6AD5-F9DF-408C-8730-856FE7DF1ACB}"/>
              </a:ext>
            </a:extLst>
          </p:cNvPr>
          <p:cNvGrpSpPr>
            <a:grpSpLocks noChangeAspect="1"/>
          </p:cNvGrpSpPr>
          <p:nvPr/>
        </p:nvGrpSpPr>
        <p:grpSpPr>
          <a:xfrm>
            <a:off x="10355279" y="6373316"/>
            <a:ext cx="1279513" cy="157138"/>
            <a:chOff x="1011652" y="1504398"/>
            <a:chExt cx="10028238" cy="1231900"/>
          </a:xfrm>
          <a:solidFill>
            <a:schemeClr val="bg1"/>
          </a:solidFill>
        </p:grpSpPr>
        <p:sp>
          <p:nvSpPr>
            <p:cNvPr id="7"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8" name="Content Placeholder 8">
            <a:extLst>
              <a:ext uri="{FF2B5EF4-FFF2-40B4-BE49-F238E27FC236}">
                <a16:creationId xmlns:a16="http://schemas.microsoft.com/office/drawing/2014/main" id="{80785A3E-DA24-410F-9CAE-7070C42B58B4}"/>
              </a:ext>
            </a:extLst>
          </p:cNvPr>
          <p:cNvSpPr txBox="1">
            <a:spLocks/>
          </p:cNvSpPr>
          <p:nvPr/>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9" name="Content Placeholder 8">
            <a:extLst>
              <a:ext uri="{FF2B5EF4-FFF2-40B4-BE49-F238E27FC236}">
                <a16:creationId xmlns:a16="http://schemas.microsoft.com/office/drawing/2014/main" id="{62BE1DE7-64C2-4B16-AD38-1C91E86AECEB}"/>
              </a:ext>
            </a:extLst>
          </p:cNvPr>
          <p:cNvSpPr txBox="1">
            <a:spLocks/>
          </p:cNvSpPr>
          <p:nvPr/>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©2020 CVS Health and/or one of its affiliates. Confidential and proprietary.</a:t>
            </a:r>
          </a:p>
        </p:txBody>
      </p:sp>
      <p:sp>
        <p:nvSpPr>
          <p:cNvPr id="17" name="Content Placeholder 2"/>
          <p:cNvSpPr>
            <a:spLocks noGrp="1"/>
          </p:cNvSpPr>
          <p:nvPr>
            <p:ph sz="half" idx="1" hasCustomPrompt="1"/>
          </p:nvPr>
        </p:nvSpPr>
        <p:spPr bwMode="gray">
          <a:xfrm>
            <a:off x="846991" y="3148862"/>
            <a:ext cx="2368913" cy="2592183"/>
          </a:xfrm>
        </p:spPr>
        <p:txBody>
          <a:bodyPr vert="horz" lIns="0" tIns="0" rIns="0" bIns="0" rtlCol="0">
            <a:noAutofit/>
          </a:bodyPr>
          <a:lstStyle>
            <a:lvl1pPr algn="ctr">
              <a:lnSpc>
                <a:spcPct val="100000"/>
              </a:lnSpc>
              <a:buClrTx/>
              <a:defRPr lang="en-US" sz="1800" b="1" cap="none" baseline="0" dirty="0" smtClean="0">
                <a:solidFill>
                  <a:schemeClr val="tx2"/>
                </a:solidFill>
                <a:latin typeface="+mn-lt"/>
              </a:defRPr>
            </a:lvl1pPr>
            <a:lvl2pPr marL="0" indent="0" algn="ctr">
              <a:buClrTx/>
              <a:buFontTx/>
              <a:buNone/>
              <a:defRPr lang="en-US" sz="1500" dirty="0" smtClean="0">
                <a:solidFill>
                  <a:schemeClr val="tx2"/>
                </a:solidFill>
              </a:defRPr>
            </a:lvl2pPr>
            <a:lvl3pPr marL="171450" indent="0">
              <a:buClrTx/>
              <a:buFont typeface="Arial" panose="020B0604020202020204" pitchFamily="34" charset="0"/>
              <a:buNone/>
              <a:defRPr lang="en-US" sz="1600" dirty="0" smtClean="0">
                <a:solidFill>
                  <a:schemeClr val="tx2"/>
                </a:solidFill>
              </a:defRPr>
            </a:lvl3pPr>
            <a:lvl4pPr>
              <a:buClrTx/>
              <a:defRPr lang="en-US" sz="1600" dirty="0" smtClean="0">
                <a:solidFill>
                  <a:schemeClr val="tx2"/>
                </a:solidFill>
              </a:defRPr>
            </a:lvl4pPr>
            <a:lvl5pPr>
              <a:buClrTx/>
              <a:defRPr lang="en-US" sz="1600" dirty="0">
                <a:solidFill>
                  <a:schemeClr val="tx2"/>
                </a:solidFill>
              </a:defRPr>
            </a:lvl5pPr>
            <a:lvl6pPr>
              <a:buClrTx/>
              <a:defRPr sz="1600"/>
            </a:lvl6pPr>
            <a:lvl7pPr>
              <a:buClrTx/>
              <a:defRPr sz="1600"/>
            </a:lvl7pPr>
            <a:lvl8pPr>
              <a:buClrTx/>
              <a:defRPr sz="1600"/>
            </a:lvl8pPr>
            <a:lvl9pPr>
              <a:defRPr sz="1600"/>
            </a:lvl9pPr>
          </a:lstStyle>
          <a:p>
            <a:pPr lvl="0"/>
            <a:r>
              <a:rPr lang="en-US"/>
              <a:t>Header</a:t>
            </a:r>
          </a:p>
          <a:p>
            <a:pPr lvl="1"/>
            <a:r>
              <a:rPr lang="en-US"/>
              <a:t>First-level</a:t>
            </a:r>
          </a:p>
        </p:txBody>
      </p:sp>
      <p:sp>
        <p:nvSpPr>
          <p:cNvPr id="18" name="Content Placeholder 3"/>
          <p:cNvSpPr>
            <a:spLocks noGrp="1"/>
          </p:cNvSpPr>
          <p:nvPr>
            <p:ph sz="half" idx="2" hasCustomPrompt="1"/>
          </p:nvPr>
        </p:nvSpPr>
        <p:spPr bwMode="gray">
          <a:xfrm>
            <a:off x="4907514" y="3148862"/>
            <a:ext cx="2368913" cy="2592183"/>
          </a:xfrm>
        </p:spPr>
        <p:txBody>
          <a:bodyPr vert="horz" lIns="0" tIns="0" rIns="0" bIns="0" rtlCol="0">
            <a:noAutofit/>
          </a:bodyPr>
          <a:lstStyle>
            <a:lvl1pPr algn="ctr">
              <a:lnSpc>
                <a:spcPct val="100000"/>
              </a:lnSpc>
              <a:buClrTx/>
              <a:defRPr lang="en-US" sz="1800" b="1" kern="1200" cap="none" baseline="0" dirty="0">
                <a:solidFill>
                  <a:schemeClr val="tx2"/>
                </a:solidFill>
                <a:latin typeface="+mn-lt"/>
                <a:ea typeface="+mn-ea"/>
                <a:cs typeface="+mn-cs"/>
              </a:defRPr>
            </a:lvl1pPr>
            <a:lvl2pPr marL="0" indent="0" algn="ctr">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19" name="Content Placeholder 3"/>
          <p:cNvSpPr>
            <a:spLocks noGrp="1"/>
          </p:cNvSpPr>
          <p:nvPr>
            <p:ph sz="half" idx="18" hasCustomPrompt="1"/>
          </p:nvPr>
        </p:nvSpPr>
        <p:spPr bwMode="gray">
          <a:xfrm>
            <a:off x="8972065" y="3148862"/>
            <a:ext cx="2368913" cy="2592183"/>
          </a:xfrm>
        </p:spPr>
        <p:txBody>
          <a:bodyPr vert="horz" lIns="0" tIns="0" rIns="0" bIns="0" rtlCol="0">
            <a:noAutofit/>
          </a:bodyPr>
          <a:lstStyle>
            <a:lvl1pPr algn="ctr">
              <a:lnSpc>
                <a:spcPct val="100000"/>
              </a:lnSpc>
              <a:buClrTx/>
              <a:defRPr lang="en-US" sz="1800" b="1" cap="none" baseline="0" dirty="0" smtClean="0">
                <a:solidFill>
                  <a:schemeClr val="bg1"/>
                </a:solidFill>
                <a:latin typeface="+mn-lt"/>
              </a:defRPr>
            </a:lvl1pPr>
            <a:lvl2pPr marL="0" indent="0" algn="ctr">
              <a:buClrTx/>
              <a:buFontTx/>
              <a:buNone/>
              <a:defRPr lang="en-US" sz="1500" dirty="0" smtClean="0">
                <a:solidFill>
                  <a:schemeClr val="bg1"/>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Tree>
    <p:extLst>
      <p:ext uri="{BB962C8B-B14F-4D97-AF65-F5344CB8AC3E}">
        <p14:creationId xmlns:p14="http://schemas.microsoft.com/office/powerpoint/2010/main" val="23857296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382887427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and image lef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3702879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and Infographic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139F72-CEC0-495F-8477-192D60A880E2}"/>
              </a:ext>
            </a:extLst>
          </p:cNvPr>
          <p:cNvSpPr/>
          <p:nvPr/>
        </p:nvSpPr>
        <p:spPr>
          <a:xfrm>
            <a:off x="609600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9" name="Group 8">
            <a:extLst>
              <a:ext uri="{FF2B5EF4-FFF2-40B4-BE49-F238E27FC236}">
                <a16:creationId xmlns:a16="http://schemas.microsoft.com/office/drawing/2014/main" id="{C4BCE3BF-19DE-4243-9ED2-5FA21553C1FA}"/>
              </a:ext>
            </a:extLst>
          </p:cNvPr>
          <p:cNvGrpSpPr>
            <a:grpSpLocks noChangeAspect="1"/>
          </p:cNvGrpSpPr>
          <p:nvPr/>
        </p:nvGrpSpPr>
        <p:grpSpPr>
          <a:xfrm>
            <a:off x="10355279" y="6373316"/>
            <a:ext cx="1279513" cy="157138"/>
            <a:chOff x="1011652" y="1504398"/>
            <a:chExt cx="10028238" cy="1231900"/>
          </a:xfrm>
          <a:solidFill>
            <a:schemeClr val="bg1"/>
          </a:solidFill>
        </p:grpSpPr>
        <p:sp>
          <p:nvSpPr>
            <p:cNvPr id="10" name="Freeform 4">
              <a:extLst>
                <a:ext uri="{FF2B5EF4-FFF2-40B4-BE49-F238E27FC236}">
                  <a16:creationId xmlns:a16="http://schemas.microsoft.com/office/drawing/2014/main" id="{4FAD22A7-02FD-47B7-B56B-F83C1B41E59F}"/>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5">
              <a:extLst>
                <a:ext uri="{FF2B5EF4-FFF2-40B4-BE49-F238E27FC236}">
                  <a16:creationId xmlns:a16="http://schemas.microsoft.com/office/drawing/2014/main" id="{E5501FD2-6558-4D19-84E8-1DAF689AB5F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6">
              <a:extLst>
                <a:ext uri="{FF2B5EF4-FFF2-40B4-BE49-F238E27FC236}">
                  <a16:creationId xmlns:a16="http://schemas.microsoft.com/office/drawing/2014/main" id="{56C71C9D-3B12-4743-ABB3-3300A6D7C2AE}"/>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7">
              <a:extLst>
                <a:ext uri="{FF2B5EF4-FFF2-40B4-BE49-F238E27FC236}">
                  <a16:creationId xmlns:a16="http://schemas.microsoft.com/office/drawing/2014/main" id="{7C9731B0-F7F6-409F-971D-705E83BF30BE}"/>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8">
              <a:extLst>
                <a:ext uri="{FF2B5EF4-FFF2-40B4-BE49-F238E27FC236}">
                  <a16:creationId xmlns:a16="http://schemas.microsoft.com/office/drawing/2014/main" id="{D982D7F3-8E67-4A4F-91EE-C8AA3BB44D70}"/>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5" name="Freeform 10">
              <a:extLst>
                <a:ext uri="{FF2B5EF4-FFF2-40B4-BE49-F238E27FC236}">
                  <a16:creationId xmlns:a16="http://schemas.microsoft.com/office/drawing/2014/main" id="{37B8E154-46D5-4920-86B2-1F96A57FEDC1}"/>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7989814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p:nvSpPr>
        <p:spPr>
          <a:xfrm>
            <a:off x="-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0" name="Content Placeholder 8">
            <a:extLst>
              <a:ext uri="{FF2B5EF4-FFF2-40B4-BE49-F238E27FC236}">
                <a16:creationId xmlns:a16="http://schemas.microsoft.com/office/drawing/2014/main" id="{935A177A-64AC-49B1-9D97-25A4DB841CAD}"/>
              </a:ext>
            </a:extLst>
          </p:cNvPr>
          <p:cNvSpPr txBox="1">
            <a:spLocks/>
          </p:cNvSpPr>
          <p:nvPr/>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©2020 CVS Health and/or one of its affiliates. Confidential and proprietary.</a:t>
            </a:r>
          </a:p>
        </p:txBody>
      </p:sp>
    </p:spTree>
    <p:extLst>
      <p:ext uri="{BB962C8B-B14F-4D97-AF65-F5344CB8AC3E}">
        <p14:creationId xmlns:p14="http://schemas.microsoft.com/office/powerpoint/2010/main" val="14974763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or high impact with image">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557929" y="1764792"/>
            <a:ext cx="4435995" cy="1463040"/>
          </a:xfrm>
        </p:spPr>
        <p:txBody>
          <a:bodyPr rIns="0"/>
          <a:lstStyle>
            <a:lvl1pPr>
              <a:lnSpc>
                <a:spcPct val="95000"/>
              </a:lnSpc>
              <a:defRPr>
                <a:solidFill>
                  <a:schemeClr val="tx2"/>
                </a:solidFill>
              </a:defRPr>
            </a:lvl1pPr>
          </a:lstStyle>
          <a:p>
            <a:r>
              <a:rPr lang="en-US"/>
              <a:t>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557929" y="3590383"/>
            <a:ext cx="4573191" cy="161925"/>
          </a:xfrm>
          <a:prstGeom prst="rect">
            <a:avLst/>
          </a:prstGeom>
          <a:noFill/>
        </p:spPr>
        <p:txBody>
          <a:bodyPr>
            <a:noAutofit/>
          </a:bodyPr>
          <a:lstStyle>
            <a:lvl1pPr>
              <a:defRPr sz="13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34596814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8"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3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21360613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or high impact 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139F72-CEC0-495F-8477-192D60A880E2}"/>
              </a:ext>
            </a:extLst>
          </p:cNvPr>
          <p:cNvSpPr/>
          <p:nvPr/>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5" name="Content Placeholder 8">
            <a:extLst>
              <a:ext uri="{FF2B5EF4-FFF2-40B4-BE49-F238E27FC236}">
                <a16:creationId xmlns:a16="http://schemas.microsoft.com/office/drawing/2014/main" id="{935A177A-64AC-49B1-9D97-25A4DB841CAD}"/>
              </a:ext>
            </a:extLst>
          </p:cNvPr>
          <p:cNvSpPr txBox="1">
            <a:spLocks/>
          </p:cNvSpPr>
          <p:nvPr/>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6" name="Content Placeholder 8">
            <a:extLst>
              <a:ext uri="{FF2B5EF4-FFF2-40B4-BE49-F238E27FC236}">
                <a16:creationId xmlns:a16="http://schemas.microsoft.com/office/drawing/2014/main" id="{F35D44D1-CF2C-4331-B380-083F7ABF73CB}"/>
              </a:ext>
            </a:extLst>
          </p:cNvPr>
          <p:cNvSpPr txBox="1">
            <a:spLocks/>
          </p:cNvSpPr>
          <p:nvPr/>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©2020 CVS Health and/or one of its affiliates. Confidential and proprietary.</a:t>
            </a:r>
          </a:p>
        </p:txBody>
      </p:sp>
      <p:grpSp>
        <p:nvGrpSpPr>
          <p:cNvPr id="8" name="Group 7">
            <a:extLst>
              <a:ext uri="{FF2B5EF4-FFF2-40B4-BE49-F238E27FC236}">
                <a16:creationId xmlns:a16="http://schemas.microsoft.com/office/drawing/2014/main" id="{4FDE6AD5-F9DF-408C-8730-856FE7DF1ACB}"/>
              </a:ext>
            </a:extLst>
          </p:cNvPr>
          <p:cNvGrpSpPr>
            <a:grpSpLocks noChangeAspect="1"/>
          </p:cNvGrpSpPr>
          <p:nvPr/>
        </p:nvGrpSpPr>
        <p:grpSpPr>
          <a:xfrm>
            <a:off x="10355279" y="6373316"/>
            <a:ext cx="1279513" cy="157138"/>
            <a:chOff x="1011652" y="1504398"/>
            <a:chExt cx="10028238" cy="1231900"/>
          </a:xfrm>
          <a:solidFill>
            <a:schemeClr val="bg1"/>
          </a:solidFill>
        </p:grpSpPr>
        <p:sp>
          <p:nvSpPr>
            <p:cNvPr id="9"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2512868" y="2180108"/>
            <a:ext cx="7170763" cy="1463040"/>
          </a:xfrm>
        </p:spPr>
        <p:txBody>
          <a:bodyPr rIns="0"/>
          <a:lstStyle>
            <a:lvl1pPr>
              <a:defRPr>
                <a:solidFill>
                  <a:schemeClr val="bg1"/>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300" cap="all" baseline="0">
                <a:solidFill>
                  <a:schemeClr val="bg1"/>
                </a:solidFill>
              </a:defRPr>
            </a:lvl1pPr>
          </a:lstStyle>
          <a:p>
            <a:pPr lvl="0"/>
            <a:r>
              <a:rPr lang="en-US"/>
              <a:t>click to add AUTHOR</a:t>
            </a:r>
          </a:p>
        </p:txBody>
      </p:sp>
    </p:spTree>
    <p:extLst>
      <p:ext uri="{BB962C8B-B14F-4D97-AF65-F5344CB8AC3E}">
        <p14:creationId xmlns:p14="http://schemas.microsoft.com/office/powerpoint/2010/main" val="17385093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ext steps">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p:nvSpPr>
        <p:spPr>
          <a:xfrm>
            <a:off x="533034"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kern="1200">
                <a:solidFill>
                  <a:schemeClr val="accent6"/>
                </a:solidFill>
                <a:latin typeface="+mj-lt"/>
                <a:ea typeface="+mn-ea"/>
                <a:cs typeface="Arial" panose="020B0604020202020204" pitchFamily="34" charset="0"/>
              </a:rPr>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8" y="2110424"/>
            <a:ext cx="2506109" cy="3630620"/>
          </a:xfrm>
        </p:spPr>
        <p:txBody>
          <a:bodyPr vert="horz" lIns="0" tIns="0" rIns="0" bIns="0" rtlCol="0">
            <a:noAutofit/>
          </a:bodyPr>
          <a:lstStyle>
            <a:lvl1pPr algn="ctr">
              <a:lnSpc>
                <a:spcPct val="105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23104655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p:nvSpPr>
        <p:spPr>
          <a:xfrm>
            <a:off x="534939" y="416158"/>
            <a:ext cx="4089993" cy="710619"/>
          </a:xfrm>
          <a:prstGeom prst="rect">
            <a:avLst/>
          </a:prstGeom>
          <a:noFill/>
        </p:spPr>
        <p:txBody>
          <a:bodyPr wrap="square" lIns="0" tIns="0" rIns="0" bIns="0" rtlCol="0">
            <a:noAutofit/>
          </a:bodyPr>
          <a:lstStyle/>
          <a:p>
            <a:pPr marL="0" marR="0" indent="0" algn="l" defTabSz="456758" rtl="0" eaLnBrk="1" fontAlgn="base" latinLnBrk="0" hangingPunct="1">
              <a:lnSpc>
                <a:spcPct val="100000"/>
              </a:lnSpc>
              <a:spcBef>
                <a:spcPts val="1200"/>
              </a:spcBef>
              <a:spcAft>
                <a:spcPts val="0"/>
              </a:spcAft>
              <a:buClrTx/>
              <a:buSzTx/>
              <a:buFontTx/>
              <a:buNone/>
              <a:tabLst/>
            </a:pPr>
            <a:r>
              <a:rPr lang="en-US" sz="4800" b="1" kern="1200">
                <a:solidFill>
                  <a:schemeClr val="accent6"/>
                </a:solidFill>
                <a:latin typeface="+mj-lt"/>
                <a:ea typeface="+mn-ea"/>
                <a:cs typeface="Arial" panose="020B0604020202020204" pitchFamily="34" charset="0"/>
              </a:rPr>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957267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24488880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re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139F72-CEC0-495F-8477-192D60A880E2}"/>
              </a:ext>
            </a:extLst>
          </p:cNvPr>
          <p:cNvSpPr/>
          <p:nvPr/>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Content Placeholder 8">
            <a:extLst>
              <a:ext uri="{FF2B5EF4-FFF2-40B4-BE49-F238E27FC236}">
                <a16:creationId xmlns:a16="http://schemas.microsoft.com/office/drawing/2014/main" id="{935A177A-64AC-49B1-9D97-25A4DB841CAD}"/>
              </a:ext>
            </a:extLst>
          </p:cNvPr>
          <p:cNvSpPr txBox="1">
            <a:spLocks/>
          </p:cNvSpPr>
          <p:nvPr/>
        </p:nvSpPr>
        <p:spPr>
          <a:xfrm>
            <a:off x="557930"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4" name="Content Placeholder 8">
            <a:extLst>
              <a:ext uri="{FF2B5EF4-FFF2-40B4-BE49-F238E27FC236}">
                <a16:creationId xmlns:a16="http://schemas.microsoft.com/office/drawing/2014/main" id="{F35D44D1-CF2C-4331-B380-083F7ABF73CB}"/>
              </a:ext>
            </a:extLst>
          </p:cNvPr>
          <p:cNvSpPr txBox="1">
            <a:spLocks/>
          </p:cNvSpPr>
          <p:nvPr/>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©2020 CVS Health and/or one of its affiliates. Confidential and proprietary.</a:t>
            </a:r>
          </a:p>
        </p:txBody>
      </p:sp>
      <p:grpSp>
        <p:nvGrpSpPr>
          <p:cNvPr id="5" name="Group 4">
            <a:extLst>
              <a:ext uri="{FF2B5EF4-FFF2-40B4-BE49-F238E27FC236}">
                <a16:creationId xmlns:a16="http://schemas.microsoft.com/office/drawing/2014/main" id="{4FDE6AD5-F9DF-408C-8730-856FE7DF1ACB}"/>
              </a:ext>
            </a:extLst>
          </p:cNvPr>
          <p:cNvGrpSpPr>
            <a:grpSpLocks noChangeAspect="1"/>
          </p:cNvGrpSpPr>
          <p:nvPr/>
        </p:nvGrpSpPr>
        <p:grpSpPr>
          <a:xfrm>
            <a:off x="10355279" y="6373316"/>
            <a:ext cx="1279513" cy="157138"/>
            <a:chOff x="1011652" y="1504398"/>
            <a:chExt cx="10028238" cy="1231900"/>
          </a:xfrm>
          <a:solidFill>
            <a:schemeClr val="bg1"/>
          </a:solidFill>
        </p:grpSpPr>
        <p:sp>
          <p:nvSpPr>
            <p:cNvPr id="6"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7"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p:txBody>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1036145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4691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2" name="TextBox 1"/>
          <p:cNvSpPr txBox="1"/>
          <p:nvPr/>
        </p:nvSpPr>
        <p:spPr>
          <a:xfrm>
            <a:off x="3813933" y="2941079"/>
            <a:ext cx="4564136" cy="830997"/>
          </a:xfrm>
          <a:prstGeom prst="rect">
            <a:avLst/>
          </a:prstGeom>
          <a:noFill/>
        </p:spPr>
        <p:txBody>
          <a:bodyPr wrap="square" lIns="0" tIns="0" rIns="0" bIns="0" rtlCol="0" anchor="ctr">
            <a:spAutoFit/>
          </a:bodyPr>
          <a:lstStyle/>
          <a:p>
            <a:pPr algn="ctr"/>
            <a:r>
              <a:rPr lang="en-US" sz="5400" b="1">
                <a:solidFill>
                  <a:schemeClr val="accent2"/>
                </a:solidFill>
                <a:latin typeface="+mj-lt"/>
              </a:rPr>
              <a:t>Thank you</a:t>
            </a:r>
          </a:p>
        </p:txBody>
      </p:sp>
    </p:spTree>
    <p:extLst>
      <p:ext uri="{BB962C8B-B14F-4D97-AF65-F5344CB8AC3E}">
        <p14:creationId xmlns:p14="http://schemas.microsoft.com/office/powerpoint/2010/main" val="42364938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4" name="Text Placeholder 8"/>
          <p:cNvSpPr>
            <a:spLocks noGrp="1"/>
          </p:cNvSpPr>
          <p:nvPr>
            <p:ph type="body" sz="quarter" idx="18" hasCustomPrompt="1"/>
          </p:nvPr>
        </p:nvSpPr>
        <p:spPr>
          <a:xfrm>
            <a:off x="845172" y="1196075"/>
            <a:ext cx="3069479" cy="1444752"/>
          </a:xfrm>
        </p:spPr>
        <p:txBody>
          <a:bodyPr/>
          <a:lstStyle>
            <a:lvl1pPr marL="0" marR="0" indent="0" algn="l" defTabSz="456758" rtl="0" eaLnBrk="1" fontAlgn="base" latinLnBrk="0" hangingPunct="1">
              <a:lnSpc>
                <a:spcPct val="90000"/>
              </a:lnSpc>
              <a:spcBef>
                <a:spcPts val="1200"/>
              </a:spcBef>
              <a:spcAft>
                <a:spcPts val="0"/>
              </a:spcAft>
              <a:buClrTx/>
              <a:buSzTx/>
              <a:buFontTx/>
              <a:buNone/>
              <a:tabLst/>
              <a:defRPr lang="en-US" sz="4800" b="1" kern="1200" dirty="0">
                <a:solidFill>
                  <a:schemeClr val="bg1"/>
                </a:solidFill>
                <a:latin typeface="+mj-lt"/>
                <a:ea typeface="+mn-ea"/>
                <a:cs typeface="Arial" panose="020B0604020202020204" pitchFamily="34" charset="0"/>
              </a:defRPr>
            </a:lvl1pPr>
          </a:lstStyle>
          <a:p>
            <a:pPr lvl="0"/>
            <a:r>
              <a:rPr lang="en-US"/>
              <a:t>Closing slide</a:t>
            </a:r>
          </a:p>
        </p:txBody>
      </p:sp>
    </p:spTree>
    <p:extLst>
      <p:ext uri="{BB962C8B-B14F-4D97-AF65-F5344CB8AC3E}">
        <p14:creationId xmlns:p14="http://schemas.microsoft.com/office/powerpoint/2010/main" val="23744547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VS logo on white">
    <p:spTree>
      <p:nvGrpSpPr>
        <p:cNvPr id="1" name=""/>
        <p:cNvGrpSpPr/>
        <p:nvPr/>
      </p:nvGrpSpPr>
      <p:grpSpPr>
        <a:xfrm>
          <a:off x="0" y="0"/>
          <a:ext cx="0" cy="0"/>
          <a:chOff x="0" y="0"/>
          <a:chExt cx="0" cy="0"/>
        </a:xfrm>
      </p:grpSpPr>
      <p:grpSp>
        <p:nvGrpSpPr>
          <p:cNvPr id="2" name="Group 1"/>
          <p:cNvGrpSpPr/>
          <p:nvPr/>
        </p:nvGrpSpPr>
        <p:grpSpPr>
          <a:xfrm>
            <a:off x="2826318" y="3027447"/>
            <a:ext cx="6539366" cy="803106"/>
            <a:chOff x="2825581" y="3027447"/>
            <a:chExt cx="6537663" cy="803106"/>
          </a:xfrm>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6023520" y="3050215"/>
              <a:ext cx="3134808" cy="775163"/>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5280439" y="3027447"/>
              <a:ext cx="671671" cy="803106"/>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3879141" y="3027447"/>
              <a:ext cx="748256" cy="803106"/>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4575651" y="3050215"/>
              <a:ext cx="746186" cy="758604"/>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2825581" y="3027447"/>
              <a:ext cx="978011" cy="803106"/>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9211109" y="3657720"/>
              <a:ext cx="152135" cy="156275"/>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grpSp>
      <p:sp>
        <p:nvSpPr>
          <p:cNvPr id="11" name="Rectangle 10">
            <a:extLst>
              <a:ext uri="{FF2B5EF4-FFF2-40B4-BE49-F238E27FC236}">
                <a16:creationId xmlns:a16="http://schemas.microsoft.com/office/drawing/2014/main" id="{E1268719-E45D-4DB9-A5CE-3920E9240B44}"/>
              </a:ext>
            </a:extLst>
          </p:cNvPr>
          <p:cNvSpPr/>
          <p:nvPr/>
        </p:nvSpPr>
        <p:spPr>
          <a:xfrm>
            <a:off x="1" y="5779008"/>
            <a:ext cx="12192000"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Tree>
    <p:extLst>
      <p:ext uri="{BB962C8B-B14F-4D97-AF65-F5344CB8AC3E}">
        <p14:creationId xmlns:p14="http://schemas.microsoft.com/office/powerpoint/2010/main" val="38884369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4" name="Group 3">
            <a:extLst>
              <a:ext uri="{FF2B5EF4-FFF2-40B4-BE49-F238E27FC236}">
                <a16:creationId xmlns:a16="http://schemas.microsoft.com/office/drawing/2014/main" id="{40949C91-C34A-48C0-97AF-F55ED1D82DFF}"/>
              </a:ext>
            </a:extLst>
          </p:cNvPr>
          <p:cNvGrpSpPr>
            <a:grpSpLocks noChangeAspect="1"/>
          </p:cNvGrpSpPr>
          <p:nvPr/>
        </p:nvGrpSpPr>
        <p:grpSpPr>
          <a:xfrm>
            <a:off x="2826318" y="3027447"/>
            <a:ext cx="6539366" cy="803106"/>
            <a:chOff x="1011652" y="1504398"/>
            <a:chExt cx="10028238" cy="1231900"/>
          </a:xfrm>
          <a:solidFill>
            <a:schemeClr val="bg1"/>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4560849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600">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1" y="960557"/>
            <a:ext cx="11188701" cy="757255"/>
          </a:xfrm>
          <a:prstGeom prst="rect">
            <a:avLst/>
          </a:prstGeom>
        </p:spPr>
        <p:txBody>
          <a:bodyPr lIns="0" tIns="0" rIns="0" bIns="0">
            <a:noAutofit/>
          </a:bodyPr>
          <a:lstStyle>
            <a:lvl1pPr marL="0" indent="0">
              <a:buNone/>
              <a:defRPr sz="18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10671020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4" name="Group 3"/>
          <p:cNvGrpSpPr/>
          <p:nvPr userDrawn="1"/>
        </p:nvGrpSpPr>
        <p:grpSpPr>
          <a:xfrm>
            <a:off x="557929" y="429544"/>
            <a:ext cx="2872536" cy="352779"/>
            <a:chOff x="557784" y="429541"/>
            <a:chExt cx="2871788" cy="352779"/>
          </a:xfrm>
        </p:grpSpPr>
        <p:sp>
          <p:nvSpPr>
            <p:cNvPr id="14"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5"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5169" y="1016181"/>
            <a:ext cx="5222470" cy="4340047"/>
          </a:xfrm>
          <a:prstGeom prst="rect">
            <a:avLst/>
          </a:prstGeom>
        </p:spPr>
      </p:pic>
      <p:sp>
        <p:nvSpPr>
          <p:cNvPr id="22" name="Text Placeholder 4"/>
          <p:cNvSpPr>
            <a:spLocks noGrp="1"/>
          </p:cNvSpPr>
          <p:nvPr>
            <p:ph type="body" sz="quarter" idx="16" hasCustomPrompt="1"/>
          </p:nvPr>
        </p:nvSpPr>
        <p:spPr>
          <a:xfrm>
            <a:off x="557931" y="4379002"/>
            <a:ext cx="3582950" cy="1262324"/>
          </a:xfrm>
        </p:spPr>
        <p:txBody>
          <a:bodyPr/>
          <a:lstStyle>
            <a:lvl1pPr>
              <a:defRPr sz="1600" b="1">
                <a:solidFill>
                  <a:schemeClr val="tx2"/>
                </a:solidFill>
              </a:defRPr>
            </a:lvl1pPr>
            <a:lvl2pPr marL="0" indent="0">
              <a:spcBef>
                <a:spcPts val="0"/>
              </a:spcBef>
              <a:spcAft>
                <a:spcPts val="2399"/>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4803029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4"/>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6" hasCustomPrompt="1"/>
          </p:nvPr>
        </p:nvSpPr>
        <p:spPr>
          <a:xfrm>
            <a:off x="557931" y="4379002"/>
            <a:ext cx="3582950" cy="1262324"/>
          </a:xfrm>
        </p:spPr>
        <p:txBody>
          <a:bodyPr/>
          <a:lstStyle>
            <a:lvl1pPr>
              <a:defRPr sz="1600" b="1">
                <a:solidFill>
                  <a:schemeClr val="tx2"/>
                </a:solidFill>
              </a:defRPr>
            </a:lvl1pPr>
            <a:lvl2pPr marL="0" indent="0">
              <a:spcBef>
                <a:spcPts val="0"/>
              </a:spcBef>
              <a:spcAft>
                <a:spcPts val="2399"/>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17772913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0C07AEF2-95F8-4407-BBD7-8F517ACF16FE}"/>
              </a:ext>
            </a:extLst>
          </p:cNvPr>
          <p:cNvSpPr txBox="1">
            <a:spLocks/>
          </p:cNvSpPr>
          <p:nvPr userDrawn="1"/>
        </p:nvSpPr>
        <p:spPr>
          <a:xfrm>
            <a:off x="557929" y="6427484"/>
            <a:ext cx="6859786" cy="228600"/>
          </a:xfrm>
          <a:prstGeom prst="rect">
            <a:avLst/>
          </a:prstGeom>
        </p:spPr>
        <p:txBody>
          <a:bodyPr vert="horz" lIns="0" tIns="0" rIns="0" bIns="0" rtlCol="0" anchor="t" anchorCtr="0">
            <a:noAutofit/>
          </a:bodyPr>
          <a:lstStyle>
            <a:defPPr>
              <a:defRPr lang="en-US"/>
            </a:defPPr>
            <a:lvl1pPr marL="0" algn="l" defTabSz="914400" rtl="0" eaLnBrk="1" latinLnBrk="0" hangingPunct="1">
              <a:defRPr sz="8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mn-lt"/>
                <a:ea typeface="+mn-ea"/>
                <a:cs typeface="+mn-cs"/>
              </a:rPr>
              <a:t>©2019 CVS Health and/or one of its affiliates. Confidential and proprietary.</a:t>
            </a:r>
          </a:p>
        </p:txBody>
      </p:sp>
      <p:grpSp>
        <p:nvGrpSpPr>
          <p:cNvPr id="23" name="Group 22">
            <a:extLst>
              <a:ext uri="{FF2B5EF4-FFF2-40B4-BE49-F238E27FC236}">
                <a16:creationId xmlns:a16="http://schemas.microsoft.com/office/drawing/2014/main" id="{1F8C4FD8-0AA8-4037-BC71-BA96D0AF218E}"/>
              </a:ext>
            </a:extLst>
          </p:cNvPr>
          <p:cNvGrpSpPr>
            <a:grpSpLocks noChangeAspect="1"/>
          </p:cNvGrpSpPr>
          <p:nvPr userDrawn="1"/>
        </p:nvGrpSpPr>
        <p:grpSpPr>
          <a:xfrm>
            <a:off x="557929" y="429544"/>
            <a:ext cx="2872536" cy="352779"/>
            <a:chOff x="1011652" y="1504398"/>
            <a:chExt cx="10028238" cy="1231900"/>
          </a:xfrm>
          <a:solidFill>
            <a:schemeClr val="bg1"/>
          </a:solidFill>
        </p:grpSpPr>
        <p:sp>
          <p:nvSpPr>
            <p:cNvPr id="24" name="Freeform 7">
              <a:extLst>
                <a:ext uri="{FF2B5EF4-FFF2-40B4-BE49-F238E27FC236}">
                  <a16:creationId xmlns:a16="http://schemas.microsoft.com/office/drawing/2014/main" id="{B3EB7105-6A46-491C-B241-A8F912957568}"/>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8">
              <a:extLst>
                <a:ext uri="{FF2B5EF4-FFF2-40B4-BE49-F238E27FC236}">
                  <a16:creationId xmlns:a16="http://schemas.microsoft.com/office/drawing/2014/main" id="{D958FC95-7F0F-491F-8DC3-06F8BACBFE15}"/>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9">
              <a:extLst>
                <a:ext uri="{FF2B5EF4-FFF2-40B4-BE49-F238E27FC236}">
                  <a16:creationId xmlns:a16="http://schemas.microsoft.com/office/drawing/2014/main" id="{60CEC3B9-4063-48FC-90DC-4CDE63069C84}"/>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0">
              <a:extLst>
                <a:ext uri="{FF2B5EF4-FFF2-40B4-BE49-F238E27FC236}">
                  <a16:creationId xmlns:a16="http://schemas.microsoft.com/office/drawing/2014/main" id="{ACB778AF-4452-4D00-A46E-1FA80ABA89D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8" name="Freeform 11">
              <a:extLst>
                <a:ext uri="{FF2B5EF4-FFF2-40B4-BE49-F238E27FC236}">
                  <a16:creationId xmlns:a16="http://schemas.microsoft.com/office/drawing/2014/main" id="{52616A00-1107-4114-9319-20AF55350A06}"/>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9" name="Freeform 12">
              <a:extLst>
                <a:ext uri="{FF2B5EF4-FFF2-40B4-BE49-F238E27FC236}">
                  <a16:creationId xmlns:a16="http://schemas.microsoft.com/office/drawing/2014/main" id="{7C96DD26-9A69-4431-91BB-3F67E41B5D6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1" y="4379002"/>
            <a:ext cx="3582950" cy="1262324"/>
          </a:xfrm>
        </p:spPr>
        <p:txBody>
          <a:bodyPr/>
          <a:lstStyle>
            <a:lvl1pPr>
              <a:defRPr sz="1600" b="1">
                <a:solidFill>
                  <a:schemeClr val="bg1"/>
                </a:solidFill>
              </a:defRPr>
            </a:lvl1pPr>
            <a:lvl2pPr marL="0" indent="0">
              <a:spcBef>
                <a:spcPts val="0"/>
              </a:spcBef>
              <a:spcAft>
                <a:spcPts val="2399"/>
              </a:spcAft>
              <a:buFontTx/>
              <a:buNone/>
              <a:defRPr sz="16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40905935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accent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tx2"/>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1"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grpSp>
        <p:nvGrpSpPr>
          <p:cNvPr id="14" name="Group 13"/>
          <p:cNvGrpSpPr/>
          <p:nvPr userDrawn="1"/>
        </p:nvGrpSpPr>
        <p:grpSpPr>
          <a:xfrm>
            <a:off x="557929" y="429544"/>
            <a:ext cx="2872536" cy="352779"/>
            <a:chOff x="557784" y="429541"/>
            <a:chExt cx="2871788" cy="352779"/>
          </a:xfrm>
        </p:grpSpPr>
        <p:sp>
          <p:nvSpPr>
            <p:cNvPr id="15"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284454308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userDrawn="1"/>
        </p:nvSpPr>
        <p:spPr>
          <a:xfrm>
            <a:off x="2" y="4350556"/>
            <a:ext cx="12192000" cy="25074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bg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1"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grpSp>
        <p:nvGrpSpPr>
          <p:cNvPr id="15" name="Group 14"/>
          <p:cNvGrpSpPr/>
          <p:nvPr userDrawn="1"/>
        </p:nvGrpSpPr>
        <p:grpSpPr>
          <a:xfrm>
            <a:off x="557929" y="429544"/>
            <a:ext cx="2872536" cy="352779"/>
            <a:chOff x="557784" y="429541"/>
            <a:chExt cx="2871788" cy="352779"/>
          </a:xfrm>
        </p:grpSpPr>
        <p:sp>
          <p:nvSpPr>
            <p:cNvPr id="16"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1"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29066255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4"/>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7" hasCustomPrompt="1"/>
          </p:nvPr>
        </p:nvSpPr>
        <p:spPr>
          <a:xfrm>
            <a:off x="557931" y="4379002"/>
            <a:ext cx="3582950" cy="1262324"/>
          </a:xfrm>
        </p:spPr>
        <p:txBody>
          <a:bodyPr/>
          <a:lstStyle>
            <a:lvl1pPr>
              <a:defRPr sz="1600" b="1">
                <a:solidFill>
                  <a:schemeClr val="tx2"/>
                </a:solidFill>
              </a:defRPr>
            </a:lvl1pPr>
            <a:lvl2pPr marL="0" indent="0">
              <a:spcBef>
                <a:spcPts val="0"/>
              </a:spcBef>
              <a:spcAft>
                <a:spcPts val="2399"/>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375131900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8"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spcBef>
                <a:spcPts val="1799"/>
              </a:spcBef>
              <a:spcAft>
                <a:spcPts val="0"/>
              </a:spcAft>
              <a:defRPr sz="1800" b="1">
                <a:solidFill>
                  <a:schemeClr val="tx2"/>
                </a:solidFill>
              </a:defRPr>
            </a:lvl1pPr>
            <a:lvl2pPr marL="0" indent="0">
              <a:spcBef>
                <a:spcPts val="0"/>
              </a:spcBef>
              <a:spcAft>
                <a:spcPts val="0"/>
              </a:spcAft>
              <a:buNone/>
              <a:defRPr sz="1400">
                <a:solidFill>
                  <a:schemeClr val="tx2"/>
                </a:solidFill>
              </a:defRPr>
            </a:lvl2pPr>
            <a:lvl3pPr marL="177747" indent="-177747">
              <a:spcBef>
                <a:spcPts val="600"/>
              </a:spcBef>
              <a:buFont typeface="Arial" panose="020B0604020202020204" pitchFamily="34" charset="0"/>
              <a:buChar char="•"/>
              <a:defRPr sz="1400" baseline="0"/>
            </a:lvl3pPr>
            <a:lvl4pPr marL="342797" indent="-165050">
              <a:spcBef>
                <a:spcPts val="600"/>
              </a:spcBef>
              <a:buFont typeface="Arial" panose="020B0604020202020204" pitchFamily="34" charset="0"/>
              <a:buChar char="–"/>
              <a:defRPr sz="1400" baseline="0"/>
            </a:lvl4pPr>
            <a:lvl5pPr marL="520544" indent="-177747">
              <a:spcBef>
                <a:spcPts val="600"/>
              </a:spcBef>
              <a:buFont typeface="Arial" panose="020B0604020202020204" pitchFamily="34" charset="0"/>
              <a:buChar char="•"/>
              <a:defRPr sz="1400"/>
            </a:lvl5pPr>
            <a:lvl6pPr marL="685594" indent="-165050">
              <a:spcBef>
                <a:spcPts val="600"/>
              </a:spcBef>
              <a:buFont typeface="Arial" panose="020B0604020202020204" pitchFamily="34" charset="0"/>
              <a:buChar char="–"/>
              <a:defRPr baseline="0"/>
            </a:lvl6pPr>
            <a:lvl7pPr marL="863341" indent="-177747">
              <a:spcBef>
                <a:spcPts val="600"/>
              </a:spcBef>
              <a:buFont typeface="Arial" panose="020B0604020202020204" pitchFamily="34" charset="0"/>
              <a:buChar char="•"/>
              <a:defRPr/>
            </a:lvl7pPr>
            <a:lvl8pPr marL="1028391" indent="-165050">
              <a:spcBef>
                <a:spcPts val="600"/>
              </a:spcBef>
              <a:buFont typeface="Arial" panose="020B0604020202020204" pitchFamily="34" charset="0"/>
              <a:buChar char="–"/>
              <a:defRPr/>
            </a:lvl8pPr>
            <a:lvl9pPr marL="1206138" indent="-177747">
              <a:spcBef>
                <a:spcPts val="600"/>
              </a:spcBef>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12773161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8"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3" y="1756551"/>
            <a:ext cx="3914652" cy="3614737"/>
          </a:xfrm>
          <a:prstGeom prst="rect">
            <a:avLst/>
          </a:prstGeom>
        </p:spPr>
        <p:txBody>
          <a:bodyPr/>
          <a:lstStyle>
            <a:lvl1pPr>
              <a:spcAft>
                <a:spcPts val="1799"/>
              </a:spcAft>
              <a:defRPr sz="2000" b="1">
                <a:solidFill>
                  <a:schemeClr val="tx2"/>
                </a:solidFill>
                <a:latin typeface="+mn-lt"/>
              </a:defRPr>
            </a:lvl1pPr>
            <a:lvl2pPr marL="0" indent="0">
              <a:spcBef>
                <a:spcPts val="0"/>
              </a:spcBef>
              <a:spcAft>
                <a:spcPts val="300"/>
              </a:spcAft>
              <a:buNone/>
              <a:tabLst>
                <a:tab pos="568155" algn="r"/>
                <a:tab pos="1028391" algn="l"/>
              </a:tabLst>
              <a:defRPr sz="1400" b="1">
                <a:solidFill>
                  <a:schemeClr val="tx2"/>
                </a:solidFill>
                <a:latin typeface="+mn-lt"/>
              </a:defRPr>
            </a:lvl2pPr>
            <a:lvl3pPr marL="1028391" indent="0">
              <a:spcBef>
                <a:spcPts val="0"/>
              </a:spcBef>
              <a:spcAft>
                <a:spcPts val="1799"/>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2" y="1756551"/>
            <a:ext cx="3912531" cy="3614737"/>
          </a:xfrm>
          <a:prstGeom prst="rect">
            <a:avLst/>
          </a:prstGeom>
        </p:spPr>
        <p:txBody>
          <a:bodyPr/>
          <a:lstStyle>
            <a:lvl1pPr>
              <a:spcAft>
                <a:spcPts val="1799"/>
              </a:spcAft>
              <a:defRPr sz="2000" b="1">
                <a:solidFill>
                  <a:schemeClr val="tx2"/>
                </a:solidFill>
                <a:latin typeface="+mn-lt"/>
              </a:defRPr>
            </a:lvl1pPr>
            <a:lvl2pPr marL="0" indent="0">
              <a:spcBef>
                <a:spcPts val="0"/>
              </a:spcBef>
              <a:spcAft>
                <a:spcPts val="300"/>
              </a:spcAft>
              <a:buNone/>
              <a:tabLst>
                <a:tab pos="568155" algn="r"/>
                <a:tab pos="1028391" algn="l"/>
              </a:tabLst>
              <a:defRPr sz="1400" b="1">
                <a:solidFill>
                  <a:schemeClr val="tx2"/>
                </a:solidFill>
                <a:latin typeface="+mn-lt"/>
              </a:defRPr>
            </a:lvl2pPr>
            <a:lvl3pPr marL="1028391" indent="0">
              <a:spcBef>
                <a:spcPts val="0"/>
              </a:spcBef>
              <a:spcAft>
                <a:spcPts val="1799"/>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32027682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2"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11242776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2"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10899181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2" y="6257926"/>
            <a:ext cx="12192000" cy="6000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accent2"/>
                </a:solidFill>
                <a:latin typeface="+mn-lt"/>
              </a:defRPr>
            </a:lvl1pPr>
          </a:lstStyle>
          <a:p>
            <a:r>
              <a:rPr lang="en-US"/>
              <a:t>Click to edit title for divider</a:t>
            </a:r>
          </a:p>
        </p:txBody>
      </p:sp>
    </p:spTree>
    <p:extLst>
      <p:ext uri="{BB962C8B-B14F-4D97-AF65-F5344CB8AC3E}">
        <p14:creationId xmlns:p14="http://schemas.microsoft.com/office/powerpoint/2010/main" val="98407413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38086651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buClr>
                <a:schemeClr val="tx1"/>
              </a:buClr>
              <a:defRPr sz="1800" b="1" cap="none" baseline="0">
                <a:solidFill>
                  <a:schemeClr val="tx2"/>
                </a:solidFill>
              </a:defRPr>
            </a:lvl1pPr>
            <a:lvl2pPr marL="0" indent="0">
              <a:buClr>
                <a:schemeClr val="tx1"/>
              </a:buClr>
              <a:buNone/>
              <a:defRPr baseline="0">
                <a:solidFill>
                  <a:schemeClr val="tx2"/>
                </a:solidFill>
              </a:defRPr>
            </a:lvl2pPr>
            <a:lvl3pPr marL="171399" indent="-171399">
              <a:spcBef>
                <a:spcPts val="1200"/>
              </a:spcBef>
              <a:buClr>
                <a:schemeClr val="tx1"/>
              </a:buClr>
              <a:buFont typeface="Arial" panose="020B0604020202020204" pitchFamily="34" charset="0"/>
              <a:buChar char="•"/>
              <a:defRPr sz="1400" baseline="0">
                <a:solidFill>
                  <a:schemeClr val="tx2"/>
                </a:solidFill>
              </a:defRPr>
            </a:lvl3pPr>
            <a:lvl4pPr marL="342797" indent="-171399">
              <a:buClr>
                <a:schemeClr val="tx1"/>
              </a:buClr>
              <a:buFont typeface="Arial" panose="020B0604020202020204" pitchFamily="34" charset="0"/>
              <a:buChar char="–"/>
              <a:defRPr baseline="0">
                <a:solidFill>
                  <a:schemeClr val="tx2"/>
                </a:solidFill>
              </a:defRPr>
            </a:lvl4pPr>
            <a:lvl5pPr marL="515783" indent="-172986">
              <a:buClr>
                <a:schemeClr val="tx1"/>
              </a:buClr>
              <a:buFont typeface="Arial" panose="020B0604020202020204" pitchFamily="34" charset="0"/>
              <a:buChar char="•"/>
              <a:defRPr>
                <a:solidFill>
                  <a:schemeClr val="tx2"/>
                </a:solidFill>
              </a:defRPr>
            </a:lvl5pPr>
            <a:lvl6pPr marL="687182" indent="-171399">
              <a:buClr>
                <a:schemeClr val="tx1"/>
              </a:buClr>
              <a:buFont typeface="Arial" panose="020B0604020202020204" pitchFamily="34" charset="0"/>
              <a:buChar char="–"/>
              <a:defRPr baseline="0">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4" name="TextBox 3">
            <a:extLst>
              <a:ext uri="{FF2B5EF4-FFF2-40B4-BE49-F238E27FC236}">
                <a16:creationId xmlns:a16="http://schemas.microsoft.com/office/drawing/2014/main" id="{CD9DEF44-19B7-405E-9161-6BBEB3035B90}"/>
              </a:ext>
            </a:extLst>
          </p:cNvPr>
          <p:cNvSpPr txBox="1"/>
          <p:nvPr userDrawn="1"/>
        </p:nvSpPr>
        <p:spPr>
          <a:xfrm>
            <a:off x="11469189" y="87086"/>
            <a:ext cx="607539" cy="215444"/>
          </a:xfrm>
          <a:prstGeom prst="rect">
            <a:avLst/>
          </a:prstGeom>
          <a:noFill/>
        </p:spPr>
        <p:txBody>
          <a:bodyPr wrap="none" lIns="0" tIns="0" rIns="0" bIns="0" rtlCol="0">
            <a:spAutoFit/>
          </a:bodyPr>
          <a:lstStyle/>
          <a:p>
            <a:r>
              <a:rPr lang="en-US" sz="1400" b="1">
                <a:solidFill>
                  <a:schemeClr val="accent1"/>
                </a:solidFill>
              </a:rPr>
              <a:t>DRAFT</a:t>
            </a:r>
          </a:p>
        </p:txBody>
      </p:sp>
    </p:spTree>
    <p:extLst>
      <p:ext uri="{BB962C8B-B14F-4D97-AF65-F5344CB8AC3E}">
        <p14:creationId xmlns:p14="http://schemas.microsoft.com/office/powerpoint/2010/main" val="155418258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 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399" indent="-171399">
              <a:spcBef>
                <a:spcPts val="1200"/>
              </a:spcBef>
              <a:buClr>
                <a:schemeClr val="tx1"/>
              </a:buClr>
              <a:buFont typeface="Arial" panose="020B0604020202020204" pitchFamily="34" charset="0"/>
              <a:buChar char="•"/>
              <a:defRPr lang="en-US" sz="1400" baseline="0" dirty="0" smtClean="0">
                <a:solidFill>
                  <a:schemeClr val="tx2"/>
                </a:solidFill>
              </a:defRPr>
            </a:lvl3pPr>
            <a:lvl4pPr marL="342797" indent="-171399">
              <a:buClr>
                <a:schemeClr val="tx1"/>
              </a:buClr>
              <a:buFont typeface="Arial" panose="020B0604020202020204" pitchFamily="34" charset="0"/>
              <a:buChar char="–"/>
              <a:defRPr lang="en-US" baseline="0" dirty="0" smtClean="0">
                <a:solidFill>
                  <a:schemeClr val="tx2"/>
                </a:solidFill>
              </a:defRPr>
            </a:lvl4pPr>
            <a:lvl5pPr marL="514196" indent="-171399">
              <a:buClr>
                <a:schemeClr val="tx1"/>
              </a:buClr>
              <a:buFont typeface="Arial" panose="020B0604020202020204" pitchFamily="34" charset="0"/>
              <a:buChar char="•"/>
              <a:defRPr lang="en-US" dirty="0">
                <a:solidFill>
                  <a:schemeClr val="tx2"/>
                </a:solidFill>
              </a:defRPr>
            </a:lvl5pPr>
            <a:lvl6pPr marL="685594" indent="-171399">
              <a:buClr>
                <a:schemeClr val="tx1"/>
              </a:buClr>
              <a:buFont typeface="Arial" panose="020B0604020202020204" pitchFamily="34" charset="0"/>
              <a:buChar char="–"/>
              <a:defRPr baseline="0">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399" indent="-171399">
              <a:spcBef>
                <a:spcPts val="1200"/>
              </a:spcBef>
              <a:buClr>
                <a:schemeClr val="tx1"/>
              </a:buClr>
              <a:buFont typeface="Arial" panose="020B0604020202020204" pitchFamily="34" charset="0"/>
              <a:buChar char="•"/>
              <a:defRPr lang="en-US" sz="1400" baseline="0" dirty="0" smtClean="0">
                <a:solidFill>
                  <a:schemeClr val="tx2"/>
                </a:solidFill>
              </a:defRPr>
            </a:lvl3pPr>
            <a:lvl4pPr marL="342797" indent="-171399">
              <a:buClr>
                <a:schemeClr val="tx1"/>
              </a:buClr>
              <a:buFont typeface="Arial" panose="020B0604020202020204" pitchFamily="34" charset="0"/>
              <a:buChar char="–"/>
              <a:defRPr lang="en-US" baseline="0" dirty="0" smtClean="0">
                <a:solidFill>
                  <a:schemeClr val="tx2"/>
                </a:solidFill>
              </a:defRPr>
            </a:lvl4pPr>
            <a:lvl5pPr marL="514196" indent="-171399">
              <a:buClr>
                <a:schemeClr val="tx1"/>
              </a:buClr>
              <a:buFont typeface="Arial" panose="020B0604020202020204" pitchFamily="34" charset="0"/>
              <a:buChar char="•"/>
              <a:defRPr lang="en-US" dirty="0">
                <a:solidFill>
                  <a:schemeClr val="tx2"/>
                </a:solidFill>
              </a:defRPr>
            </a:lvl5pPr>
            <a:lvl6pPr marL="685594" indent="-171399">
              <a:buClr>
                <a:schemeClr val="tx1"/>
              </a:buClr>
              <a:buFont typeface="Arial" panose="020B0604020202020204" pitchFamily="34" charset="0"/>
              <a:buChar char="–"/>
              <a:defRPr baseline="0">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0301948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 column layout</a:t>
            </a:r>
          </a:p>
        </p:txBody>
      </p:sp>
      <p:sp>
        <p:nvSpPr>
          <p:cNvPr id="3" name="Content Placeholder 2"/>
          <p:cNvSpPr>
            <a:spLocks noGrp="1"/>
          </p:cNvSpPr>
          <p:nvPr>
            <p:ph sz="half" idx="1" hasCustomPrompt="1"/>
          </p:nvPr>
        </p:nvSpPr>
        <p:spPr bwMode="gray">
          <a:xfrm>
            <a:off x="557931"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tabLst/>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2"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tabLst/>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3"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tabLst/>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8208464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 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1"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7076829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 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13664960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6" y="1752603"/>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28284993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5"/>
            <a:ext cx="7174286" cy="2975735"/>
          </a:xfrm>
        </p:spPr>
        <p:txBody>
          <a:bodyPr>
            <a:noAutofit/>
          </a:bodyPr>
          <a:lstStyle>
            <a:lvl1pPr>
              <a:defRPr>
                <a:solidFill>
                  <a:schemeClr val="tx2"/>
                </a:solidFill>
              </a:defRPr>
            </a:lvl1pPr>
          </a:lstStyle>
          <a:p>
            <a:pPr lvl="0"/>
            <a:r>
              <a:rPr lang="en-US"/>
              <a:t>Click to edit Master text styles</a:t>
            </a:r>
          </a:p>
        </p:txBody>
      </p:sp>
      <p:sp>
        <p:nvSpPr>
          <p:cNvPr id="13" name="Content Placeholder 2"/>
          <p:cNvSpPr>
            <a:spLocks noGrp="1"/>
          </p:cNvSpPr>
          <p:nvPr>
            <p:ph idx="1" hasCustomPrompt="1"/>
          </p:nvPr>
        </p:nvSpPr>
        <p:spPr bwMode="gray">
          <a:xfrm>
            <a:off x="557928" y="1767531"/>
            <a:ext cx="3439040" cy="2971800"/>
          </a:xfrm>
        </p:spPr>
        <p:txBody>
          <a:bodyPr/>
          <a:lstStyle>
            <a:lvl1pPr>
              <a:buClrTx/>
              <a:defRPr sz="1800" b="1" cap="none" baseline="0">
                <a:solidFill>
                  <a:schemeClr val="tx2"/>
                </a:solidFill>
              </a:defRPr>
            </a:lvl1pPr>
            <a:lvl2pPr marL="0" indent="0">
              <a:buClrTx/>
              <a:buNone/>
              <a:defRPr baseline="0">
                <a:solidFill>
                  <a:schemeClr val="tx2"/>
                </a:solidFill>
              </a:defRPr>
            </a:lvl2pPr>
            <a:lvl3pPr marL="177747" indent="-177747">
              <a:spcBef>
                <a:spcPts val="1200"/>
              </a:spcBef>
              <a:buClrTx/>
              <a:buFont typeface="Arial" panose="020B0604020202020204" pitchFamily="34" charset="0"/>
              <a:buChar char="•"/>
              <a:defRPr sz="1400" baseline="0">
                <a:solidFill>
                  <a:schemeClr val="tx2"/>
                </a:solidFill>
              </a:defRPr>
            </a:lvl3pPr>
            <a:lvl4pPr marL="342797" indent="-165050">
              <a:buClrTx/>
              <a:buFont typeface="Arial" panose="020B0604020202020204" pitchFamily="34" charset="0"/>
              <a:buChar char="–"/>
              <a:defRPr sz="1400">
                <a:solidFill>
                  <a:schemeClr val="tx2"/>
                </a:solidFill>
              </a:defRPr>
            </a:lvl4pPr>
            <a:lvl5pPr marL="515783" indent="-172986">
              <a:buClrTx/>
              <a:buFont typeface="Arial" panose="020B0604020202020204" pitchFamily="34" charset="0"/>
              <a:buChar char="•"/>
              <a:defRPr sz="1400">
                <a:solidFill>
                  <a:schemeClr val="tx2"/>
                </a:solidFill>
              </a:defRPr>
            </a:lvl5pPr>
            <a:lvl6pPr marL="687182" indent="-171399">
              <a:buClrTx/>
              <a:buFont typeface="Arial" panose="020B0604020202020204" pitchFamily="34" charset="0"/>
              <a:buChar char="–"/>
              <a:defRPr sz="1400">
                <a:solidFill>
                  <a:schemeClr val="tx2"/>
                </a:solidFill>
              </a:defRPr>
            </a:lvl6pPr>
            <a:lvl7pPr marL="860167" indent="-172986">
              <a:buClrTx/>
              <a:buFont typeface="Arial" panose="020B0604020202020204" pitchFamily="34" charset="0"/>
              <a:buChar char="•"/>
              <a:defRPr/>
            </a:lvl7pPr>
            <a:lvl8pPr marL="1031565" indent="-171399">
              <a:buClrTx/>
              <a:buFont typeface="Arial" panose="020B0604020202020204" pitchFamily="34" charset="0"/>
              <a:buChar char="–"/>
              <a:defRPr/>
            </a:lvl8pPr>
            <a:lvl9pPr marL="1202964" indent="-171399">
              <a:buClrTx/>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30104313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139F72-CEC0-495F-8477-192D60A880E2}"/>
              </a:ext>
            </a:extLst>
          </p:cNvPr>
          <p:cNvSpPr/>
          <p:nvPr userDrawn="1"/>
        </p:nvSpPr>
        <p:spPr>
          <a:xfrm>
            <a:off x="609600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grpSp>
        <p:nvGrpSpPr>
          <p:cNvPr id="19" name="Group 18">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20"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1"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2"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3"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5"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15" name="Content Placeholder 3"/>
          <p:cNvSpPr>
            <a:spLocks noGrp="1"/>
          </p:cNvSpPr>
          <p:nvPr>
            <p:ph sz="half" idx="2" hasCustomPrompt="1"/>
          </p:nvPr>
        </p:nvSpPr>
        <p:spPr>
          <a:xfrm>
            <a:off x="1253474" y="3718014"/>
            <a:ext cx="3493918" cy="2023033"/>
          </a:xfrm>
          <a:noFill/>
        </p:spPr>
        <p:txBody>
          <a:bodyPr lIns="0" tIns="0" rIns="0" bIns="0"/>
          <a:lstStyle>
            <a:lvl1pPr marL="0" indent="0" algn="ctr">
              <a:spcBef>
                <a:spcPts val="1200"/>
              </a:spcBef>
              <a:buClrTx/>
              <a:buFont typeface="Arial"/>
              <a:buNone/>
              <a:defRPr sz="1800" b="1">
                <a:solidFill>
                  <a:schemeClr val="tx2"/>
                </a:solidFill>
              </a:defRPr>
            </a:lvl1pPr>
            <a:lvl2pPr marL="0" indent="0" algn="ctr">
              <a:spcBef>
                <a:spcPts val="1200"/>
              </a:spcBef>
              <a:buClrTx/>
              <a:buFontTx/>
              <a:buNone/>
              <a:defRPr sz="1600">
                <a:solidFill>
                  <a:schemeClr val="tx2"/>
                </a:solidFill>
              </a:defRPr>
            </a:lvl2pPr>
            <a:lvl3pPr marL="404692" indent="-172986">
              <a:spcBef>
                <a:spcPts val="600"/>
              </a:spcBef>
              <a:buClrTx/>
              <a:buFont typeface="Arial" panose="020B0604020202020204" pitchFamily="34" charset="0"/>
              <a:buChar char="•"/>
              <a:defRPr sz="1600">
                <a:solidFill>
                  <a:schemeClr val="tx2"/>
                </a:solidFill>
              </a:defRPr>
            </a:lvl3pPr>
            <a:lvl4pPr marL="631635" indent="-174573">
              <a:spcBef>
                <a:spcPts val="600"/>
              </a:spcBef>
              <a:buClrTx/>
              <a:buFont typeface="Arial" panose="020B0604020202020204" pitchFamily="34" charset="0"/>
              <a:buChar char="•"/>
              <a:defRPr sz="1600">
                <a:solidFill>
                  <a:schemeClr val="tx2"/>
                </a:solidFill>
              </a:defRPr>
            </a:lvl4pPr>
            <a:lvl5pPr marL="804622" indent="-172986">
              <a:spcBef>
                <a:spcPts val="600"/>
              </a:spcBef>
              <a:buClrTx/>
              <a:buFont typeface="Arial" panose="020B0604020202020204" pitchFamily="34" charset="0"/>
              <a:buChar char="–"/>
              <a:defRPr sz="1600">
                <a:solidFill>
                  <a:schemeClr val="tx2"/>
                </a:solidFill>
              </a:defRPr>
            </a:lvl5pPr>
            <a:lvl6pPr marL="977607" indent="-177747">
              <a:buClrTx/>
              <a:defRPr sz="1600"/>
            </a:lvl6pPr>
            <a:lvl7pPr marL="1142657" indent="-165050">
              <a:buClrTx/>
              <a:defRPr sz="1600"/>
            </a:lvl7pPr>
            <a:lvl8pPr marL="1320404" indent="-177747">
              <a:buClrTx/>
              <a:defRPr sz="1600"/>
            </a:lvl8pPr>
            <a:lvl9pPr>
              <a:defRPr sz="1600"/>
            </a:lvl9pPr>
          </a:lstStyle>
          <a:p>
            <a:pPr lvl="0"/>
            <a:r>
              <a:rPr lang="en-US"/>
              <a:t>Header</a:t>
            </a:r>
          </a:p>
          <a:p>
            <a:pPr lvl="1"/>
            <a:r>
              <a:rPr lang="en-US"/>
              <a:t>First-level</a:t>
            </a:r>
          </a:p>
        </p:txBody>
      </p:sp>
      <p:sp>
        <p:nvSpPr>
          <p:cNvPr id="16" name="Content Placeholder 5"/>
          <p:cNvSpPr>
            <a:spLocks noGrp="1"/>
          </p:cNvSpPr>
          <p:nvPr>
            <p:ph sz="quarter" idx="4" hasCustomPrompt="1"/>
          </p:nvPr>
        </p:nvSpPr>
        <p:spPr>
          <a:xfrm>
            <a:off x="7380297" y="3718014"/>
            <a:ext cx="3493918" cy="2023033"/>
          </a:xfrm>
          <a:noFill/>
        </p:spPr>
        <p:txBody>
          <a:bodyPr lIns="0" tIns="0" rIns="0" bIns="0"/>
          <a:lstStyle>
            <a:lvl1pPr marL="0" indent="0" algn="ctr">
              <a:spcBef>
                <a:spcPts val="1200"/>
              </a:spcBef>
              <a:buClrTx/>
              <a:buFont typeface="Arial"/>
              <a:buNone/>
              <a:defRPr sz="1800" b="1">
                <a:solidFill>
                  <a:schemeClr val="bg1"/>
                </a:solidFill>
              </a:defRPr>
            </a:lvl1pPr>
            <a:lvl2pPr marL="0" indent="0" algn="ctr">
              <a:spcBef>
                <a:spcPts val="1200"/>
              </a:spcBef>
              <a:buClrTx/>
              <a:buFontTx/>
              <a:buNone/>
              <a:defRPr sz="1600">
                <a:solidFill>
                  <a:schemeClr val="bg1"/>
                </a:solidFill>
              </a:defRPr>
            </a:lvl2pPr>
            <a:lvl3pPr marL="231705" indent="0">
              <a:spcBef>
                <a:spcPts val="600"/>
              </a:spcBef>
              <a:buClrTx/>
              <a:buFont typeface="Arial" panose="020B0604020202020204" pitchFamily="34" charset="0"/>
              <a:buNone/>
              <a:defRPr sz="1600">
                <a:solidFill>
                  <a:schemeClr val="bg1"/>
                </a:solidFill>
              </a:defRPr>
            </a:lvl3pPr>
            <a:lvl4pPr marL="631635" indent="-174573">
              <a:spcBef>
                <a:spcPts val="600"/>
              </a:spcBef>
              <a:buClrTx/>
              <a:buFont typeface="Arial" panose="020B0604020202020204" pitchFamily="34" charset="0"/>
              <a:buChar char="•"/>
              <a:defRPr sz="1600">
                <a:solidFill>
                  <a:schemeClr val="bg1"/>
                </a:solidFill>
              </a:defRPr>
            </a:lvl4pPr>
            <a:lvl5pPr marL="804622" indent="-172986">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spTree>
    <p:extLst>
      <p:ext uri="{BB962C8B-B14F-4D97-AF65-F5344CB8AC3E}">
        <p14:creationId xmlns:p14="http://schemas.microsoft.com/office/powerpoint/2010/main" val="33619310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218718"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6" y="0"/>
            <a:ext cx="405815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7" y="0"/>
            <a:ext cx="40709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6" name="Group 5">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7"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8" name="Content Placeholder 8">
            <a:extLst>
              <a:ext uri="{FF2B5EF4-FFF2-40B4-BE49-F238E27FC236}">
                <a16:creationId xmlns:a16="http://schemas.microsoft.com/office/drawing/2014/main" id="{80785A3E-DA24-410F-9CAE-7070C42B58B4}"/>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9" name="Content Placeholder 8">
            <a:extLst>
              <a:ext uri="{FF2B5EF4-FFF2-40B4-BE49-F238E27FC236}">
                <a16:creationId xmlns:a16="http://schemas.microsoft.com/office/drawing/2014/main" id="{62BE1DE7-64C2-4B16-AD38-1C91E86AECE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©2019 CVS Health and/or one of its affiliates. Confidential and proprietary.</a:t>
            </a:r>
          </a:p>
        </p:txBody>
      </p:sp>
      <p:sp>
        <p:nvSpPr>
          <p:cNvPr id="17" name="Content Placeholder 2"/>
          <p:cNvSpPr>
            <a:spLocks noGrp="1"/>
          </p:cNvSpPr>
          <p:nvPr>
            <p:ph sz="half" idx="1" hasCustomPrompt="1"/>
          </p:nvPr>
        </p:nvSpPr>
        <p:spPr bwMode="gray">
          <a:xfrm>
            <a:off x="846992" y="3148864"/>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dirty="0" smtClean="0">
                <a:solidFill>
                  <a:schemeClr val="tx2"/>
                </a:solidFill>
              </a:defRPr>
            </a:lvl2pPr>
            <a:lvl3pPr marL="171399" indent="0">
              <a:buClrTx/>
              <a:buFont typeface="Arial" panose="020B0604020202020204" pitchFamily="34" charset="0"/>
              <a:buNone/>
              <a:defRPr lang="en-US" sz="1600" dirty="0" smtClean="0">
                <a:solidFill>
                  <a:schemeClr val="tx2"/>
                </a:solidFill>
              </a:defRPr>
            </a:lvl3pPr>
            <a:lvl4pPr>
              <a:buClrTx/>
              <a:defRPr lang="en-US" sz="1600" dirty="0" smtClean="0">
                <a:solidFill>
                  <a:schemeClr val="tx2"/>
                </a:solidFill>
              </a:defRPr>
            </a:lvl4pPr>
            <a:lvl5pPr>
              <a:buClrTx/>
              <a:defRPr lang="en-US" sz="1600" dirty="0">
                <a:solidFill>
                  <a:schemeClr val="tx2"/>
                </a:solidFill>
              </a:defRPr>
            </a:lvl5pPr>
            <a:lvl6pPr>
              <a:buClrTx/>
              <a:defRPr sz="1600"/>
            </a:lvl6pPr>
            <a:lvl7pPr>
              <a:buClrTx/>
              <a:defRPr sz="1600"/>
            </a:lvl7pPr>
            <a:lvl8pPr>
              <a:buClrTx/>
              <a:defRPr sz="1600"/>
            </a:lvl8pPr>
            <a:lvl9pPr>
              <a:defRPr sz="1600"/>
            </a:lvl9pPr>
          </a:lstStyle>
          <a:p>
            <a:pPr lvl="0"/>
            <a:r>
              <a:rPr lang="en-US"/>
              <a:t>Header</a:t>
            </a:r>
          </a:p>
          <a:p>
            <a:pPr lvl="1"/>
            <a:r>
              <a:rPr lang="en-US"/>
              <a:t>First-level</a:t>
            </a:r>
          </a:p>
        </p:txBody>
      </p:sp>
      <p:sp>
        <p:nvSpPr>
          <p:cNvPr id="18" name="Content Placeholder 3"/>
          <p:cNvSpPr>
            <a:spLocks noGrp="1"/>
          </p:cNvSpPr>
          <p:nvPr>
            <p:ph sz="half" idx="2" hasCustomPrompt="1"/>
          </p:nvPr>
        </p:nvSpPr>
        <p:spPr bwMode="gray">
          <a:xfrm>
            <a:off x="4907515" y="3148864"/>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baseline="0" dirty="0" smtClean="0">
                <a:solidFill>
                  <a:schemeClr val="tx2"/>
                </a:solidFill>
              </a:defRPr>
            </a:lvl2pPr>
            <a:lvl3pPr marL="171399"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lvl="0"/>
            <a:r>
              <a:rPr lang="en-US"/>
              <a:t>Header</a:t>
            </a:r>
          </a:p>
          <a:p>
            <a:pPr lvl="1"/>
            <a:r>
              <a:rPr lang="en-US"/>
              <a:t>First-level</a:t>
            </a:r>
          </a:p>
        </p:txBody>
      </p:sp>
      <p:sp>
        <p:nvSpPr>
          <p:cNvPr id="19" name="Content Placeholder 3"/>
          <p:cNvSpPr>
            <a:spLocks noGrp="1"/>
          </p:cNvSpPr>
          <p:nvPr>
            <p:ph sz="half" idx="18" hasCustomPrompt="1"/>
          </p:nvPr>
        </p:nvSpPr>
        <p:spPr bwMode="gray">
          <a:xfrm>
            <a:off x="8972065" y="3148864"/>
            <a:ext cx="2368913" cy="2592183"/>
          </a:xfrm>
        </p:spPr>
        <p:txBody>
          <a:bodyPr vert="horz" lIns="0" tIns="0" rIns="0" bIns="0" rtlCol="0">
            <a:noAutofit/>
          </a:bodyPr>
          <a:lstStyle>
            <a:lvl1pPr algn="ctr">
              <a:buClrTx/>
              <a:defRPr lang="en-US" sz="1800" b="1" cap="none" baseline="0" dirty="0" smtClean="0">
                <a:solidFill>
                  <a:schemeClr val="bg1"/>
                </a:solidFill>
              </a:defRPr>
            </a:lvl1pPr>
            <a:lvl2pPr marL="0" indent="0" algn="ctr">
              <a:buClrTx/>
              <a:buFontTx/>
              <a:buNone/>
              <a:defRPr lang="en-US" sz="1600" dirty="0" smtClean="0">
                <a:solidFill>
                  <a:schemeClr val="bg1"/>
                </a:solidFill>
              </a:defRPr>
            </a:lvl2pPr>
            <a:lvl3pPr marL="171399"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Tree>
    <p:extLst>
      <p:ext uri="{BB962C8B-B14F-4D97-AF65-F5344CB8AC3E}">
        <p14:creationId xmlns:p14="http://schemas.microsoft.com/office/powerpoint/2010/main" val="140619050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1"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38198817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1"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256736247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139F72-CEC0-495F-8477-192D60A880E2}"/>
              </a:ext>
            </a:extLst>
          </p:cNvPr>
          <p:cNvSpPr/>
          <p:nvPr userDrawn="1"/>
        </p:nvSpPr>
        <p:spPr>
          <a:xfrm>
            <a:off x="609600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9" name="Group 8">
            <a:extLst>
              <a:ext uri="{FF2B5EF4-FFF2-40B4-BE49-F238E27FC236}">
                <a16:creationId xmlns:a16="http://schemas.microsoft.com/office/drawing/2014/main" id="{C4BCE3BF-19DE-4243-9ED2-5FA21553C1FA}"/>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10" name="Freeform 4">
              <a:extLst>
                <a:ext uri="{FF2B5EF4-FFF2-40B4-BE49-F238E27FC236}">
                  <a16:creationId xmlns:a16="http://schemas.microsoft.com/office/drawing/2014/main" id="{4FAD22A7-02FD-47B7-B56B-F83C1B41E59F}"/>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5">
              <a:extLst>
                <a:ext uri="{FF2B5EF4-FFF2-40B4-BE49-F238E27FC236}">
                  <a16:creationId xmlns:a16="http://schemas.microsoft.com/office/drawing/2014/main" id="{E5501FD2-6558-4D19-84E8-1DAF689AB5F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6">
              <a:extLst>
                <a:ext uri="{FF2B5EF4-FFF2-40B4-BE49-F238E27FC236}">
                  <a16:creationId xmlns:a16="http://schemas.microsoft.com/office/drawing/2014/main" id="{56C71C9D-3B12-4743-ABB3-3300A6D7C2AE}"/>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7">
              <a:extLst>
                <a:ext uri="{FF2B5EF4-FFF2-40B4-BE49-F238E27FC236}">
                  <a16:creationId xmlns:a16="http://schemas.microsoft.com/office/drawing/2014/main" id="{7C9731B0-F7F6-409F-971D-705E83BF30BE}"/>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8">
              <a:extLst>
                <a:ext uri="{FF2B5EF4-FFF2-40B4-BE49-F238E27FC236}">
                  <a16:creationId xmlns:a16="http://schemas.microsoft.com/office/drawing/2014/main" id="{D982D7F3-8E67-4A4F-91EE-C8AA3BB44D70}"/>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5" name="Freeform 10">
              <a:extLst>
                <a:ext uri="{FF2B5EF4-FFF2-40B4-BE49-F238E27FC236}">
                  <a16:creationId xmlns:a16="http://schemas.microsoft.com/office/drawing/2014/main" id="{37B8E154-46D5-4920-86B2-1F96A57FEDC1}"/>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44101249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0"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spTree>
    <p:extLst>
      <p:ext uri="{BB962C8B-B14F-4D97-AF65-F5344CB8AC3E}">
        <p14:creationId xmlns:p14="http://schemas.microsoft.com/office/powerpoint/2010/main" val="298707078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1"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557929" y="1764792"/>
            <a:ext cx="4435995" cy="1463040"/>
          </a:xfrm>
        </p:spPr>
        <p:txBody>
          <a:bodyPr rIns="0"/>
          <a:lstStyle>
            <a:lvl1pPr>
              <a:defRPr>
                <a:solidFill>
                  <a:schemeClr val="tx2"/>
                </a:solidFill>
              </a:defRPr>
            </a:lvl1pPr>
          </a:lstStyle>
          <a:p>
            <a:r>
              <a:rPr lang="en-US"/>
              <a:t>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557929" y="3590385"/>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429307308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9"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4"/>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425814840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or high impact 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5"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6"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8" name="Group 7">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9"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2512869" y="2180108"/>
            <a:ext cx="7170763" cy="1463040"/>
          </a:xfrm>
        </p:spPr>
        <p:txBody>
          <a:bodyPr rIns="0"/>
          <a:lstStyle>
            <a:lvl1pPr>
              <a:defRPr>
                <a:solidFill>
                  <a:schemeClr val="bg1"/>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4"/>
            <a:ext cx="4573191" cy="161925"/>
          </a:xfrm>
          <a:prstGeom prst="rect">
            <a:avLst/>
          </a:prstGeom>
          <a:noFill/>
        </p:spPr>
        <p:txBody>
          <a:bodyPr>
            <a:noAutofit/>
          </a:bodyPr>
          <a:lstStyle>
            <a:lvl1pPr>
              <a:defRPr sz="1400" cap="all" baseline="0">
                <a:solidFill>
                  <a:schemeClr val="bg1"/>
                </a:solidFill>
              </a:defRPr>
            </a:lvl1pPr>
          </a:lstStyle>
          <a:p>
            <a:pPr lvl="0"/>
            <a:r>
              <a:rPr lang="en-US"/>
              <a:t>click to add AUTHOR</a:t>
            </a:r>
          </a:p>
        </p:txBody>
      </p:sp>
    </p:spTree>
    <p:extLst>
      <p:ext uri="{BB962C8B-B14F-4D97-AF65-F5344CB8AC3E}">
        <p14:creationId xmlns:p14="http://schemas.microsoft.com/office/powerpoint/2010/main" val="19730550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3035"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199"/>
              </a:spcBef>
              <a:buClrTx/>
              <a:buNone/>
              <a:defRPr lang="en-US" dirty="0" smtClean="0">
                <a:solidFill>
                  <a:schemeClr val="tx2"/>
                </a:solidFill>
              </a:defRPr>
            </a:lvl2pPr>
            <a:lvl3pPr marL="174573" indent="-174573" algn="l">
              <a:spcBef>
                <a:spcPts val="1200"/>
              </a:spcBef>
              <a:buClrTx/>
              <a:buFont typeface="Arial" panose="020B0604020202020204" pitchFamily="34" charset="0"/>
              <a:buChar char="•"/>
              <a:defRPr lang="en-US" sz="1400" baseline="0" dirty="0" smtClean="0">
                <a:solidFill>
                  <a:schemeClr val="tx2"/>
                </a:solidFill>
              </a:defRPr>
            </a:lvl3pPr>
            <a:lvl4pPr marL="347559" indent="-172986" algn="l">
              <a:buClrTx/>
              <a:buFont typeface="Arial" panose="020B0604020202020204" pitchFamily="34" charset="0"/>
              <a:buChar char="–"/>
              <a:defRPr lang="en-US" baseline="0" dirty="0" smtClean="0">
                <a:solidFill>
                  <a:schemeClr val="tx2"/>
                </a:solidFill>
              </a:defRPr>
            </a:lvl4pPr>
            <a:lvl5pPr marL="511022" indent="-163464" algn="l">
              <a:buClrTx/>
              <a:buFont typeface="Arial" panose="020B0604020202020204" pitchFamily="34" charset="0"/>
              <a:buChar char="•"/>
              <a:defRPr lang="en-US" dirty="0">
                <a:solidFill>
                  <a:schemeClr val="tx2"/>
                </a:solidFill>
              </a:defRPr>
            </a:lvl5pPr>
            <a:lvl6pPr marL="685594" indent="-174573" algn="l">
              <a:buClrTx/>
              <a:buFont typeface="Arial" panose="020B0604020202020204" pitchFamily="34" charset="0"/>
              <a:buChar char="–"/>
              <a:defRPr baseline="0">
                <a:solidFill>
                  <a:schemeClr val="tx2"/>
                </a:solidFill>
              </a:defRPr>
            </a:lvl6pPr>
            <a:lvl7pPr marL="860167" indent="-172986" algn="l">
              <a:buClrTx/>
              <a:buFont typeface="Arial" panose="020B0604020202020204" pitchFamily="34" charset="0"/>
              <a:buChar char="•"/>
              <a:defRPr/>
            </a:lvl7pPr>
            <a:lvl8pPr marL="1031565" indent="-171399" algn="l">
              <a:buClrTx/>
              <a:buFont typeface="Arial" panose="020B0604020202020204" pitchFamily="34" charset="0"/>
              <a:buChar char="–"/>
              <a:defRPr/>
            </a:lvl8pPr>
            <a:lvl9pPr marL="1202964" indent="-171399" algn="l">
              <a:buClrTx/>
              <a:buFont typeface="Arial" panose="020B0604020202020204" pitchFamily="34" charset="0"/>
              <a:buChar char="•"/>
              <a:defRPr/>
            </a:lvl9pPr>
          </a:lstStyle>
          <a:p>
            <a:pPr lvl="0"/>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199"/>
              </a:spcBef>
              <a:buClrTx/>
              <a:buNone/>
              <a:defRPr lang="en-US" dirty="0" smtClean="0">
                <a:solidFill>
                  <a:schemeClr val="tx2"/>
                </a:solidFill>
              </a:defRPr>
            </a:lvl2pPr>
            <a:lvl3pPr marL="174573" indent="-174573" algn="l">
              <a:spcBef>
                <a:spcPts val="1200"/>
              </a:spcBef>
              <a:buClrTx/>
              <a:buFont typeface="Arial" panose="020B0604020202020204" pitchFamily="34" charset="0"/>
              <a:buChar char="•"/>
              <a:defRPr lang="en-US" sz="1400" baseline="0" dirty="0" smtClean="0">
                <a:solidFill>
                  <a:schemeClr val="tx2"/>
                </a:solidFill>
              </a:defRPr>
            </a:lvl3pPr>
            <a:lvl4pPr marL="347559" indent="-172986" algn="l">
              <a:buClrTx/>
              <a:buFont typeface="Arial" panose="020B0604020202020204" pitchFamily="34" charset="0"/>
              <a:buChar char="–"/>
              <a:defRPr lang="en-US" baseline="0" dirty="0" smtClean="0">
                <a:solidFill>
                  <a:schemeClr val="tx2"/>
                </a:solidFill>
              </a:defRPr>
            </a:lvl4pPr>
            <a:lvl5pPr marL="511022" indent="-163464" algn="l">
              <a:buClrTx/>
              <a:buFont typeface="Arial" panose="020B0604020202020204" pitchFamily="34" charset="0"/>
              <a:buChar char="•"/>
              <a:defRPr lang="en-US" dirty="0">
                <a:solidFill>
                  <a:schemeClr val="tx2"/>
                </a:solidFill>
              </a:defRPr>
            </a:lvl5pPr>
            <a:lvl6pPr marL="685594" indent="-174573" algn="l">
              <a:buClrTx/>
              <a:buFont typeface="Arial" panose="020B0604020202020204" pitchFamily="34" charset="0"/>
              <a:buChar char="–"/>
              <a:defRPr baseline="0">
                <a:solidFill>
                  <a:schemeClr val="tx2"/>
                </a:solidFill>
              </a:defRPr>
            </a:lvl6pPr>
            <a:lvl7pPr marL="860167" indent="-172986" algn="l">
              <a:buClrTx/>
              <a:buFont typeface="Arial" panose="020B0604020202020204" pitchFamily="34" charset="0"/>
              <a:buChar char="•"/>
              <a:defRPr/>
            </a:lvl7pPr>
            <a:lvl8pPr marL="1031565" indent="-171399" algn="l">
              <a:buClrTx/>
              <a:buFont typeface="Arial" panose="020B0604020202020204" pitchFamily="34" charset="0"/>
              <a:buChar char="–"/>
              <a:defRPr/>
            </a:lvl8pPr>
            <a:lvl9pPr marL="1202964" indent="-171399" algn="l">
              <a:buClrTx/>
              <a:buFont typeface="Arial" panose="020B0604020202020204" pitchFamily="34" charset="0"/>
              <a:buChar char="•"/>
              <a:defRPr/>
            </a:lvl9pPr>
          </a:lstStyle>
          <a:p>
            <a:pPr lvl="0"/>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9"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199"/>
              </a:spcBef>
              <a:buClrTx/>
              <a:buNone/>
              <a:defRPr lang="en-US" dirty="0" smtClean="0">
                <a:solidFill>
                  <a:schemeClr val="tx2"/>
                </a:solidFill>
              </a:defRPr>
            </a:lvl2pPr>
            <a:lvl3pPr marL="174573" indent="-174573" algn="l">
              <a:spcBef>
                <a:spcPts val="1200"/>
              </a:spcBef>
              <a:buClrTx/>
              <a:buFont typeface="Arial" panose="020B0604020202020204" pitchFamily="34" charset="0"/>
              <a:buChar char="•"/>
              <a:defRPr lang="en-US" sz="1400" baseline="0" dirty="0" smtClean="0">
                <a:solidFill>
                  <a:schemeClr val="tx2"/>
                </a:solidFill>
              </a:defRPr>
            </a:lvl3pPr>
            <a:lvl4pPr marL="347559" indent="-172986" algn="l">
              <a:buClrTx/>
              <a:buFont typeface="Arial" panose="020B0604020202020204" pitchFamily="34" charset="0"/>
              <a:buChar char="–"/>
              <a:defRPr lang="en-US" baseline="0" dirty="0" smtClean="0">
                <a:solidFill>
                  <a:schemeClr val="tx2"/>
                </a:solidFill>
              </a:defRPr>
            </a:lvl4pPr>
            <a:lvl5pPr marL="511022" indent="-163464" algn="l">
              <a:buClrTx/>
              <a:buFont typeface="Arial" panose="020B0604020202020204" pitchFamily="34" charset="0"/>
              <a:buChar char="•"/>
              <a:defRPr lang="en-US" dirty="0">
                <a:solidFill>
                  <a:schemeClr val="tx2"/>
                </a:solidFill>
              </a:defRPr>
            </a:lvl5pPr>
            <a:lvl6pPr marL="685594" indent="-174573" algn="l">
              <a:buClrTx/>
              <a:buFont typeface="Arial" panose="020B0604020202020204" pitchFamily="34" charset="0"/>
              <a:buChar char="–"/>
              <a:defRPr baseline="0">
                <a:solidFill>
                  <a:schemeClr val="tx2"/>
                </a:solidFill>
              </a:defRPr>
            </a:lvl6pPr>
            <a:lvl7pPr marL="860167" indent="-172986" algn="l">
              <a:buClrTx/>
              <a:buFont typeface="Arial" panose="020B0604020202020204" pitchFamily="34" charset="0"/>
              <a:buChar char="•"/>
              <a:defRPr/>
            </a:lvl7pPr>
            <a:lvl8pPr marL="1031565" indent="-171399" algn="l">
              <a:buClrTx/>
              <a:buFont typeface="Arial" panose="020B0604020202020204" pitchFamily="34" charset="0"/>
              <a:buChar char="–"/>
              <a:defRPr/>
            </a:lvl8pPr>
            <a:lvl9pPr marL="1202964" indent="-171399" algn="l">
              <a:buClrTx/>
              <a:buFont typeface="Arial" panose="020B0604020202020204" pitchFamily="34" charset="0"/>
              <a:buChar char="•"/>
              <a:defRPr/>
            </a:lvl9pPr>
          </a:lstStyle>
          <a:p>
            <a:pPr lvl="0"/>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5015127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4939"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buClrTx/>
              <a:defRPr sz="1800" b="1" cap="none" baseline="0">
                <a:solidFill>
                  <a:schemeClr val="tx2"/>
                </a:solidFill>
              </a:defRPr>
            </a:lvl1pPr>
            <a:lvl2pPr marL="0" indent="0">
              <a:buClrTx/>
              <a:buFontTx/>
              <a:buNone/>
              <a:defRPr baseline="0">
                <a:solidFill>
                  <a:schemeClr val="tx2"/>
                </a:solidFill>
              </a:defRPr>
            </a:lvl2pPr>
            <a:lvl3pPr marL="172986" indent="-172986">
              <a:buClrTx/>
              <a:buFont typeface="Arial" panose="020B0604020202020204" pitchFamily="34" charset="0"/>
              <a:buChar char="•"/>
              <a:defRPr baseline="0">
                <a:solidFill>
                  <a:schemeClr val="tx2"/>
                </a:solidFill>
              </a:defRPr>
            </a:lvl3pPr>
            <a:lvl4pPr marL="347559" indent="-174573">
              <a:buClrTx/>
              <a:buFont typeface="Arial" panose="020B0604020202020204" pitchFamily="34" charset="0"/>
              <a:buChar char="–"/>
              <a:defRPr>
                <a:solidFill>
                  <a:schemeClr val="tx2"/>
                </a:solidFill>
              </a:defRPr>
            </a:lvl4pPr>
            <a:lvl5pPr marL="509435" indent="-161876">
              <a:buClrTx/>
              <a:buFont typeface="Arial" panose="020B0604020202020204" pitchFamily="34" charset="0"/>
              <a:buChar char="•"/>
              <a:defRPr baseline="0">
                <a:solidFill>
                  <a:schemeClr val="tx2"/>
                </a:solidFill>
              </a:defRPr>
            </a:lvl5pPr>
            <a:lvl6pPr marL="682420" indent="-172986">
              <a:buClrTx/>
              <a:buFont typeface="Arial" panose="020B0604020202020204" pitchFamily="34" charset="0"/>
              <a:buChar char="–"/>
              <a:defRPr/>
            </a:lvl6pPr>
            <a:lvl7pPr marL="856993" indent="-174573">
              <a:buClrTx/>
              <a:buFont typeface="Arial" panose="020B0604020202020204" pitchFamily="34" charset="0"/>
              <a:buChar char="•"/>
              <a:defRPr/>
            </a:lvl7pPr>
            <a:lvl8pPr marL="1029979" indent="-172986">
              <a:buClrTx/>
              <a:buFont typeface="Arial" panose="020B0604020202020204" pitchFamily="34" charset="0"/>
              <a:buChar char="–"/>
              <a:defRPr/>
            </a:lvl8pPr>
            <a:lvl9pPr marL="1202964" indent="-172986">
              <a:buClrTx/>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39277020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29269588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600">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1" y="960557"/>
            <a:ext cx="11188701" cy="757255"/>
          </a:xfrm>
          <a:prstGeom prst="rect">
            <a:avLst/>
          </a:prstGeom>
        </p:spPr>
        <p:txBody>
          <a:bodyPr lIns="0" tIns="0" rIns="0" bIns="0">
            <a:noAutofit/>
          </a:bodyPr>
          <a:lstStyle>
            <a:lvl1pPr marL="0" indent="0">
              <a:buNone/>
              <a:defRPr sz="18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40770356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re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4"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5" name="Group 4">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6"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7"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p:txBody>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817834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26462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extBox 1"/>
          <p:cNvSpPr txBox="1"/>
          <p:nvPr userDrawn="1"/>
        </p:nvSpPr>
        <p:spPr>
          <a:xfrm>
            <a:off x="3813934" y="2941081"/>
            <a:ext cx="4564136" cy="830997"/>
          </a:xfrm>
          <a:prstGeom prst="rect">
            <a:avLst/>
          </a:prstGeom>
          <a:noFill/>
        </p:spPr>
        <p:txBody>
          <a:bodyPr wrap="square" lIns="0" tIns="0" rIns="0" bIns="0" rtlCol="0" anchor="ctr">
            <a:spAutoFit/>
          </a:bodyPr>
          <a:lstStyle/>
          <a:p>
            <a:pPr algn="ctr"/>
            <a:r>
              <a:rPr lang="en-US" sz="5400" b="1">
                <a:solidFill>
                  <a:schemeClr val="accent2"/>
                </a:solidFill>
              </a:rPr>
              <a:t>Thank you</a:t>
            </a:r>
          </a:p>
        </p:txBody>
      </p:sp>
    </p:spTree>
    <p:extLst>
      <p:ext uri="{BB962C8B-B14F-4D97-AF65-F5344CB8AC3E}">
        <p14:creationId xmlns:p14="http://schemas.microsoft.com/office/powerpoint/2010/main" val="7628277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2" y="0"/>
            <a:ext cx="12192000" cy="6858000"/>
          </a:xfrm>
          <a:prstGeom prst="rect">
            <a:avLst/>
          </a:prstGeom>
          <a:solidFill>
            <a:schemeClr val="bg1">
              <a:lumMod val="85000"/>
            </a:schemeClr>
          </a:solidFill>
        </p:spPr>
        <p:txBody>
          <a:bodyPr anchor="ctr"/>
          <a:lstStyle>
            <a:lvl1pPr marL="0" marR="0" indent="0" algn="ctr" defTabSz="457063" rtl="0" eaLnBrk="1" fontAlgn="auto" latinLnBrk="0" hangingPunct="1">
              <a:lnSpc>
                <a:spcPct val="100000"/>
              </a:lnSpc>
              <a:spcBef>
                <a:spcPts val="0"/>
              </a:spcBef>
              <a:spcAft>
                <a:spcPts val="0"/>
              </a:spcAft>
              <a:buClrTx/>
              <a:buSzTx/>
              <a:buFont typeface="Arial"/>
              <a:buNone/>
              <a:tabLst/>
              <a:defRPr>
                <a:solidFill>
                  <a:schemeClr val="accent6"/>
                </a:solidFill>
                <a:latin typeface="+mn-lt"/>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4" name="Text Placeholder 8"/>
          <p:cNvSpPr>
            <a:spLocks noGrp="1"/>
          </p:cNvSpPr>
          <p:nvPr>
            <p:ph type="body" sz="quarter" idx="18" hasCustomPrompt="1"/>
          </p:nvPr>
        </p:nvSpPr>
        <p:spPr>
          <a:xfrm>
            <a:off x="845172" y="1196075"/>
            <a:ext cx="3069479" cy="1444752"/>
          </a:xfrm>
        </p:spPr>
        <p:txBody>
          <a:bodyPr/>
          <a:lstStyle>
            <a:lvl1pPr algn="l">
              <a:lnSpc>
                <a:spcPct val="80000"/>
              </a:lnSpc>
              <a:spcBef>
                <a:spcPts val="0"/>
              </a:spcBef>
              <a:defRPr sz="5400" b="1">
                <a:solidFill>
                  <a:schemeClr val="bg1"/>
                </a:solidFill>
              </a:defRPr>
            </a:lvl1pPr>
          </a:lstStyle>
          <a:p>
            <a:pPr lvl="0"/>
            <a:r>
              <a:rPr lang="en-US"/>
              <a:t>Closing slide</a:t>
            </a:r>
          </a:p>
        </p:txBody>
      </p:sp>
    </p:spTree>
    <p:extLst>
      <p:ext uri="{BB962C8B-B14F-4D97-AF65-F5344CB8AC3E}">
        <p14:creationId xmlns:p14="http://schemas.microsoft.com/office/powerpoint/2010/main" val="182673866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grpSp>
        <p:nvGrpSpPr>
          <p:cNvPr id="2" name="Group 1"/>
          <p:cNvGrpSpPr>
            <a:grpSpLocks noChangeAspect="1"/>
          </p:cNvGrpSpPr>
          <p:nvPr userDrawn="1"/>
        </p:nvGrpSpPr>
        <p:grpSpPr>
          <a:xfrm>
            <a:off x="3490045" y="253570"/>
            <a:ext cx="5211911" cy="640080"/>
            <a:chOff x="2825581" y="3027447"/>
            <a:chExt cx="6537663" cy="803106"/>
          </a:xfrm>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6023520" y="3050215"/>
              <a:ext cx="3134808" cy="775163"/>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5280439" y="3027447"/>
              <a:ext cx="671671" cy="803106"/>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3879141" y="3027447"/>
              <a:ext cx="748256" cy="803106"/>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4575651" y="3050215"/>
              <a:ext cx="746186" cy="758604"/>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2825581" y="3027447"/>
              <a:ext cx="978011" cy="803106"/>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9211109" y="3657720"/>
              <a:ext cx="152135" cy="156275"/>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grpSp>
    </p:spTree>
    <p:extLst>
      <p:ext uri="{BB962C8B-B14F-4D97-AF65-F5344CB8AC3E}">
        <p14:creationId xmlns:p14="http://schemas.microsoft.com/office/powerpoint/2010/main" val="361140166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2"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4" name="Group 3">
            <a:extLst>
              <a:ext uri="{FF2B5EF4-FFF2-40B4-BE49-F238E27FC236}">
                <a16:creationId xmlns:a16="http://schemas.microsoft.com/office/drawing/2014/main" id="{40949C91-C34A-48C0-97AF-F55ED1D82DFF}"/>
              </a:ext>
            </a:extLst>
          </p:cNvPr>
          <p:cNvGrpSpPr>
            <a:grpSpLocks noChangeAspect="1"/>
          </p:cNvGrpSpPr>
          <p:nvPr userDrawn="1"/>
        </p:nvGrpSpPr>
        <p:grpSpPr>
          <a:xfrm>
            <a:off x="2826319" y="3027447"/>
            <a:ext cx="6539366" cy="803106"/>
            <a:chOff x="1011652" y="1504398"/>
            <a:chExt cx="10028238" cy="1231900"/>
          </a:xfrm>
          <a:solidFill>
            <a:schemeClr val="bg1"/>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2633393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ubtitle, Breadcrumbs">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2"/>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Text Placeholder 5">
            <a:extLst>
              <a:ext uri="{FF2B5EF4-FFF2-40B4-BE49-F238E27FC236}">
                <a16:creationId xmlns:a16="http://schemas.microsoft.com/office/drawing/2014/main" id="{43669498-C6A1-44F1-9D19-E5BD0D403EA8}"/>
              </a:ext>
            </a:extLst>
          </p:cNvPr>
          <p:cNvSpPr>
            <a:spLocks noGrp="1"/>
          </p:cNvSpPr>
          <p:nvPr>
            <p:ph type="body" sz="quarter" idx="15" hasCustomPrompt="1"/>
          </p:nvPr>
        </p:nvSpPr>
        <p:spPr>
          <a:xfrm>
            <a:off x="469900" y="180915"/>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462" lvl="0" indent="-228462"/>
            <a:r>
              <a:rPr lang="en-US"/>
              <a:t>BREADCRUMBS</a:t>
            </a:r>
          </a:p>
        </p:txBody>
      </p:sp>
    </p:spTree>
    <p:extLst>
      <p:ext uri="{BB962C8B-B14F-4D97-AF65-F5344CB8AC3E}">
        <p14:creationId xmlns:p14="http://schemas.microsoft.com/office/powerpoint/2010/main" val="333661056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2"/>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4007420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78560507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6C42718-30DC-4BF5-83B8-F07AB67E7F2D}"/>
              </a:ext>
            </a:extLst>
          </p:cNvPr>
          <p:cNvSpPr>
            <a:spLocks noGrp="1"/>
          </p:cNvSpPr>
          <p:nvPr>
            <p:ph type="body" sz="quarter" idx="10"/>
          </p:nvPr>
        </p:nvSpPr>
        <p:spPr>
          <a:xfrm>
            <a:off x="609602" y="2298704"/>
            <a:ext cx="10982633" cy="830997"/>
          </a:xfrm>
        </p:spPr>
        <p:txBody>
          <a:bodyPr/>
          <a:lstStyle>
            <a:lvl1pPr marL="0" indent="0">
              <a:buClr>
                <a:schemeClr val="bg1"/>
              </a:buClr>
              <a:buNone/>
              <a:defRPr sz="4800">
                <a:solidFill>
                  <a:schemeClr val="bg1"/>
                </a:solidFill>
              </a:defRPr>
            </a:lvl1pPr>
          </a:lstStyle>
          <a:p>
            <a:pPr lvl="0"/>
            <a:endParaRPr lang="en-US"/>
          </a:p>
        </p:txBody>
      </p:sp>
    </p:spTree>
    <p:extLst>
      <p:ext uri="{BB962C8B-B14F-4D97-AF65-F5344CB8AC3E}">
        <p14:creationId xmlns:p14="http://schemas.microsoft.com/office/powerpoint/2010/main" val="409233127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46978-702E-4430-8A8E-D53AA508F3CB}"/>
              </a:ext>
            </a:extLst>
          </p:cNvPr>
          <p:cNvSpPr txBox="1"/>
          <p:nvPr userDrawn="1"/>
        </p:nvSpPr>
        <p:spPr>
          <a:xfrm>
            <a:off x="914402" y="1217629"/>
            <a:ext cx="10363200" cy="4616648"/>
          </a:xfrm>
          <a:prstGeom prst="rect">
            <a:avLst/>
          </a:prstGeom>
          <a:noFill/>
        </p:spPr>
        <p:txBody>
          <a:bodyPr wrap="square" rtlCol="0">
            <a:spAutoFit/>
          </a:bodyPr>
          <a:lstStyle/>
          <a:p>
            <a:pPr algn="ctr"/>
            <a:r>
              <a:rPr lang="en-US" sz="11500" b="1"/>
              <a:t>Do not use this</a:t>
            </a:r>
            <a:r>
              <a:rPr lang="en-US" sz="11500" b="1" baseline="0"/>
              <a:t> layout</a:t>
            </a:r>
          </a:p>
          <a:p>
            <a:pPr algn="ctr"/>
            <a:endParaRPr lang="en-US" sz="3200" b="1" baseline="0"/>
          </a:p>
          <a:p>
            <a:pPr algn="ctr"/>
            <a:r>
              <a:rPr lang="en-US" sz="3200" b="0" baseline="0"/>
              <a:t>Delete any master slides that occur after this layout</a:t>
            </a:r>
            <a:endParaRPr lang="en-US" sz="3200" b="0"/>
          </a:p>
        </p:txBody>
      </p:sp>
    </p:spTree>
    <p:extLst>
      <p:ext uri="{BB962C8B-B14F-4D97-AF65-F5344CB8AC3E}">
        <p14:creationId xmlns:p14="http://schemas.microsoft.com/office/powerpoint/2010/main" val="138942801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4" y="4965307"/>
            <a:ext cx="4407673" cy="897983"/>
          </a:xfrm>
        </p:spPr>
        <p:txBody>
          <a:bodyPr anchor="b" anchorCtr="0"/>
          <a:lstStyle>
            <a:lvl1pPr>
              <a:lnSpc>
                <a:spcPct val="85000"/>
              </a:lnSpc>
              <a:defRPr sz="2800" b="1" baseline="0">
                <a:latin typeface="+mn-lt"/>
              </a:defRPr>
            </a:lvl1pPr>
          </a:lstStyle>
          <a:p>
            <a:r>
              <a:rPr lang="en-US"/>
              <a:t>Click to edit Title</a:t>
            </a:r>
          </a:p>
        </p:txBody>
      </p:sp>
      <p:sp>
        <p:nvSpPr>
          <p:cNvPr id="6" name="Text Placeholder 9"/>
          <p:cNvSpPr>
            <a:spLocks noGrp="1"/>
          </p:cNvSpPr>
          <p:nvPr>
            <p:ph type="body" sz="quarter" idx="16" hasCustomPrompt="1"/>
          </p:nvPr>
        </p:nvSpPr>
        <p:spPr>
          <a:xfrm>
            <a:off x="914404" y="5940667"/>
            <a:ext cx="4407673" cy="478209"/>
          </a:xfrm>
        </p:spPr>
        <p:txBody>
          <a:bodyPr vert="horz" lIns="0" tIns="0" rIns="0" bIns="0" rtlCol="0">
            <a:noAutofit/>
          </a:bodyPr>
          <a:lstStyle>
            <a:lvl1pPr marL="0" indent="0">
              <a:buNone/>
              <a:defRPr lang="en-US" sz="1200" dirty="0"/>
            </a:lvl1pPr>
          </a:lstStyle>
          <a:p>
            <a:pPr marL="228462" lvl="0" indent="-228462">
              <a:lnSpc>
                <a:spcPct val="130000"/>
              </a:lnSpc>
            </a:pPr>
            <a:r>
              <a:rPr lang="en-US"/>
              <a:t>Click to edit Subtitle</a:t>
            </a:r>
          </a:p>
        </p:txBody>
      </p:sp>
      <p:sp>
        <p:nvSpPr>
          <p:cNvPr id="7" name="Text Placeholder 9"/>
          <p:cNvSpPr>
            <a:spLocks noGrp="1"/>
          </p:cNvSpPr>
          <p:nvPr>
            <p:ph type="body" sz="quarter" idx="17" hasCustomPrompt="1"/>
          </p:nvPr>
        </p:nvSpPr>
        <p:spPr>
          <a:xfrm>
            <a:off x="914404"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462" lvl="0" indent="-228462"/>
            <a:r>
              <a:rPr lang="en-US"/>
              <a:t>Date</a:t>
            </a:r>
          </a:p>
        </p:txBody>
      </p:sp>
      <p:sp>
        <p:nvSpPr>
          <p:cNvPr id="8" name="Picture Placeholder 7"/>
          <p:cNvSpPr>
            <a:spLocks noGrp="1"/>
          </p:cNvSpPr>
          <p:nvPr>
            <p:ph type="pic" sz="quarter" idx="19" hasCustomPrompt="1"/>
          </p:nvPr>
        </p:nvSpPr>
        <p:spPr>
          <a:xfrm>
            <a:off x="5322076" y="0"/>
            <a:ext cx="6869925" cy="6858000"/>
          </a:xfrm>
        </p:spPr>
        <p:txBody>
          <a:bodyPr anchor="ctr"/>
          <a:lstStyle>
            <a:lvl1pPr marL="0" indent="0" algn="ctr">
              <a:buNone/>
              <a:defRPr/>
            </a:lvl1pPr>
          </a:lstStyle>
          <a:p>
            <a:r>
              <a:rPr lang="en-US"/>
              <a:t>Click to insert picture</a:t>
            </a:r>
          </a:p>
        </p:txBody>
      </p:sp>
      <p:pic>
        <p:nvPicPr>
          <p:cNvPr id="11" name="Picture 10">
            <a:extLst>
              <a:ext uri="{FF2B5EF4-FFF2-40B4-BE49-F238E27FC236}">
                <a16:creationId xmlns:a16="http://schemas.microsoft.com/office/drawing/2014/main" id="{582ECD92-3C5F-485A-83D0-7BE7BAC91467}"/>
              </a:ext>
            </a:extLst>
          </p:cNvPr>
          <p:cNvPicPr>
            <a:picLocks noChangeAspect="1"/>
          </p:cNvPicPr>
          <p:nvPr userDrawn="1"/>
        </p:nvPicPr>
        <p:blipFill>
          <a:blip r:embed="rId2"/>
          <a:stretch>
            <a:fillRect/>
          </a:stretch>
        </p:blipFill>
        <p:spPr>
          <a:xfrm>
            <a:off x="914404" y="599140"/>
            <a:ext cx="2275745" cy="1167456"/>
          </a:xfrm>
          <a:prstGeom prst="rect">
            <a:avLst/>
          </a:prstGeom>
        </p:spPr>
      </p:pic>
    </p:spTree>
    <p:extLst>
      <p:ext uri="{BB962C8B-B14F-4D97-AF65-F5344CB8AC3E}">
        <p14:creationId xmlns:p14="http://schemas.microsoft.com/office/powerpoint/2010/main" val="361440573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2" y="4"/>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4"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4" y="5694833"/>
            <a:ext cx="4389120" cy="1163171"/>
          </a:xfrm>
        </p:spPr>
        <p:txBody>
          <a:bodyPr vert="horz" lIns="365760" tIns="0" rIns="365760" bIns="0" rtlCol="0">
            <a:noAutofit/>
          </a:bodyPr>
          <a:lstStyle>
            <a:lvl1pPr marL="0" indent="0">
              <a:buNone/>
              <a:defRPr lang="en-US" sz="1400" baseline="0" dirty="0"/>
            </a:lvl1pPr>
          </a:lstStyle>
          <a:p>
            <a:pPr marL="228462" lvl="0" indent="-228462">
              <a:lnSpc>
                <a:spcPct val="130000"/>
              </a:lnSpc>
            </a:pPr>
            <a:r>
              <a:rPr lang="en-US"/>
              <a:t>Click to edit subtitle</a:t>
            </a:r>
          </a:p>
        </p:txBody>
      </p:sp>
    </p:spTree>
    <p:extLst>
      <p:ext uri="{BB962C8B-B14F-4D97-AF65-F5344CB8AC3E}">
        <p14:creationId xmlns:p14="http://schemas.microsoft.com/office/powerpoint/2010/main" val="38841893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hree Content with Graphic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B6C09C-1569-4654-BB41-00C9680D23C8}"/>
              </a:ext>
            </a:extLst>
          </p:cNvPr>
          <p:cNvSpPr>
            <a:spLocks noGrp="1"/>
          </p:cNvSpPr>
          <p:nvPr>
            <p:ph type="title" hasCustomPrompt="1"/>
          </p:nvPr>
        </p:nvSpPr>
        <p:spPr>
          <a:xfrm>
            <a:off x="557930" y="649224"/>
            <a:ext cx="10382997" cy="767080"/>
          </a:xfrm>
        </p:spPr>
        <p:txBody>
          <a:bodyPr anchor="t"/>
          <a:lstStyle>
            <a:lvl1pPr>
              <a:defRPr baseline="0"/>
            </a:lvl1pPr>
          </a:lstStyle>
          <a:p>
            <a:r>
              <a:rPr lang="en-US"/>
              <a:t>Click to add title for three-column with text and pictograms</a:t>
            </a:r>
          </a:p>
        </p:txBody>
      </p:sp>
      <p:sp>
        <p:nvSpPr>
          <p:cNvPr id="4" name="Content Placeholder 5">
            <a:extLst>
              <a:ext uri="{FF2B5EF4-FFF2-40B4-BE49-F238E27FC236}">
                <a16:creationId xmlns:a16="http://schemas.microsoft.com/office/drawing/2014/main" id="{876397E4-B71C-46AA-956F-3D980F86C3DA}"/>
              </a:ext>
            </a:extLst>
          </p:cNvPr>
          <p:cNvSpPr>
            <a:spLocks noGrp="1"/>
          </p:cNvSpPr>
          <p:nvPr>
            <p:ph sz="quarter" idx="12" hasCustomPrompt="1"/>
          </p:nvPr>
        </p:nvSpPr>
        <p:spPr>
          <a:xfrm>
            <a:off x="1114332" y="3474720"/>
            <a:ext cx="2926080" cy="2278380"/>
          </a:xfrm>
        </p:spPr>
        <p:txBody>
          <a:bodyPr/>
          <a:lstStyle>
            <a:lvl1pPr algn="ctr">
              <a:spcBef>
                <a:spcPts val="1200"/>
              </a:spcBef>
              <a:defRPr sz="2000" b="1"/>
            </a:lvl1pPr>
            <a:lvl2pPr marL="0" indent="0" algn="ctr">
              <a:spcBef>
                <a:spcPts val="1200"/>
              </a:spcBef>
              <a:buFontTx/>
              <a:buNone/>
              <a:defRPr sz="1500" baseline="0"/>
            </a:lvl2pPr>
          </a:lstStyle>
          <a:p>
            <a:pPr lvl="0"/>
            <a:r>
              <a:rPr lang="en-US"/>
              <a:t>Header</a:t>
            </a:r>
          </a:p>
          <a:p>
            <a:pPr lvl="1"/>
            <a:r>
              <a:rPr lang="en-US"/>
              <a:t>Descriptor text</a:t>
            </a:r>
          </a:p>
        </p:txBody>
      </p:sp>
      <p:sp>
        <p:nvSpPr>
          <p:cNvPr id="5" name="Content Placeholder 5">
            <a:extLst>
              <a:ext uri="{FF2B5EF4-FFF2-40B4-BE49-F238E27FC236}">
                <a16:creationId xmlns:a16="http://schemas.microsoft.com/office/drawing/2014/main" id="{69553113-2B4B-401B-B370-4B3C744FACE9}"/>
              </a:ext>
            </a:extLst>
          </p:cNvPr>
          <p:cNvSpPr>
            <a:spLocks noGrp="1"/>
          </p:cNvSpPr>
          <p:nvPr>
            <p:ph sz="quarter" idx="14" hasCustomPrompt="1"/>
          </p:nvPr>
        </p:nvSpPr>
        <p:spPr>
          <a:xfrm>
            <a:off x="4629476"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
        <p:nvSpPr>
          <p:cNvPr id="6" name="Content Placeholder 5">
            <a:extLst>
              <a:ext uri="{FF2B5EF4-FFF2-40B4-BE49-F238E27FC236}">
                <a16:creationId xmlns:a16="http://schemas.microsoft.com/office/drawing/2014/main" id="{9357CE74-CA0B-4C5C-9F24-0A4DDE0192E7}"/>
              </a:ext>
            </a:extLst>
          </p:cNvPr>
          <p:cNvSpPr>
            <a:spLocks noGrp="1"/>
          </p:cNvSpPr>
          <p:nvPr>
            <p:ph sz="quarter" idx="15" hasCustomPrompt="1"/>
          </p:nvPr>
        </p:nvSpPr>
        <p:spPr>
          <a:xfrm>
            <a:off x="8144620"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Tree>
    <p:extLst>
      <p:ext uri="{BB962C8B-B14F-4D97-AF65-F5344CB8AC3E}">
        <p14:creationId xmlns:p14="http://schemas.microsoft.com/office/powerpoint/2010/main" val="195739567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468879"/>
            <a:ext cx="8229600" cy="2286000"/>
          </a:xfrm>
        </p:spPr>
        <p:txBody>
          <a:bodyPr rIns="0" anchor="b" anchorCtr="0"/>
          <a:lstStyle>
            <a:lvl1pPr>
              <a:lnSpc>
                <a:spcPct val="90000"/>
              </a:lnSpc>
              <a:defRPr sz="4800"/>
            </a:lvl1pPr>
          </a:lstStyle>
          <a:p>
            <a:r>
              <a:rPr lang="en-US"/>
              <a:t>Click to Edit Master Title Style</a:t>
            </a:r>
          </a:p>
        </p:txBody>
      </p:sp>
      <p:sp>
        <p:nvSpPr>
          <p:cNvPr id="3" name="Subtitle 2"/>
          <p:cNvSpPr>
            <a:spLocks noGrp="1"/>
          </p:cNvSpPr>
          <p:nvPr>
            <p:ph type="subTitle" idx="1"/>
          </p:nvPr>
        </p:nvSpPr>
        <p:spPr>
          <a:xfrm>
            <a:off x="609600" y="4892040"/>
            <a:ext cx="6096000" cy="914400"/>
          </a:xfrm>
        </p:spPr>
        <p:txBody>
          <a:bodyPr/>
          <a:lstStyle>
            <a:lvl1pPr marL="0" indent="0" algn="l">
              <a:spcBef>
                <a:spcPts val="600"/>
              </a:spcBef>
              <a:buNone/>
              <a:defRPr sz="1800" b="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23" name="Slide Number Placeholder 5"/>
          <p:cNvSpPr>
            <a:spLocks noGrp="1"/>
          </p:cNvSpPr>
          <p:nvPr>
            <p:ph type="sldNum" sz="quarter" idx="4"/>
          </p:nvPr>
        </p:nvSpPr>
        <p:spPr bwMode="gray">
          <a:xfrm>
            <a:off x="11753088" y="6510528"/>
            <a:ext cx="426720" cy="137160"/>
          </a:xfrm>
          <a:prstGeom prst="rect">
            <a:avLst/>
          </a:prstGeom>
        </p:spPr>
        <p:txBody>
          <a:bodyPr vert="horz" lIns="0" tIns="0" rIns="0" bIns="0" rtlCol="0" anchor="t" anchorCtr="0"/>
          <a:lstStyle>
            <a:lvl1pPr algn="l">
              <a:defRPr sz="1000">
                <a:solidFill>
                  <a:schemeClr val="tx1">
                    <a:lumMod val="50000"/>
                    <a:lumOff val="50000"/>
                  </a:schemeClr>
                </a:solidFill>
              </a:defRPr>
            </a:lvl1p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grpSp>
        <p:nvGrpSpPr>
          <p:cNvPr id="22" name="Group 21">
            <a:extLst>
              <a:ext uri="{FF2B5EF4-FFF2-40B4-BE49-F238E27FC236}">
                <a16:creationId xmlns:a16="http://schemas.microsoft.com/office/drawing/2014/main" id="{57A9747A-7A28-497C-A900-083BDB6ECD04}"/>
              </a:ext>
            </a:extLst>
          </p:cNvPr>
          <p:cNvGrpSpPr>
            <a:grpSpLocks noChangeAspect="1"/>
          </p:cNvGrpSpPr>
          <p:nvPr userDrawn="1"/>
        </p:nvGrpSpPr>
        <p:grpSpPr>
          <a:xfrm>
            <a:off x="464809" y="468378"/>
            <a:ext cx="2042438" cy="259837"/>
            <a:chOff x="279400" y="2781300"/>
            <a:chExt cx="8585200" cy="1092200"/>
          </a:xfrm>
        </p:grpSpPr>
        <p:sp>
          <p:nvSpPr>
            <p:cNvPr id="24" name="Freeform 5">
              <a:extLst>
                <a:ext uri="{FF2B5EF4-FFF2-40B4-BE49-F238E27FC236}">
                  <a16:creationId xmlns:a16="http://schemas.microsoft.com/office/drawing/2014/main" id="{CC44B8E0-69F8-4A5E-8ECE-835AAAC5CCA0}"/>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5" name="Freeform 6">
              <a:extLst>
                <a:ext uri="{FF2B5EF4-FFF2-40B4-BE49-F238E27FC236}">
                  <a16:creationId xmlns:a16="http://schemas.microsoft.com/office/drawing/2014/main" id="{8B2EDFB3-CD08-48BB-A592-D17F32F7D95A}"/>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6" name="Freeform 7">
              <a:extLst>
                <a:ext uri="{FF2B5EF4-FFF2-40B4-BE49-F238E27FC236}">
                  <a16:creationId xmlns:a16="http://schemas.microsoft.com/office/drawing/2014/main" id="{524335DE-FD52-4D70-97B5-3388CB1E60E1}"/>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7" name="Freeform 8">
              <a:extLst>
                <a:ext uri="{FF2B5EF4-FFF2-40B4-BE49-F238E27FC236}">
                  <a16:creationId xmlns:a16="http://schemas.microsoft.com/office/drawing/2014/main" id="{8D974B9E-8BF8-44DF-8BBD-18A3F2D3CFAB}"/>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8" name="Freeform 9">
              <a:extLst>
                <a:ext uri="{FF2B5EF4-FFF2-40B4-BE49-F238E27FC236}">
                  <a16:creationId xmlns:a16="http://schemas.microsoft.com/office/drawing/2014/main" id="{74A474E1-547B-4FE4-9023-4F21EF321FF1}"/>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9" name="Freeform 10">
              <a:extLst>
                <a:ext uri="{FF2B5EF4-FFF2-40B4-BE49-F238E27FC236}">
                  <a16:creationId xmlns:a16="http://schemas.microsoft.com/office/drawing/2014/main" id="{101DE800-8AF4-455E-88E7-A3605B90BD20}"/>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0" name="Freeform 11">
              <a:extLst>
                <a:ext uri="{FF2B5EF4-FFF2-40B4-BE49-F238E27FC236}">
                  <a16:creationId xmlns:a16="http://schemas.microsoft.com/office/drawing/2014/main" id="{385FB826-A49A-474D-B26F-4F2615E00279}"/>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1" name="Freeform 12">
              <a:extLst>
                <a:ext uri="{FF2B5EF4-FFF2-40B4-BE49-F238E27FC236}">
                  <a16:creationId xmlns:a16="http://schemas.microsoft.com/office/drawing/2014/main" id="{263F7053-CF54-4773-988F-C9AD6514284B}"/>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2" name="Freeform 13">
              <a:extLst>
                <a:ext uri="{FF2B5EF4-FFF2-40B4-BE49-F238E27FC236}">
                  <a16:creationId xmlns:a16="http://schemas.microsoft.com/office/drawing/2014/main" id="{EB7C6D45-9D41-4CFC-B8F8-5AE77FA98381}"/>
                </a:ext>
              </a:extLst>
            </p:cNvPr>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3" name="Freeform 14">
              <a:extLst>
                <a:ext uri="{FF2B5EF4-FFF2-40B4-BE49-F238E27FC236}">
                  <a16:creationId xmlns:a16="http://schemas.microsoft.com/office/drawing/2014/main" id="{65A9BCBC-EFB8-4D1A-87A3-17457E49A057}"/>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grpSp>
    </p:spTree>
    <p:extLst>
      <p:ext uri="{BB962C8B-B14F-4D97-AF65-F5344CB8AC3E}">
        <p14:creationId xmlns:p14="http://schemas.microsoft.com/office/powerpoint/2010/main" val="656316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itle" preserve="1">
  <p:cSld name="Title Slide Alternat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9600" y="2468879"/>
            <a:ext cx="8229600" cy="2286000"/>
          </a:xfrm>
        </p:spPr>
        <p:txBody>
          <a:bodyPr rIns="0" anchor="b" anchorCtr="0"/>
          <a:lstStyle>
            <a:lvl1pPr>
              <a:lnSpc>
                <a:spcPct val="90000"/>
              </a:lnSpc>
              <a:defRPr sz="4800">
                <a:solidFill>
                  <a:schemeClr val="bg1"/>
                </a:solidFill>
              </a:defRPr>
            </a:lvl1pPr>
          </a:lstStyle>
          <a:p>
            <a:r>
              <a:rPr lang="en-US"/>
              <a:t>Click to Edit Master Title Style</a:t>
            </a:r>
          </a:p>
        </p:txBody>
      </p:sp>
      <p:sp>
        <p:nvSpPr>
          <p:cNvPr id="3" name="Subtitle 2"/>
          <p:cNvSpPr>
            <a:spLocks noGrp="1"/>
          </p:cNvSpPr>
          <p:nvPr>
            <p:ph type="subTitle" idx="1"/>
          </p:nvPr>
        </p:nvSpPr>
        <p:spPr bwMode="invGray">
          <a:xfrm>
            <a:off x="609600" y="4892040"/>
            <a:ext cx="6096000" cy="914400"/>
          </a:xfrm>
        </p:spPr>
        <p:txBody>
          <a:bodyPr/>
          <a:lstStyle>
            <a:lvl1pPr marL="0" indent="0" algn="l">
              <a:spcBef>
                <a:spcPts val="600"/>
              </a:spcBef>
              <a:buNone/>
              <a:defRPr sz="1800" b="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Footer Placeholder 4"/>
          <p:cNvSpPr>
            <a:spLocks noGrp="1"/>
          </p:cNvSpPr>
          <p:nvPr>
            <p:ph type="ftr" sz="quarter" idx="11"/>
          </p:nvPr>
        </p:nvSpPr>
        <p:spPr bwMode="invGray">
          <a:xfrm>
            <a:off x="609600" y="6492240"/>
            <a:ext cx="7315200" cy="219456"/>
          </a:xfrm>
        </p:spPr>
        <p:txBody>
          <a:bodyPr/>
          <a:lstStyle>
            <a:lvl1pPr>
              <a:defRPr>
                <a:solidFill>
                  <a:schemeClr val="bg1"/>
                </a:solidFill>
              </a:defRPr>
            </a:lvl1pPr>
          </a:lstStyle>
          <a:p>
            <a:endParaRPr lang="en-US">
              <a:solidFill>
                <a:prstClr val="white"/>
              </a:solidFill>
            </a:endParaRPr>
          </a:p>
        </p:txBody>
      </p:sp>
      <p:grpSp>
        <p:nvGrpSpPr>
          <p:cNvPr id="21" name="Group 20">
            <a:extLst>
              <a:ext uri="{FF2B5EF4-FFF2-40B4-BE49-F238E27FC236}">
                <a16:creationId xmlns:a16="http://schemas.microsoft.com/office/drawing/2014/main" id="{9F23B3C1-5A62-4B69-B102-C6185FED4315}"/>
              </a:ext>
            </a:extLst>
          </p:cNvPr>
          <p:cNvGrpSpPr>
            <a:grpSpLocks noChangeAspect="1"/>
          </p:cNvGrpSpPr>
          <p:nvPr userDrawn="1"/>
        </p:nvGrpSpPr>
        <p:grpSpPr bwMode="black">
          <a:xfrm>
            <a:off x="464809" y="468378"/>
            <a:ext cx="2042438" cy="259837"/>
            <a:chOff x="279400" y="2781300"/>
            <a:chExt cx="8585200" cy="1092200"/>
          </a:xfrm>
          <a:solidFill>
            <a:schemeClr val="bg1"/>
          </a:solidFill>
        </p:grpSpPr>
        <p:sp>
          <p:nvSpPr>
            <p:cNvPr id="22" name="Freeform 5">
              <a:extLst>
                <a:ext uri="{FF2B5EF4-FFF2-40B4-BE49-F238E27FC236}">
                  <a16:creationId xmlns:a16="http://schemas.microsoft.com/office/drawing/2014/main" id="{C1579F0A-1236-4E43-A6CB-A81E02B38958}"/>
                </a:ext>
              </a:extLst>
            </p:cNvPr>
            <p:cNvSpPr>
              <a:spLocks/>
            </p:cNvSpPr>
            <p:nvPr/>
          </p:nvSpPr>
          <p:spPr bwMode="black">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3" name="Freeform 6">
              <a:extLst>
                <a:ext uri="{FF2B5EF4-FFF2-40B4-BE49-F238E27FC236}">
                  <a16:creationId xmlns:a16="http://schemas.microsoft.com/office/drawing/2014/main" id="{08E078CC-2CF0-47CD-9AC4-18F48F8EB303}"/>
                </a:ext>
              </a:extLst>
            </p:cNvPr>
            <p:cNvSpPr>
              <a:spLocks/>
            </p:cNvSpPr>
            <p:nvPr/>
          </p:nvSpPr>
          <p:spPr bwMode="black">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4" name="Freeform 7">
              <a:extLst>
                <a:ext uri="{FF2B5EF4-FFF2-40B4-BE49-F238E27FC236}">
                  <a16:creationId xmlns:a16="http://schemas.microsoft.com/office/drawing/2014/main" id="{D868D01B-175F-4535-B959-07B75761D297}"/>
                </a:ext>
              </a:extLst>
            </p:cNvPr>
            <p:cNvSpPr>
              <a:spLocks noEditPoints="1"/>
            </p:cNvSpPr>
            <p:nvPr/>
          </p:nvSpPr>
          <p:spPr bwMode="black">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5" name="Freeform 8">
              <a:extLst>
                <a:ext uri="{FF2B5EF4-FFF2-40B4-BE49-F238E27FC236}">
                  <a16:creationId xmlns:a16="http://schemas.microsoft.com/office/drawing/2014/main" id="{EA28040A-2B40-4B7F-BDF1-E905FBE09E61}"/>
                </a:ext>
              </a:extLst>
            </p:cNvPr>
            <p:cNvSpPr>
              <a:spLocks noEditPoints="1"/>
            </p:cNvSpPr>
            <p:nvPr/>
          </p:nvSpPr>
          <p:spPr bwMode="black">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6" name="Freeform 9">
              <a:extLst>
                <a:ext uri="{FF2B5EF4-FFF2-40B4-BE49-F238E27FC236}">
                  <a16:creationId xmlns:a16="http://schemas.microsoft.com/office/drawing/2014/main" id="{28B112FC-D822-4060-A9C8-B2EFFFBA4B57}"/>
                </a:ext>
              </a:extLst>
            </p:cNvPr>
            <p:cNvSpPr>
              <a:spLocks/>
            </p:cNvSpPr>
            <p:nvPr/>
          </p:nvSpPr>
          <p:spPr bwMode="black">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7" name="Freeform 10">
              <a:extLst>
                <a:ext uri="{FF2B5EF4-FFF2-40B4-BE49-F238E27FC236}">
                  <a16:creationId xmlns:a16="http://schemas.microsoft.com/office/drawing/2014/main" id="{AD1008E6-7D7D-4CEC-9EBE-FC5B347A41F6}"/>
                </a:ext>
              </a:extLst>
            </p:cNvPr>
            <p:cNvSpPr>
              <a:spLocks/>
            </p:cNvSpPr>
            <p:nvPr/>
          </p:nvSpPr>
          <p:spPr bwMode="black">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8" name="Freeform 11">
              <a:extLst>
                <a:ext uri="{FF2B5EF4-FFF2-40B4-BE49-F238E27FC236}">
                  <a16:creationId xmlns:a16="http://schemas.microsoft.com/office/drawing/2014/main" id="{7F70C38B-0A20-461C-942B-9415CD5DB70A}"/>
                </a:ext>
              </a:extLst>
            </p:cNvPr>
            <p:cNvSpPr>
              <a:spLocks/>
            </p:cNvSpPr>
            <p:nvPr/>
          </p:nvSpPr>
          <p:spPr bwMode="black">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9" name="Freeform 12">
              <a:extLst>
                <a:ext uri="{FF2B5EF4-FFF2-40B4-BE49-F238E27FC236}">
                  <a16:creationId xmlns:a16="http://schemas.microsoft.com/office/drawing/2014/main" id="{28FE5204-AB8C-4B06-830E-DB0EBF4F9093}"/>
                </a:ext>
              </a:extLst>
            </p:cNvPr>
            <p:cNvSpPr>
              <a:spLocks/>
            </p:cNvSpPr>
            <p:nvPr/>
          </p:nvSpPr>
          <p:spPr bwMode="black">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0" name="Freeform 13">
              <a:extLst>
                <a:ext uri="{FF2B5EF4-FFF2-40B4-BE49-F238E27FC236}">
                  <a16:creationId xmlns:a16="http://schemas.microsoft.com/office/drawing/2014/main" id="{F8AA875D-CBFE-4BA5-8ACA-36D248038A22}"/>
                </a:ext>
              </a:extLst>
            </p:cNvPr>
            <p:cNvSpPr>
              <a:spLocks/>
            </p:cNvSpPr>
            <p:nvPr/>
          </p:nvSpPr>
          <p:spPr bwMode="black">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1" name="Freeform 14">
              <a:extLst>
                <a:ext uri="{FF2B5EF4-FFF2-40B4-BE49-F238E27FC236}">
                  <a16:creationId xmlns:a16="http://schemas.microsoft.com/office/drawing/2014/main" id="{C5F5F5B1-021D-4F8D-8755-D38E8EC2009E}"/>
                </a:ext>
              </a:extLst>
            </p:cNvPr>
            <p:cNvSpPr>
              <a:spLocks/>
            </p:cNvSpPr>
            <p:nvPr/>
          </p:nvSpPr>
          <p:spPr bwMode="black">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grpSp>
    </p:spTree>
    <p:extLst>
      <p:ext uri="{BB962C8B-B14F-4D97-AF65-F5344CB8AC3E}">
        <p14:creationId xmlns:p14="http://schemas.microsoft.com/office/powerpoint/2010/main" val="247638862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endParaRPr lang="en-US">
              <a:solidFill>
                <a:prstClr val="black">
                  <a:lumMod val="50000"/>
                  <a:lumOff val="50000"/>
                </a:prstClr>
              </a:solidFill>
            </a:endParaRPr>
          </a:p>
        </p:txBody>
      </p:sp>
      <p:sp>
        <p:nvSpPr>
          <p:cNvPr id="4" name="Slide Number Placeholder 3"/>
          <p:cNvSpPr>
            <a:spLocks noGrp="1"/>
          </p:cNvSpPr>
          <p:nvPr>
            <p:ph type="sldNum" sz="quarter" idx="11"/>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
        <p:nvSpPr>
          <p:cNvPr id="6" name="Table Placeholder 5"/>
          <p:cNvSpPr>
            <a:spLocks noGrp="1"/>
          </p:cNvSpPr>
          <p:nvPr>
            <p:ph type="tbl" sz="quarter" idx="12"/>
          </p:nvPr>
        </p:nvSpPr>
        <p:spPr>
          <a:xfrm>
            <a:off x="609599" y="1463040"/>
            <a:ext cx="9387840" cy="4389120"/>
          </a:xfrm>
        </p:spPr>
        <p:txBody>
          <a:bodyPr/>
          <a:lstStyle>
            <a:lvl1pPr>
              <a:defRPr>
                <a:solidFill>
                  <a:schemeClr val="tx1">
                    <a:lumMod val="75000"/>
                    <a:lumOff val="25000"/>
                  </a:schemeClr>
                </a:solidFill>
              </a:defRPr>
            </a:lvl1pPr>
          </a:lstStyle>
          <a:p>
            <a:r>
              <a:rPr lang="en-US"/>
              <a:t>Click icon to add table</a:t>
            </a:r>
          </a:p>
        </p:txBody>
      </p:sp>
    </p:spTree>
    <p:extLst>
      <p:ext uri="{BB962C8B-B14F-4D97-AF65-F5344CB8AC3E}">
        <p14:creationId xmlns:p14="http://schemas.microsoft.com/office/powerpoint/2010/main" val="39623147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4" name="Object 3"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bwMode="gray"/>
        <p:txBody>
          <a:bodyPr/>
          <a:lstStyle>
            <a:lvl1pPr>
              <a:defRPr cap="none" baseline="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solidFill>
                <a:prstClr val="black">
                  <a:lumMod val="50000"/>
                  <a:lumOff val="50000"/>
                </a:prstClr>
              </a:solidFill>
            </a:endParaRPr>
          </a:p>
        </p:txBody>
      </p:sp>
      <p:sp>
        <p:nvSpPr>
          <p:cNvPr id="6" name="Slide Number Placeholder 5"/>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4469241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93192"/>
            <a:ext cx="10972800" cy="822960"/>
          </a:xfrm>
        </p:spPr>
        <p:txBody>
          <a:bodyPr/>
          <a:lstStyle/>
          <a:p>
            <a:r>
              <a:rPr lang="en-US"/>
              <a:t>Click to edit Master title style</a:t>
            </a:r>
          </a:p>
        </p:txBody>
      </p:sp>
      <p:sp>
        <p:nvSpPr>
          <p:cNvPr id="3" name="Content Placeholder 2"/>
          <p:cNvSpPr>
            <a:spLocks noGrp="1"/>
          </p:cNvSpPr>
          <p:nvPr>
            <p:ph sz="half" idx="1"/>
          </p:nvPr>
        </p:nvSpPr>
        <p:spPr bwMode="gray">
          <a:xfrm>
            <a:off x="609613" y="1463040"/>
            <a:ext cx="5238479" cy="4389120"/>
          </a:xfrm>
        </p:spPr>
        <p:txBody>
          <a:bodyPr vert="horz" lIns="0" tIns="0" rIns="91440" bIns="0" rtlCol="0">
            <a:noAutofit/>
          </a:bodyPr>
          <a:lstStyle>
            <a:lvl1pPr>
              <a:defRPr lang="en-US" cap="none" baseline="0"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bwMode="gray">
          <a:xfrm>
            <a:off x="6343925" y="1463040"/>
            <a:ext cx="5238479" cy="4389120"/>
          </a:xfrm>
        </p:spPr>
        <p:txBody>
          <a:bodyPr vert="horz" lIns="0" tIns="0" rIns="91440" bIns="0" rtlCol="0">
            <a:noAutofit/>
          </a:bodyPr>
          <a:lstStyle>
            <a:lvl1pPr>
              <a:defRPr lang="en-US" cap="none" baseline="0"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solidFill>
                <a:prstClr val="black">
                  <a:lumMod val="50000"/>
                  <a:lumOff val="50000"/>
                </a:prstClr>
              </a:solidFill>
            </a:endParaRPr>
          </a:p>
        </p:txBody>
      </p:sp>
      <p:sp>
        <p:nvSpPr>
          <p:cNvPr id="7" name="Slide Number Placeholder 6"/>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74976899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wo Content with Image">
    <p:spTree>
      <p:nvGrpSpPr>
        <p:cNvPr id="1" name=""/>
        <p:cNvGrpSpPr/>
        <p:nvPr/>
      </p:nvGrpSpPr>
      <p:grpSpPr>
        <a:xfrm>
          <a:off x="0" y="0"/>
          <a:ext cx="0" cy="0"/>
          <a:chOff x="0" y="0"/>
          <a:chExt cx="0" cy="0"/>
        </a:xfrm>
      </p:grpSpPr>
      <p:sp>
        <p:nvSpPr>
          <p:cNvPr id="2" name="Title 1"/>
          <p:cNvSpPr>
            <a:spLocks noGrp="1"/>
          </p:cNvSpPr>
          <p:nvPr>
            <p:ph type="title"/>
          </p:nvPr>
        </p:nvSpPr>
        <p:spPr>
          <a:xfrm>
            <a:off x="609600" y="393192"/>
            <a:ext cx="10972800" cy="822960"/>
          </a:xfrm>
        </p:spPr>
        <p:txBody>
          <a:bodyPr/>
          <a:lstStyle/>
          <a:p>
            <a:r>
              <a:rPr lang="en-US"/>
              <a:t>Click to edit Master title style</a:t>
            </a:r>
          </a:p>
        </p:txBody>
      </p:sp>
      <p:sp>
        <p:nvSpPr>
          <p:cNvPr id="3" name="Content Placeholder 2"/>
          <p:cNvSpPr>
            <a:spLocks noGrp="1"/>
          </p:cNvSpPr>
          <p:nvPr>
            <p:ph sz="half" idx="1"/>
          </p:nvPr>
        </p:nvSpPr>
        <p:spPr bwMode="gray">
          <a:xfrm>
            <a:off x="609613" y="1463040"/>
            <a:ext cx="5238479" cy="4389120"/>
          </a:xfrm>
        </p:spPr>
        <p:txBody>
          <a:bodyPr vert="horz" lIns="0" tIns="0" rIns="91440" bIns="0" rtlCol="0">
            <a:noAutofit/>
          </a:bodyPr>
          <a:lstStyle>
            <a:lvl1pPr>
              <a:defRPr lang="en-US" cap="none" baseline="0"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solidFill>
                <a:prstClr val="black">
                  <a:lumMod val="50000"/>
                  <a:lumOff val="50000"/>
                </a:prstClr>
              </a:solidFill>
            </a:endParaRPr>
          </a:p>
        </p:txBody>
      </p:sp>
      <p:sp>
        <p:nvSpPr>
          <p:cNvPr id="7" name="Slide Number Placeholder 6"/>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
        <p:nvSpPr>
          <p:cNvPr id="8" name="Text Placeholder 7"/>
          <p:cNvSpPr>
            <a:spLocks noGrp="1"/>
          </p:cNvSpPr>
          <p:nvPr>
            <p:ph type="body" sz="quarter" idx="13"/>
          </p:nvPr>
        </p:nvSpPr>
        <p:spPr>
          <a:xfrm>
            <a:off x="6339840" y="1463675"/>
            <a:ext cx="5242560" cy="502920"/>
          </a:xfrm>
          <a:solidFill>
            <a:schemeClr val="tx1"/>
          </a:solidFill>
        </p:spPr>
        <p:txBody>
          <a:bodyPr lIns="91440" anchor="ctr" anchorCtr="0"/>
          <a:lstStyle>
            <a:lvl1pPr>
              <a:defRPr sz="1600" cap="all" baseline="0">
                <a:solidFill>
                  <a:schemeClr val="bg1"/>
                </a:solidFill>
              </a:defRPr>
            </a:lvl1pPr>
          </a:lstStyle>
          <a:p>
            <a:pPr lvl="0"/>
            <a:r>
              <a:rPr lang="en-US"/>
              <a:t>Click to edit Master text styles</a:t>
            </a:r>
          </a:p>
        </p:txBody>
      </p:sp>
      <p:sp>
        <p:nvSpPr>
          <p:cNvPr id="10" name="Text Placeholder 9"/>
          <p:cNvSpPr>
            <a:spLocks noGrp="1"/>
          </p:cNvSpPr>
          <p:nvPr>
            <p:ph type="body" sz="quarter" idx="14" hasCustomPrompt="1"/>
          </p:nvPr>
        </p:nvSpPr>
        <p:spPr>
          <a:xfrm>
            <a:off x="6339421" y="2057399"/>
            <a:ext cx="5242983" cy="3794760"/>
          </a:xfrm>
          <a:solidFill>
            <a:schemeClr val="bg2"/>
          </a:solidFill>
        </p:spPr>
        <p:txBody>
          <a:bodyPr lIns="91440" anchor="ctr" anchorCtr="0"/>
          <a:lstStyle>
            <a:lvl1pPr>
              <a:defRPr sz="1600">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algn="ctr"/>
            <a:r>
              <a:rPr lang="en-US" sz="1400">
                <a:solidFill>
                  <a:schemeClr val="tx1">
                    <a:lumMod val="50000"/>
                    <a:lumOff val="50000"/>
                  </a:schemeClr>
                </a:solidFill>
              </a:rPr>
              <a:t>Use this box as a cropping and positioning guideline for inserted images</a:t>
            </a:r>
          </a:p>
          <a:p>
            <a:pPr algn="ctr"/>
            <a:r>
              <a:rPr lang="en-US" sz="1400">
                <a:solidFill>
                  <a:schemeClr val="tx1">
                    <a:lumMod val="50000"/>
                    <a:lumOff val="50000"/>
                  </a:schemeClr>
                </a:solidFill>
              </a:rPr>
              <a:t>Position image over this area and crop to edges of gray box</a:t>
            </a:r>
          </a:p>
          <a:p>
            <a:pPr algn="ctr"/>
            <a:r>
              <a:rPr lang="en-US" sz="1400">
                <a:solidFill>
                  <a:schemeClr val="tx1">
                    <a:lumMod val="50000"/>
                    <a:lumOff val="50000"/>
                  </a:schemeClr>
                </a:solidFill>
              </a:rPr>
              <a:t>Since “Snap to shape” is activated by default, cropping will be easy and accurate</a:t>
            </a:r>
          </a:p>
        </p:txBody>
      </p:sp>
    </p:spTree>
    <p:extLst>
      <p:ext uri="{BB962C8B-B14F-4D97-AF65-F5344CB8AC3E}">
        <p14:creationId xmlns:p14="http://schemas.microsoft.com/office/powerpoint/2010/main" val="1658368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93192"/>
            <a:ext cx="10972800" cy="82296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5" y="1463045"/>
            <a:ext cx="5388864" cy="502601"/>
          </a:xfrm>
          <a:solidFill>
            <a:schemeClr val="tx1"/>
          </a:solidFill>
        </p:spPr>
        <p:txBody>
          <a:bodyPr lIns="91440" anchor="ctr" anchorCtr="0"/>
          <a:lstStyle>
            <a:lvl1pPr marL="0" indent="0">
              <a:buNone/>
              <a:defRPr sz="1600" b="1" cap="all">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5" y="2057400"/>
            <a:ext cx="5388864" cy="3794760"/>
          </a:xfrm>
          <a:solidFill>
            <a:schemeClr val="bg2"/>
          </a:solidFill>
        </p:spPr>
        <p:txBody>
          <a:bodyPr lIns="91440" tIns="91440" rIns="137160" bIns="91440"/>
          <a:lstStyle>
            <a:lvl1pPr marL="228600" indent="-228600">
              <a:spcBef>
                <a:spcPts val="1200"/>
              </a:spcBef>
              <a:buClr>
                <a:schemeClr val="tx1"/>
              </a:buClr>
              <a:buFont typeface="Arial"/>
              <a:buChar char="•"/>
              <a:defRPr sz="1800" b="0">
                <a:solidFill>
                  <a:schemeClr val="tx1"/>
                </a:solidFill>
              </a:defRPr>
            </a:lvl1pPr>
            <a:lvl2pPr marL="457200" indent="-228600">
              <a:spcBef>
                <a:spcPts val="600"/>
              </a:spcBef>
              <a:buClr>
                <a:schemeClr val="tx1">
                  <a:lumMod val="75000"/>
                  <a:lumOff val="25000"/>
                </a:schemeClr>
              </a:buClr>
              <a:buFont typeface="Lucida Grande"/>
              <a:buChar char="–"/>
              <a:defRPr sz="1600">
                <a:solidFill>
                  <a:schemeClr val="tx1">
                    <a:lumMod val="75000"/>
                    <a:lumOff val="25000"/>
                  </a:schemeClr>
                </a:solidFill>
              </a:defRPr>
            </a:lvl2pPr>
            <a:lvl3pPr marL="731520" indent="-182880">
              <a:spcBef>
                <a:spcPts val="600"/>
              </a:spcBef>
              <a:buClr>
                <a:schemeClr val="tx1">
                  <a:lumMod val="75000"/>
                  <a:lumOff val="25000"/>
                </a:schemeClr>
              </a:buClr>
              <a:buFont typeface="Arial"/>
              <a:buChar char="•"/>
              <a:defRPr sz="1600">
                <a:solidFill>
                  <a:schemeClr val="tx1">
                    <a:lumMod val="75000"/>
                    <a:lumOff val="25000"/>
                  </a:schemeClr>
                </a:solidFill>
              </a:defRPr>
            </a:lvl3pPr>
            <a:lvl4pPr marL="1005840" indent="-182880">
              <a:spcBef>
                <a:spcPts val="300"/>
              </a:spcBef>
              <a:buClr>
                <a:schemeClr val="tx1">
                  <a:lumMod val="75000"/>
                  <a:lumOff val="25000"/>
                </a:schemeClr>
              </a:buClr>
              <a:buFont typeface="Lucida Grande"/>
              <a:buChar char="»"/>
              <a:defRPr sz="1400">
                <a:solidFill>
                  <a:schemeClr val="tx1">
                    <a:lumMod val="75000"/>
                    <a:lumOff val="25000"/>
                  </a:schemeClr>
                </a:solidFill>
              </a:defRPr>
            </a:lvl4pPr>
            <a:lvl5pPr marL="1234440" indent="-182880">
              <a:buFont typeface="Lucida Grande"/>
              <a:buChar char="»"/>
              <a:defRPr sz="1100">
                <a:solidFill>
                  <a:schemeClr val="accent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6197600" y="1463045"/>
            <a:ext cx="5388864" cy="502601"/>
          </a:xfrm>
          <a:solidFill>
            <a:schemeClr val="tx2"/>
          </a:solidFill>
        </p:spPr>
        <p:txBody>
          <a:bodyPr lIns="91440" anchor="ctr" anchorCtr="0"/>
          <a:lstStyle>
            <a:lvl1pPr marL="0" indent="0">
              <a:buNone/>
              <a:defRPr sz="1600" b="1" cap="all">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7600" y="2057400"/>
            <a:ext cx="5388864" cy="3794760"/>
          </a:xfrm>
          <a:solidFill>
            <a:schemeClr val="bg2"/>
          </a:solidFill>
        </p:spPr>
        <p:txBody>
          <a:bodyPr lIns="91440" tIns="91440" rIns="137160" bIns="91440"/>
          <a:lstStyle>
            <a:lvl1pPr marL="228600" indent="-228600">
              <a:spcBef>
                <a:spcPts val="1200"/>
              </a:spcBef>
              <a:buClr>
                <a:schemeClr val="tx1"/>
              </a:buClr>
              <a:buFont typeface="Arial"/>
              <a:buChar char="•"/>
              <a:defRPr sz="1800" b="0">
                <a:solidFill>
                  <a:schemeClr val="tx1"/>
                </a:solidFill>
              </a:defRPr>
            </a:lvl1pPr>
            <a:lvl2pPr marL="457200" indent="-228600">
              <a:spcBef>
                <a:spcPts val="600"/>
              </a:spcBef>
              <a:buClr>
                <a:schemeClr val="tx1">
                  <a:lumMod val="75000"/>
                  <a:lumOff val="25000"/>
                </a:schemeClr>
              </a:buClr>
              <a:buFont typeface="Lucida Grande"/>
              <a:buChar char="–"/>
              <a:defRPr sz="1600">
                <a:solidFill>
                  <a:schemeClr val="tx1">
                    <a:lumMod val="75000"/>
                    <a:lumOff val="25000"/>
                  </a:schemeClr>
                </a:solidFill>
              </a:defRPr>
            </a:lvl2pPr>
            <a:lvl3pPr marL="731520" indent="-182880">
              <a:spcBef>
                <a:spcPts val="600"/>
              </a:spcBef>
              <a:buClr>
                <a:schemeClr val="tx1">
                  <a:lumMod val="75000"/>
                  <a:lumOff val="25000"/>
                </a:schemeClr>
              </a:buClr>
              <a:buFont typeface="Arial"/>
              <a:buChar char="•"/>
              <a:defRPr sz="1600">
                <a:solidFill>
                  <a:schemeClr val="tx1">
                    <a:lumMod val="75000"/>
                    <a:lumOff val="25000"/>
                  </a:schemeClr>
                </a:solidFill>
              </a:defRPr>
            </a:lvl3pPr>
            <a:lvl4pPr marL="1005840" indent="-182880">
              <a:spcBef>
                <a:spcPts val="300"/>
              </a:spcBef>
              <a:buClr>
                <a:schemeClr val="tx1">
                  <a:lumMod val="75000"/>
                  <a:lumOff val="25000"/>
                </a:schemeClr>
              </a:buClr>
              <a:buFont typeface="Lucida Grande"/>
              <a:buChar char="»"/>
              <a:defRPr sz="1400">
                <a:solidFill>
                  <a:schemeClr val="tx1">
                    <a:lumMod val="75000"/>
                    <a:lumOff val="25000"/>
                  </a:schemeClr>
                </a:solidFill>
              </a:defRPr>
            </a:lvl4pPr>
            <a:lvl5pPr marL="1234440" indent="-182880">
              <a:buFont typeface="Lucida Grande"/>
              <a:buChar char="»"/>
              <a:defRPr sz="1100">
                <a:solidFill>
                  <a:schemeClr val="accent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p:cNvSpPr>
            <a:spLocks noGrp="1"/>
          </p:cNvSpPr>
          <p:nvPr>
            <p:ph type="ftr" sz="quarter" idx="11"/>
          </p:nvPr>
        </p:nvSpPr>
        <p:spPr/>
        <p:txBody>
          <a:bodyPr/>
          <a:lstStyle/>
          <a:p>
            <a:endParaRPr lang="en-US">
              <a:solidFill>
                <a:prstClr val="black">
                  <a:lumMod val="50000"/>
                  <a:lumOff val="50000"/>
                </a:prstClr>
              </a:solidFill>
            </a:endParaRPr>
          </a:p>
        </p:txBody>
      </p:sp>
      <p:sp>
        <p:nvSpPr>
          <p:cNvPr id="9" name="Slide Number Placeholder 8"/>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89759000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hree 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93192"/>
            <a:ext cx="10972800" cy="82296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5" y="1463045"/>
            <a:ext cx="3572256" cy="502601"/>
          </a:xfrm>
          <a:solidFill>
            <a:schemeClr val="tx1"/>
          </a:solidFill>
        </p:spPr>
        <p:txBody>
          <a:bodyPr lIns="91440" anchor="ctr" anchorCtr="0"/>
          <a:lstStyle>
            <a:lvl1pPr marL="0" indent="0">
              <a:buNone/>
              <a:defRPr sz="1400" b="1" cap="all">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5" y="2057400"/>
            <a:ext cx="3572256" cy="3794760"/>
          </a:xfrm>
          <a:solidFill>
            <a:schemeClr val="bg2"/>
          </a:solidFill>
        </p:spPr>
        <p:txBody>
          <a:bodyPr lIns="91440" tIns="91440" rIns="137160" bIns="91440"/>
          <a:lstStyle>
            <a:lvl1pPr marL="182880" indent="-182880">
              <a:spcBef>
                <a:spcPts val="1200"/>
              </a:spcBef>
              <a:buClr>
                <a:schemeClr val="tx1"/>
              </a:buClr>
              <a:buFont typeface="Arial"/>
              <a:buChar char="•"/>
              <a:defRPr sz="1600" b="0">
                <a:solidFill>
                  <a:schemeClr val="tx1"/>
                </a:solidFill>
              </a:defRPr>
            </a:lvl1pPr>
            <a:lvl2pPr marL="457200" indent="-182880">
              <a:spcBef>
                <a:spcPts val="600"/>
              </a:spcBef>
              <a:buClr>
                <a:schemeClr val="tx1">
                  <a:lumMod val="75000"/>
                  <a:lumOff val="25000"/>
                </a:schemeClr>
              </a:buClr>
              <a:buFont typeface="Lucida Grande"/>
              <a:buChar char="–"/>
              <a:defRPr sz="1400">
                <a:solidFill>
                  <a:schemeClr val="tx1">
                    <a:lumMod val="75000"/>
                    <a:lumOff val="25000"/>
                  </a:schemeClr>
                </a:solidFill>
              </a:defRPr>
            </a:lvl2pPr>
            <a:lvl3pPr marL="731520" indent="-182880">
              <a:spcBef>
                <a:spcPts val="600"/>
              </a:spcBef>
              <a:buClr>
                <a:schemeClr val="tx1">
                  <a:lumMod val="75000"/>
                  <a:lumOff val="25000"/>
                </a:schemeClr>
              </a:buClr>
              <a:buFont typeface="Arial"/>
              <a:buChar char="•"/>
              <a:defRPr sz="1400">
                <a:solidFill>
                  <a:schemeClr val="tx1">
                    <a:lumMod val="75000"/>
                    <a:lumOff val="25000"/>
                  </a:schemeClr>
                </a:solidFill>
              </a:defRPr>
            </a:lvl3pPr>
            <a:lvl4pPr marL="1005840" indent="-182880">
              <a:spcBef>
                <a:spcPts val="300"/>
              </a:spcBef>
              <a:buClr>
                <a:schemeClr val="tx1">
                  <a:lumMod val="75000"/>
                  <a:lumOff val="25000"/>
                </a:schemeClr>
              </a:buClr>
              <a:buFont typeface="Lucida Grande"/>
              <a:buChar char="»"/>
              <a:defRPr sz="1200">
                <a:solidFill>
                  <a:schemeClr val="tx1">
                    <a:lumMod val="75000"/>
                    <a:lumOff val="25000"/>
                  </a:schemeClr>
                </a:solidFill>
              </a:defRPr>
            </a:lvl4pPr>
            <a:lvl5pPr marL="1234440" indent="-182880">
              <a:buFont typeface="Lucida Grande"/>
              <a:buChar char="»"/>
              <a:defRPr sz="1100">
                <a:solidFill>
                  <a:schemeClr val="accent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309875" y="1463045"/>
            <a:ext cx="3572256" cy="502601"/>
          </a:xfrm>
          <a:solidFill>
            <a:schemeClr val="tx2"/>
          </a:solidFill>
        </p:spPr>
        <p:txBody>
          <a:bodyPr lIns="91440" anchor="ctr" anchorCtr="0"/>
          <a:lstStyle>
            <a:lvl1pPr marL="0" indent="0">
              <a:buNone/>
              <a:defRPr sz="1400" b="1" cap="all">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309875" y="2057400"/>
            <a:ext cx="3572256" cy="3794760"/>
          </a:xfrm>
          <a:solidFill>
            <a:schemeClr val="bg2"/>
          </a:solidFill>
        </p:spPr>
        <p:txBody>
          <a:bodyPr lIns="91440" tIns="91440" rIns="137160" bIns="91440"/>
          <a:lstStyle>
            <a:lvl1pPr marL="228600" indent="-182880">
              <a:spcBef>
                <a:spcPts val="1200"/>
              </a:spcBef>
              <a:buClr>
                <a:schemeClr val="tx1"/>
              </a:buClr>
              <a:buFont typeface="Arial"/>
              <a:buChar char="•"/>
              <a:defRPr sz="1600" b="0">
                <a:solidFill>
                  <a:schemeClr val="tx1"/>
                </a:solidFill>
              </a:defRPr>
            </a:lvl1pPr>
            <a:lvl2pPr marL="457200" indent="-182880">
              <a:spcBef>
                <a:spcPts val="600"/>
              </a:spcBef>
              <a:buClr>
                <a:schemeClr val="tx1">
                  <a:lumMod val="75000"/>
                  <a:lumOff val="25000"/>
                </a:schemeClr>
              </a:buClr>
              <a:buFont typeface="Lucida Grande"/>
              <a:buChar char="–"/>
              <a:defRPr sz="1400">
                <a:solidFill>
                  <a:schemeClr val="tx1">
                    <a:lumMod val="75000"/>
                    <a:lumOff val="25000"/>
                  </a:schemeClr>
                </a:solidFill>
              </a:defRPr>
            </a:lvl2pPr>
            <a:lvl3pPr marL="731520" indent="-182880">
              <a:spcBef>
                <a:spcPts val="600"/>
              </a:spcBef>
              <a:buClr>
                <a:schemeClr val="tx1">
                  <a:lumMod val="75000"/>
                  <a:lumOff val="25000"/>
                </a:schemeClr>
              </a:buClr>
              <a:buFont typeface="Arial"/>
              <a:buChar char="•"/>
              <a:defRPr sz="1400">
                <a:solidFill>
                  <a:schemeClr val="tx1">
                    <a:lumMod val="75000"/>
                    <a:lumOff val="25000"/>
                  </a:schemeClr>
                </a:solidFill>
              </a:defRPr>
            </a:lvl3pPr>
            <a:lvl4pPr marL="1005840" indent="-182880">
              <a:spcBef>
                <a:spcPts val="300"/>
              </a:spcBef>
              <a:buClr>
                <a:schemeClr val="tx1">
                  <a:lumMod val="75000"/>
                  <a:lumOff val="25000"/>
                </a:schemeClr>
              </a:buClr>
              <a:buFont typeface="Lucida Grande"/>
              <a:buChar char="»"/>
              <a:defRPr sz="1200">
                <a:solidFill>
                  <a:schemeClr val="tx1">
                    <a:lumMod val="75000"/>
                    <a:lumOff val="25000"/>
                  </a:schemeClr>
                </a:solidFill>
              </a:defRPr>
            </a:lvl4pPr>
            <a:lvl5pPr marL="1234440" indent="-182880">
              <a:buFont typeface="Lucida Grande"/>
              <a:buChar char="»"/>
              <a:defRPr sz="1100">
                <a:solidFill>
                  <a:schemeClr val="accent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p:cNvSpPr>
            <a:spLocks noGrp="1"/>
          </p:cNvSpPr>
          <p:nvPr>
            <p:ph type="ftr" sz="quarter" idx="11"/>
          </p:nvPr>
        </p:nvSpPr>
        <p:spPr/>
        <p:txBody>
          <a:bodyPr/>
          <a:lstStyle/>
          <a:p>
            <a:endParaRPr lang="en-US">
              <a:solidFill>
                <a:prstClr val="black">
                  <a:lumMod val="50000"/>
                  <a:lumOff val="50000"/>
                </a:prstClr>
              </a:solidFill>
            </a:endParaRPr>
          </a:p>
        </p:txBody>
      </p:sp>
      <p:sp>
        <p:nvSpPr>
          <p:cNvPr id="9" name="Slide Number Placeholder 8"/>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
        <p:nvSpPr>
          <p:cNvPr id="10" name="Content Placeholder 9"/>
          <p:cNvSpPr>
            <a:spLocks noGrp="1"/>
          </p:cNvSpPr>
          <p:nvPr>
            <p:ph sz="quarter" idx="13"/>
          </p:nvPr>
        </p:nvSpPr>
        <p:spPr>
          <a:xfrm>
            <a:off x="8010144" y="2057405"/>
            <a:ext cx="3572256" cy="3794125"/>
          </a:xfrm>
          <a:solidFill>
            <a:schemeClr val="bg2"/>
          </a:solidFill>
        </p:spPr>
        <p:txBody>
          <a:bodyPr lIns="91440" tIns="91440" rIns="137160" bIns="91440"/>
          <a:lstStyle>
            <a:lvl1pPr marL="228600" indent="-182880">
              <a:spcBef>
                <a:spcPts val="1200"/>
              </a:spcBef>
              <a:buClr>
                <a:schemeClr val="tx1"/>
              </a:buClr>
              <a:buFont typeface="Arial" panose="020B0604020202020204" pitchFamily="34" charset="0"/>
              <a:buChar char="•"/>
              <a:defRPr sz="1600" b="0">
                <a:solidFill>
                  <a:schemeClr val="tx1"/>
                </a:solidFill>
              </a:defRPr>
            </a:lvl1pPr>
            <a:lvl2pPr marL="457200" indent="-182880">
              <a:spcBef>
                <a:spcPts val="600"/>
              </a:spcBef>
              <a:buClr>
                <a:schemeClr val="tx1">
                  <a:lumMod val="75000"/>
                  <a:lumOff val="25000"/>
                </a:schemeClr>
              </a:buClr>
              <a:buFont typeface="Arial" panose="020B0604020202020204" pitchFamily="34" charset="0"/>
              <a:buChar char="–"/>
              <a:defRPr sz="1400" b="0">
                <a:solidFill>
                  <a:schemeClr val="tx1">
                    <a:lumMod val="75000"/>
                    <a:lumOff val="25000"/>
                  </a:schemeClr>
                </a:solidFill>
              </a:defRPr>
            </a:lvl2pPr>
            <a:lvl3pPr marL="731520" indent="-182880">
              <a:spcBef>
                <a:spcPts val="600"/>
              </a:spcBef>
              <a:buClr>
                <a:schemeClr val="tx1">
                  <a:lumMod val="75000"/>
                  <a:lumOff val="25000"/>
                </a:schemeClr>
              </a:buClr>
              <a:buFont typeface="Arial" panose="020B0604020202020204" pitchFamily="34" charset="0"/>
              <a:buChar char="•"/>
              <a:defRPr sz="1400" b="0">
                <a:solidFill>
                  <a:schemeClr val="tx1">
                    <a:lumMod val="75000"/>
                    <a:lumOff val="25000"/>
                  </a:schemeClr>
                </a:solidFill>
              </a:defRPr>
            </a:lvl3pPr>
            <a:lvl4pPr marL="1005840" indent="-182880">
              <a:spcBef>
                <a:spcPts val="300"/>
              </a:spcBef>
              <a:buClr>
                <a:schemeClr val="tx1">
                  <a:lumMod val="75000"/>
                  <a:lumOff val="25000"/>
                </a:schemeClr>
              </a:buClr>
              <a:buFont typeface="Arial" panose="020B0604020202020204" pitchFamily="34" charset="0"/>
              <a:buChar char="»"/>
              <a:defRPr sz="1200" b="0">
                <a:solidFill>
                  <a:schemeClr val="tx1">
                    <a:lumMod val="75000"/>
                    <a:lumOff val="25000"/>
                  </a:schemeClr>
                </a:solidFill>
              </a:defRPr>
            </a:lvl4pPr>
            <a:lvl5pPr>
              <a:defRPr sz="1100" b="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Text Placeholder 11"/>
          <p:cNvSpPr>
            <a:spLocks noGrp="1"/>
          </p:cNvSpPr>
          <p:nvPr>
            <p:ph type="body" sz="quarter" idx="14"/>
          </p:nvPr>
        </p:nvSpPr>
        <p:spPr>
          <a:xfrm>
            <a:off x="8010147" y="1463040"/>
            <a:ext cx="3568700" cy="502920"/>
          </a:xfrm>
          <a:solidFill>
            <a:schemeClr val="accent4"/>
          </a:solidFill>
        </p:spPr>
        <p:txBody>
          <a:bodyPr lIns="91440" anchor="ctr" anchorCtr="0"/>
          <a:lstStyle>
            <a:lvl1pPr>
              <a:defRPr sz="1400" cap="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2632813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Header and Kicker">
    <p:spTree>
      <p:nvGrpSpPr>
        <p:cNvPr id="1" name=""/>
        <p:cNvGrpSpPr/>
        <p:nvPr/>
      </p:nvGrpSpPr>
      <p:grpSpPr>
        <a:xfrm>
          <a:off x="0" y="0"/>
          <a:ext cx="0" cy="0"/>
          <a:chOff x="0" y="0"/>
          <a:chExt cx="0" cy="0"/>
        </a:xfrm>
      </p:grpSpPr>
      <p:sp>
        <p:nvSpPr>
          <p:cNvPr id="5" name="Rectangle 4"/>
          <p:cNvSpPr/>
          <p:nvPr userDrawn="1"/>
        </p:nvSpPr>
        <p:spPr>
          <a:xfrm>
            <a:off x="609604" y="2057400"/>
            <a:ext cx="10972800" cy="3794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2" name="Title 1"/>
          <p:cNvSpPr>
            <a:spLocks noGrp="1"/>
          </p:cNvSpPr>
          <p:nvPr>
            <p:ph type="title"/>
          </p:nvPr>
        </p:nvSpPr>
        <p:spPr>
          <a:xfrm>
            <a:off x="609600" y="393192"/>
            <a:ext cx="10972800" cy="82296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4" y="1463045"/>
            <a:ext cx="10972800" cy="502601"/>
          </a:xfrm>
          <a:solidFill>
            <a:schemeClr val="tx1"/>
          </a:solidFill>
          <a:effectLst/>
        </p:spPr>
        <p:txBody>
          <a:bodyPr lIns="91440" anchor="ctr" anchorCtr="0"/>
          <a:lstStyle>
            <a:lvl1pPr marL="0" indent="0">
              <a:buNone/>
              <a:defRPr sz="1600" b="1" cap="all">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Footer Placeholder 7"/>
          <p:cNvSpPr>
            <a:spLocks noGrp="1"/>
          </p:cNvSpPr>
          <p:nvPr>
            <p:ph type="ftr" sz="quarter" idx="11"/>
          </p:nvPr>
        </p:nvSpPr>
        <p:spPr/>
        <p:txBody>
          <a:bodyPr/>
          <a:lstStyle/>
          <a:p>
            <a:endParaRPr lang="en-US">
              <a:solidFill>
                <a:prstClr val="black">
                  <a:lumMod val="50000"/>
                  <a:lumOff val="50000"/>
                </a:prstClr>
              </a:solidFill>
            </a:endParaRPr>
          </a:p>
        </p:txBody>
      </p:sp>
      <p:sp>
        <p:nvSpPr>
          <p:cNvPr id="9" name="Slide Number Placeholder 8"/>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
        <p:nvSpPr>
          <p:cNvPr id="6" name="Text Placeholder 5"/>
          <p:cNvSpPr>
            <a:spLocks noGrp="1"/>
          </p:cNvSpPr>
          <p:nvPr>
            <p:ph type="body" sz="quarter" idx="13"/>
          </p:nvPr>
        </p:nvSpPr>
        <p:spPr>
          <a:xfrm>
            <a:off x="609603" y="5394960"/>
            <a:ext cx="10972796" cy="457200"/>
          </a:xfrm>
          <a:solidFill>
            <a:schemeClr val="tx1">
              <a:lumMod val="65000"/>
              <a:lumOff val="35000"/>
            </a:schemeClr>
          </a:solidFill>
          <a:ln w="101600">
            <a:noFill/>
            <a:miter lim="800000"/>
          </a:ln>
          <a:effectLst/>
        </p:spPr>
        <p:txBody>
          <a:bodyPr lIns="91440" tIns="45720" bIns="45720" anchor="ctr" anchorCtr="0"/>
          <a:lstStyle>
            <a:lvl1pPr algn="ctr">
              <a:spcBef>
                <a:spcPts val="0"/>
              </a:spcBef>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51199790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274320"/>
            <a:ext cx="9509760" cy="1371600"/>
          </a:xfrm>
        </p:spPr>
        <p:txBody>
          <a:bodyPr rIns="0" anchor="b" anchorCtr="0"/>
          <a:lstStyle>
            <a:lvl1pPr algn="l">
              <a:lnSpc>
                <a:spcPct val="90000"/>
              </a:lnSpc>
              <a:defRPr sz="4400" b="1" cap="none">
                <a:solidFill>
                  <a:schemeClr val="tx1"/>
                </a:solidFill>
              </a:defRPr>
            </a:lvl1pPr>
          </a:lstStyle>
          <a:p>
            <a:r>
              <a:rPr lang="en-US"/>
              <a:t>Click to Edit Master Title Style</a:t>
            </a:r>
          </a:p>
        </p:txBody>
      </p:sp>
      <p:sp>
        <p:nvSpPr>
          <p:cNvPr id="3" name="Text Placeholder 2"/>
          <p:cNvSpPr>
            <a:spLocks noGrp="1"/>
          </p:cNvSpPr>
          <p:nvPr>
            <p:ph type="body" idx="1"/>
          </p:nvPr>
        </p:nvSpPr>
        <p:spPr bwMode="auto">
          <a:xfrm>
            <a:off x="609600" y="2011680"/>
            <a:ext cx="4876800" cy="1005840"/>
          </a:xfrm>
        </p:spPr>
        <p:txBody>
          <a:bodyPr rIns="0" anchor="t" anchorCtr="0"/>
          <a:lstStyle>
            <a:lvl1pPr marL="0" indent="0">
              <a:spcBef>
                <a:spcPts val="60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bwMode="invGray"/>
        <p:txBody>
          <a:bodyPr/>
          <a:lstStyle>
            <a:lvl1pPr>
              <a:defRPr>
                <a:solidFill>
                  <a:schemeClr val="tx1">
                    <a:lumMod val="50000"/>
                    <a:lumOff val="50000"/>
                  </a:schemeClr>
                </a:solidFill>
              </a:defRPr>
            </a:lvl1pPr>
          </a:lstStyle>
          <a:p>
            <a:endParaRPr lang="en-US">
              <a:solidFill>
                <a:prstClr val="black">
                  <a:lumMod val="50000"/>
                  <a:lumOff val="50000"/>
                </a:prstClr>
              </a:solidFill>
            </a:endParaRPr>
          </a:p>
        </p:txBody>
      </p:sp>
      <p:sp>
        <p:nvSpPr>
          <p:cNvPr id="6" name="Slide Number Placeholder 5"/>
          <p:cNvSpPr>
            <a:spLocks noGrp="1"/>
          </p:cNvSpPr>
          <p:nvPr>
            <p:ph type="sldNum" sz="quarter" idx="12"/>
          </p:nvPr>
        </p:nvSpPr>
        <p:spPr bwMode="invGray"/>
        <p:txBody>
          <a:bodyPr/>
          <a:lstStyle>
            <a:lvl1pPr>
              <a:defRPr>
                <a:solidFill>
                  <a:schemeClr val="tx1">
                    <a:lumMod val="50000"/>
                    <a:lumOff val="50000"/>
                  </a:schemeClr>
                </a:solidFill>
              </a:defRPr>
            </a:lvl1p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
        <p:nvSpPr>
          <p:cNvPr id="8" name="TextBox 7"/>
          <p:cNvSpPr txBox="1"/>
          <p:nvPr userDrawn="1"/>
        </p:nvSpPr>
        <p:spPr>
          <a:xfrm>
            <a:off x="-667114" y="1693254"/>
            <a:ext cx="184731" cy="369332"/>
          </a:xfrm>
          <a:prstGeom prst="rect">
            <a:avLst/>
          </a:prstGeom>
          <a:noFill/>
        </p:spPr>
        <p:txBody>
          <a:bodyPr wrap="none" rtlCol="0">
            <a:spAutoFit/>
          </a:bodyPr>
          <a:lstStyle/>
          <a:p>
            <a:pPr defTabSz="457200"/>
            <a:endParaRPr lang="en-US" sz="1800">
              <a:solidFill>
                <a:prstClr val="black"/>
              </a:solidFill>
            </a:endParaRPr>
          </a:p>
        </p:txBody>
      </p:sp>
      <p:grpSp>
        <p:nvGrpSpPr>
          <p:cNvPr id="18" name="Group 17">
            <a:extLst>
              <a:ext uri="{FF2B5EF4-FFF2-40B4-BE49-F238E27FC236}">
                <a16:creationId xmlns:a16="http://schemas.microsoft.com/office/drawing/2014/main" id="{B0EB126B-9A52-4DDB-8432-ECB32A914F2F}"/>
              </a:ext>
            </a:extLst>
          </p:cNvPr>
          <p:cNvGrpSpPr>
            <a:grpSpLocks noChangeAspect="1"/>
          </p:cNvGrpSpPr>
          <p:nvPr userDrawn="1"/>
        </p:nvGrpSpPr>
        <p:grpSpPr>
          <a:xfrm>
            <a:off x="10421112" y="6489600"/>
            <a:ext cx="1161288" cy="147738"/>
            <a:chOff x="279400" y="2781300"/>
            <a:chExt cx="8585200" cy="1092200"/>
          </a:xfrm>
        </p:grpSpPr>
        <p:sp>
          <p:nvSpPr>
            <p:cNvPr id="19" name="Freeform 5">
              <a:extLst>
                <a:ext uri="{FF2B5EF4-FFF2-40B4-BE49-F238E27FC236}">
                  <a16:creationId xmlns:a16="http://schemas.microsoft.com/office/drawing/2014/main" id="{A3C98F87-F76C-4A6F-93C6-10E2919FCE4E}"/>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0" name="Freeform 6">
              <a:extLst>
                <a:ext uri="{FF2B5EF4-FFF2-40B4-BE49-F238E27FC236}">
                  <a16:creationId xmlns:a16="http://schemas.microsoft.com/office/drawing/2014/main" id="{CE2ECA12-9A01-4BF5-BF6D-0B2DABEC8E3A}"/>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1" name="Freeform 7">
              <a:extLst>
                <a:ext uri="{FF2B5EF4-FFF2-40B4-BE49-F238E27FC236}">
                  <a16:creationId xmlns:a16="http://schemas.microsoft.com/office/drawing/2014/main" id="{374B9AFD-4271-44AE-BDF2-865E6E87BC69}"/>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2" name="Freeform 8">
              <a:extLst>
                <a:ext uri="{FF2B5EF4-FFF2-40B4-BE49-F238E27FC236}">
                  <a16:creationId xmlns:a16="http://schemas.microsoft.com/office/drawing/2014/main" id="{7D528D19-0A72-463F-85EB-94108BC2C5A7}"/>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3" name="Freeform 9">
              <a:extLst>
                <a:ext uri="{FF2B5EF4-FFF2-40B4-BE49-F238E27FC236}">
                  <a16:creationId xmlns:a16="http://schemas.microsoft.com/office/drawing/2014/main" id="{7CAAB26A-0C7A-42D2-AB53-F8275FECCFF2}"/>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5" name="Freeform 10">
              <a:extLst>
                <a:ext uri="{FF2B5EF4-FFF2-40B4-BE49-F238E27FC236}">
                  <a16:creationId xmlns:a16="http://schemas.microsoft.com/office/drawing/2014/main" id="{81C4A763-66F3-48ED-9B78-1E6124714C47}"/>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6" name="Freeform 11">
              <a:extLst>
                <a:ext uri="{FF2B5EF4-FFF2-40B4-BE49-F238E27FC236}">
                  <a16:creationId xmlns:a16="http://schemas.microsoft.com/office/drawing/2014/main" id="{A2D33E00-9A2B-41A0-90A6-0FFDB7FEF93B}"/>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7" name="Freeform 12">
              <a:extLst>
                <a:ext uri="{FF2B5EF4-FFF2-40B4-BE49-F238E27FC236}">
                  <a16:creationId xmlns:a16="http://schemas.microsoft.com/office/drawing/2014/main" id="{21709FAF-FBEF-48E4-BCE4-FB9A04D6634E}"/>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8" name="Freeform 13">
              <a:extLst>
                <a:ext uri="{FF2B5EF4-FFF2-40B4-BE49-F238E27FC236}">
                  <a16:creationId xmlns:a16="http://schemas.microsoft.com/office/drawing/2014/main" id="{8F10773C-B3E1-4EB8-BE4D-746813768E83}"/>
                </a:ext>
              </a:extLst>
            </p:cNvPr>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9" name="Freeform 14">
              <a:extLst>
                <a:ext uri="{FF2B5EF4-FFF2-40B4-BE49-F238E27FC236}">
                  <a16:creationId xmlns:a16="http://schemas.microsoft.com/office/drawing/2014/main" id="{32398B52-237A-4F6E-AFC5-C70DCCAF9230}"/>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grpSp>
    </p:spTree>
    <p:extLst>
      <p:ext uri="{BB962C8B-B14F-4D97-AF65-F5344CB8AC3E}">
        <p14:creationId xmlns:p14="http://schemas.microsoft.com/office/powerpoint/2010/main" val="240157215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solidFill>
                <a:prstClr val="black">
                  <a:lumMod val="50000"/>
                  <a:lumOff val="50000"/>
                </a:prstClr>
              </a:solidFill>
            </a:endParaRPr>
          </a:p>
        </p:txBody>
      </p:sp>
      <p:sp>
        <p:nvSpPr>
          <p:cNvPr id="5" name="Slide Number Placeholder 4"/>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4093813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solidFill>
                <a:prstClr val="black">
                  <a:lumMod val="50000"/>
                  <a:lumOff val="50000"/>
                </a:prstClr>
              </a:solidFill>
            </a:endParaRPr>
          </a:p>
        </p:txBody>
      </p:sp>
      <p:sp>
        <p:nvSpPr>
          <p:cNvPr id="4" name="Slide Number Placeholder 3"/>
          <p:cNvSpPr>
            <a:spLocks noGrp="1"/>
          </p:cNvSpPr>
          <p:nvPr>
            <p:ph type="sldNum" sz="quarter" idx="12"/>
          </p:nvPr>
        </p:nvSpPr>
        <p:spPr/>
        <p:txBody>
          <a:body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32375284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2" name="Object 1"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10" name="Text Placeholder 8"/>
          <p:cNvSpPr>
            <a:spLocks noGrp="1"/>
          </p:cNvSpPr>
          <p:nvPr>
            <p:ph type="body" sz="quarter" idx="13" hasCustomPrompt="1"/>
          </p:nvPr>
        </p:nvSpPr>
        <p:spPr>
          <a:xfrm>
            <a:off x="501651" y="651600"/>
            <a:ext cx="11188700" cy="757255"/>
          </a:xfrm>
          <a:prstGeom prst="rect">
            <a:avLst/>
          </a:prstGeom>
        </p:spPr>
        <p:txBody>
          <a:bodyPr lIns="0" tIns="0" rIns="0" bIns="0">
            <a:noAutofit/>
          </a:bodyPr>
          <a:lstStyle>
            <a:lvl1pPr marL="0" indent="0">
              <a:buNone/>
              <a:defRPr sz="2000" b="0">
                <a:solidFill>
                  <a:schemeClr val="tx2"/>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3"/>
            <a:ext cx="11188700"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Slide Number Placeholder 5">
            <a:extLst>
              <a:ext uri="{FF2B5EF4-FFF2-40B4-BE49-F238E27FC236}">
                <a16:creationId xmlns:a16="http://schemas.microsoft.com/office/drawing/2014/main" id="{4A02B6F3-B1C3-4448-A7D1-AB53CB9FDF95}"/>
              </a:ext>
            </a:extLst>
          </p:cNvPr>
          <p:cNvSpPr>
            <a:spLocks noGrp="1"/>
          </p:cNvSpPr>
          <p:nvPr>
            <p:ph type="sldNum" sz="quarter" idx="4"/>
          </p:nvPr>
        </p:nvSpPr>
        <p:spPr bwMode="gray">
          <a:xfrm>
            <a:off x="11753088" y="6510528"/>
            <a:ext cx="426720" cy="137160"/>
          </a:xfrm>
          <a:prstGeom prst="rect">
            <a:avLst/>
          </a:prstGeom>
        </p:spPr>
        <p:txBody>
          <a:bodyPr vert="horz" lIns="0" tIns="0" rIns="0" bIns="0" rtlCol="0" anchor="t" anchorCtr="0"/>
          <a:lstStyle>
            <a:lvl1pPr algn="l">
              <a:defRPr sz="1000">
                <a:solidFill>
                  <a:schemeClr val="tx1">
                    <a:lumMod val="50000"/>
                    <a:lumOff val="50000"/>
                  </a:schemeClr>
                </a:solidFill>
              </a:defRPr>
            </a:lvl1p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Tree>
    <p:extLst>
      <p:ext uri="{BB962C8B-B14F-4D97-AF65-F5344CB8AC3E}">
        <p14:creationId xmlns:p14="http://schemas.microsoft.com/office/powerpoint/2010/main" val="2041791768"/>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4" name="Group 3"/>
          <p:cNvGrpSpPr/>
          <p:nvPr userDrawn="1"/>
        </p:nvGrpSpPr>
        <p:grpSpPr>
          <a:xfrm>
            <a:off x="557929" y="429544"/>
            <a:ext cx="2872536" cy="352779"/>
            <a:chOff x="557784" y="429541"/>
            <a:chExt cx="2871788" cy="352779"/>
          </a:xfrm>
        </p:grpSpPr>
        <p:sp>
          <p:nvSpPr>
            <p:cNvPr id="14"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5"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5169" y="1016181"/>
            <a:ext cx="5222470" cy="4340047"/>
          </a:xfrm>
          <a:prstGeom prst="rect">
            <a:avLst/>
          </a:prstGeom>
        </p:spPr>
      </p:pic>
      <p:sp>
        <p:nvSpPr>
          <p:cNvPr id="22" name="Text Placeholder 4"/>
          <p:cNvSpPr>
            <a:spLocks noGrp="1"/>
          </p:cNvSpPr>
          <p:nvPr>
            <p:ph type="body" sz="quarter" idx="16" hasCustomPrompt="1"/>
          </p:nvPr>
        </p:nvSpPr>
        <p:spPr>
          <a:xfrm>
            <a:off x="557931" y="4379002"/>
            <a:ext cx="3582950" cy="1262324"/>
          </a:xfrm>
        </p:spPr>
        <p:txBody>
          <a:bodyPr/>
          <a:lstStyle>
            <a:lvl1pPr>
              <a:defRPr sz="1600" b="1">
                <a:solidFill>
                  <a:schemeClr val="tx2"/>
                </a:solidFill>
              </a:defRPr>
            </a:lvl1pPr>
            <a:lvl2pPr marL="0" indent="0">
              <a:spcBef>
                <a:spcPts val="0"/>
              </a:spcBef>
              <a:spcAft>
                <a:spcPts val="2399"/>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122696998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4"/>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6" hasCustomPrompt="1"/>
          </p:nvPr>
        </p:nvSpPr>
        <p:spPr>
          <a:xfrm>
            <a:off x="557931" y="4379002"/>
            <a:ext cx="3582950" cy="1262324"/>
          </a:xfrm>
        </p:spPr>
        <p:txBody>
          <a:bodyPr/>
          <a:lstStyle>
            <a:lvl1pPr>
              <a:defRPr sz="1600" b="1">
                <a:solidFill>
                  <a:schemeClr val="tx2"/>
                </a:solidFill>
              </a:defRPr>
            </a:lvl1pPr>
            <a:lvl2pPr marL="0" indent="0">
              <a:spcBef>
                <a:spcPts val="0"/>
              </a:spcBef>
              <a:spcAft>
                <a:spcPts val="2399"/>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414645423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22" name="Footer Placeholder 4">
            <a:extLst>
              <a:ext uri="{FF2B5EF4-FFF2-40B4-BE49-F238E27FC236}">
                <a16:creationId xmlns:a16="http://schemas.microsoft.com/office/drawing/2014/main" id="{0C07AEF2-95F8-4407-BBD7-8F517ACF16FE}"/>
              </a:ext>
            </a:extLst>
          </p:cNvPr>
          <p:cNvSpPr txBox="1">
            <a:spLocks/>
          </p:cNvSpPr>
          <p:nvPr userDrawn="1"/>
        </p:nvSpPr>
        <p:spPr>
          <a:xfrm>
            <a:off x="557929" y="6427484"/>
            <a:ext cx="6859786" cy="228600"/>
          </a:xfrm>
          <a:prstGeom prst="rect">
            <a:avLst/>
          </a:prstGeom>
        </p:spPr>
        <p:txBody>
          <a:bodyPr vert="horz" lIns="0" tIns="0" rIns="0" bIns="0" rtlCol="0" anchor="t" anchorCtr="0">
            <a:noAutofit/>
          </a:bodyPr>
          <a:lstStyle>
            <a:defPPr>
              <a:defRPr lang="en-US"/>
            </a:defPPr>
            <a:lvl1pPr marL="0" algn="l" defTabSz="914400" rtl="0" eaLnBrk="1" latinLnBrk="0" hangingPunct="1">
              <a:defRPr sz="800" kern="1200">
                <a:solidFill>
                  <a:schemeClr val="accent4"/>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bg1"/>
                </a:solidFill>
                <a:effectLst/>
                <a:uLnTx/>
                <a:uFillTx/>
                <a:latin typeface="+mn-lt"/>
                <a:ea typeface="+mn-ea"/>
                <a:cs typeface="+mn-cs"/>
              </a:rPr>
              <a:t>©2019 CVS Health and/or one of its affiliates. Confidential and proprietary.</a:t>
            </a:r>
          </a:p>
        </p:txBody>
      </p:sp>
      <p:grpSp>
        <p:nvGrpSpPr>
          <p:cNvPr id="23" name="Group 22">
            <a:extLst>
              <a:ext uri="{FF2B5EF4-FFF2-40B4-BE49-F238E27FC236}">
                <a16:creationId xmlns:a16="http://schemas.microsoft.com/office/drawing/2014/main" id="{1F8C4FD8-0AA8-4037-BC71-BA96D0AF218E}"/>
              </a:ext>
            </a:extLst>
          </p:cNvPr>
          <p:cNvGrpSpPr>
            <a:grpSpLocks noChangeAspect="1"/>
          </p:cNvGrpSpPr>
          <p:nvPr userDrawn="1"/>
        </p:nvGrpSpPr>
        <p:grpSpPr>
          <a:xfrm>
            <a:off x="557929" y="429544"/>
            <a:ext cx="2872536" cy="352779"/>
            <a:chOff x="1011652" y="1504398"/>
            <a:chExt cx="10028238" cy="1231900"/>
          </a:xfrm>
          <a:solidFill>
            <a:schemeClr val="bg1"/>
          </a:solidFill>
        </p:grpSpPr>
        <p:sp>
          <p:nvSpPr>
            <p:cNvPr id="24" name="Freeform 7">
              <a:extLst>
                <a:ext uri="{FF2B5EF4-FFF2-40B4-BE49-F238E27FC236}">
                  <a16:creationId xmlns:a16="http://schemas.microsoft.com/office/drawing/2014/main" id="{B3EB7105-6A46-491C-B241-A8F912957568}"/>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8">
              <a:extLst>
                <a:ext uri="{FF2B5EF4-FFF2-40B4-BE49-F238E27FC236}">
                  <a16:creationId xmlns:a16="http://schemas.microsoft.com/office/drawing/2014/main" id="{D958FC95-7F0F-491F-8DC3-06F8BACBFE15}"/>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9">
              <a:extLst>
                <a:ext uri="{FF2B5EF4-FFF2-40B4-BE49-F238E27FC236}">
                  <a16:creationId xmlns:a16="http://schemas.microsoft.com/office/drawing/2014/main" id="{60CEC3B9-4063-48FC-90DC-4CDE63069C84}"/>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0">
              <a:extLst>
                <a:ext uri="{FF2B5EF4-FFF2-40B4-BE49-F238E27FC236}">
                  <a16:creationId xmlns:a16="http://schemas.microsoft.com/office/drawing/2014/main" id="{ACB778AF-4452-4D00-A46E-1FA80ABA89D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8" name="Freeform 11">
              <a:extLst>
                <a:ext uri="{FF2B5EF4-FFF2-40B4-BE49-F238E27FC236}">
                  <a16:creationId xmlns:a16="http://schemas.microsoft.com/office/drawing/2014/main" id="{52616A00-1107-4114-9319-20AF55350A06}"/>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9" name="Freeform 12">
              <a:extLst>
                <a:ext uri="{FF2B5EF4-FFF2-40B4-BE49-F238E27FC236}">
                  <a16:creationId xmlns:a16="http://schemas.microsoft.com/office/drawing/2014/main" id="{7C96DD26-9A69-4431-91BB-3F67E41B5D6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1" y="4379002"/>
            <a:ext cx="3582950" cy="1262324"/>
          </a:xfrm>
        </p:spPr>
        <p:txBody>
          <a:bodyPr/>
          <a:lstStyle>
            <a:lvl1pPr>
              <a:defRPr sz="1600" b="1">
                <a:solidFill>
                  <a:schemeClr val="bg1"/>
                </a:solidFill>
              </a:defRPr>
            </a:lvl1pPr>
            <a:lvl2pPr marL="0" indent="0">
              <a:spcBef>
                <a:spcPts val="0"/>
              </a:spcBef>
              <a:spcAft>
                <a:spcPts val="2399"/>
              </a:spcAft>
              <a:buFontTx/>
              <a:buNone/>
              <a:defRPr sz="16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27670979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accent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tx2"/>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1"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grpSp>
        <p:nvGrpSpPr>
          <p:cNvPr id="14" name="Group 13"/>
          <p:cNvGrpSpPr/>
          <p:nvPr userDrawn="1"/>
        </p:nvGrpSpPr>
        <p:grpSpPr>
          <a:xfrm>
            <a:off x="557929" y="429544"/>
            <a:ext cx="2872536" cy="352779"/>
            <a:chOff x="557784" y="429541"/>
            <a:chExt cx="2871788" cy="352779"/>
          </a:xfrm>
        </p:grpSpPr>
        <p:sp>
          <p:nvSpPr>
            <p:cNvPr id="15"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6"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71963442"/>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userDrawn="1"/>
        </p:nvSpPr>
        <p:spPr>
          <a:xfrm>
            <a:off x="2" y="4350556"/>
            <a:ext cx="12192000" cy="250744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347472"/>
          </a:xfrm>
        </p:spPr>
        <p:txBody>
          <a:bodyPr/>
          <a:lstStyle>
            <a:lvl1pPr marL="0" indent="0" algn="l">
              <a:spcBef>
                <a:spcPts val="0"/>
              </a:spcBef>
              <a:buNone/>
              <a:defRPr sz="1600" b="0">
                <a:solidFill>
                  <a:schemeClr val="bg1"/>
                </a:solidFill>
              </a:defRPr>
            </a:lvl1pPr>
            <a:lvl2pPr marL="457063" indent="0" algn="ctr">
              <a:buNone/>
              <a:defRPr>
                <a:solidFill>
                  <a:schemeClr val="tx1">
                    <a:tint val="75000"/>
                  </a:schemeClr>
                </a:solidFill>
              </a:defRPr>
            </a:lvl2pPr>
            <a:lvl3pPr marL="914126" indent="0" algn="ctr">
              <a:buNone/>
              <a:defRPr>
                <a:solidFill>
                  <a:schemeClr val="tx1">
                    <a:tint val="75000"/>
                  </a:schemeClr>
                </a:solidFill>
              </a:defRPr>
            </a:lvl3pPr>
            <a:lvl4pPr marL="1371189" indent="0" algn="ctr">
              <a:buNone/>
              <a:defRPr>
                <a:solidFill>
                  <a:schemeClr val="tx1">
                    <a:tint val="75000"/>
                  </a:schemeClr>
                </a:solidFill>
              </a:defRPr>
            </a:lvl4pPr>
            <a:lvl5pPr marL="1828251" indent="0" algn="ctr">
              <a:buNone/>
              <a:defRPr>
                <a:solidFill>
                  <a:schemeClr val="tx1">
                    <a:tint val="75000"/>
                  </a:schemeClr>
                </a:solidFill>
              </a:defRPr>
            </a:lvl5pPr>
            <a:lvl6pPr marL="2285314" indent="0" algn="ctr">
              <a:buNone/>
              <a:defRPr>
                <a:solidFill>
                  <a:schemeClr val="tx1">
                    <a:tint val="75000"/>
                  </a:schemeClr>
                </a:solidFill>
              </a:defRPr>
            </a:lvl6pPr>
            <a:lvl7pPr marL="2742377" indent="0" algn="ctr">
              <a:buNone/>
              <a:defRPr>
                <a:solidFill>
                  <a:schemeClr val="tx1">
                    <a:tint val="75000"/>
                  </a:schemeClr>
                </a:solidFill>
              </a:defRPr>
            </a:lvl7pPr>
            <a:lvl8pPr marL="3199440" indent="0" algn="ctr">
              <a:buNone/>
              <a:defRPr>
                <a:solidFill>
                  <a:schemeClr val="tx1">
                    <a:tint val="75000"/>
                  </a:schemeClr>
                </a:solidFill>
              </a:defRPr>
            </a:lvl8pPr>
            <a:lvl9pPr marL="3656503" indent="0" algn="ctr">
              <a:buNone/>
              <a:defRPr>
                <a:solidFill>
                  <a:schemeClr val="tx1">
                    <a:tint val="75000"/>
                  </a:schemeClr>
                </a:solidFill>
              </a:defRPr>
            </a:lvl9pPr>
          </a:lstStyle>
          <a:p>
            <a:r>
              <a:rPr lang="en-US"/>
              <a:t>Click to add presenter information</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1"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grpSp>
        <p:nvGrpSpPr>
          <p:cNvPr id="15" name="Group 14"/>
          <p:cNvGrpSpPr/>
          <p:nvPr userDrawn="1"/>
        </p:nvGrpSpPr>
        <p:grpSpPr>
          <a:xfrm>
            <a:off x="557929" y="429544"/>
            <a:ext cx="2872536" cy="352779"/>
            <a:chOff x="557784" y="429541"/>
            <a:chExt cx="2871788" cy="352779"/>
          </a:xfrm>
        </p:grpSpPr>
        <p:sp>
          <p:nvSpPr>
            <p:cNvPr id="16"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7"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8"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19"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0"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1"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Tree>
    <p:extLst>
      <p:ext uri="{BB962C8B-B14F-4D97-AF65-F5344CB8AC3E}">
        <p14:creationId xmlns:p14="http://schemas.microsoft.com/office/powerpoint/2010/main" val="257926388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grpSp>
        <p:nvGrpSpPr>
          <p:cNvPr id="20" name="Group 19"/>
          <p:cNvGrpSpPr/>
          <p:nvPr userDrawn="1"/>
        </p:nvGrpSpPr>
        <p:grpSpPr>
          <a:xfrm>
            <a:off x="557929" y="429544"/>
            <a:ext cx="2872536" cy="352779"/>
            <a:chOff x="557784" y="429541"/>
            <a:chExt cx="2871788" cy="352779"/>
          </a:xfrm>
        </p:grpSpPr>
        <p:sp>
          <p:nvSpPr>
            <p:cNvPr id="22" name="Freeform 7">
              <a:extLst>
                <a:ext uri="{FF2B5EF4-FFF2-40B4-BE49-F238E27FC236}">
                  <a16:creationId xmlns:a16="http://schemas.microsoft.com/office/drawing/2014/main" id="{F017E871-18C4-45C8-9198-BF6823490447}"/>
                </a:ext>
              </a:extLst>
            </p:cNvPr>
            <p:cNvSpPr>
              <a:spLocks noEditPoints="1"/>
            </p:cNvSpPr>
            <p:nvPr/>
          </p:nvSpPr>
          <p:spPr bwMode="auto">
            <a:xfrm>
              <a:off x="1962537" y="439542"/>
              <a:ext cx="1377022" cy="340505"/>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3" name="Freeform 8">
              <a:extLst>
                <a:ext uri="{FF2B5EF4-FFF2-40B4-BE49-F238E27FC236}">
                  <a16:creationId xmlns:a16="http://schemas.microsoft.com/office/drawing/2014/main" id="{64721E85-2239-483B-879C-87964E713A6D}"/>
                </a:ext>
              </a:extLst>
            </p:cNvPr>
            <p:cNvSpPr>
              <a:spLocks/>
            </p:cNvSpPr>
            <p:nvPr/>
          </p:nvSpPr>
          <p:spPr bwMode="auto">
            <a:xfrm>
              <a:off x="1636125" y="429541"/>
              <a:ext cx="295044" cy="352779"/>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4" name="Freeform 9">
              <a:extLst>
                <a:ext uri="{FF2B5EF4-FFF2-40B4-BE49-F238E27FC236}">
                  <a16:creationId xmlns:a16="http://schemas.microsoft.com/office/drawing/2014/main" id="{DE44ED71-C040-4229-9666-B07DD1B05DAA}"/>
                </a:ext>
              </a:extLst>
            </p:cNvPr>
            <p:cNvSpPr>
              <a:spLocks/>
            </p:cNvSpPr>
            <p:nvPr/>
          </p:nvSpPr>
          <p:spPr bwMode="auto">
            <a:xfrm>
              <a:off x="1020580" y="429541"/>
              <a:ext cx="328685" cy="352779"/>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5" name="Freeform 10">
              <a:extLst>
                <a:ext uri="{FF2B5EF4-FFF2-40B4-BE49-F238E27FC236}">
                  <a16:creationId xmlns:a16="http://schemas.microsoft.com/office/drawing/2014/main" id="{072BB834-AF3C-4EED-BC86-8DE307022146}"/>
                </a:ext>
              </a:extLst>
            </p:cNvPr>
            <p:cNvSpPr>
              <a:spLocks/>
            </p:cNvSpPr>
            <p:nvPr/>
          </p:nvSpPr>
          <p:spPr bwMode="auto">
            <a:xfrm>
              <a:off x="1326534" y="439542"/>
              <a:ext cx="327776" cy="333231"/>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6" name="Freeform 11">
              <a:extLst>
                <a:ext uri="{FF2B5EF4-FFF2-40B4-BE49-F238E27FC236}">
                  <a16:creationId xmlns:a16="http://schemas.microsoft.com/office/drawing/2014/main" id="{D98FB805-93F1-4DD1-A922-41F0F7210F91}"/>
                </a:ext>
              </a:extLst>
            </p:cNvPr>
            <p:cNvSpPr>
              <a:spLocks/>
            </p:cNvSpPr>
            <p:nvPr/>
          </p:nvSpPr>
          <p:spPr bwMode="auto">
            <a:xfrm>
              <a:off x="557784" y="429541"/>
              <a:ext cx="429609" cy="352779"/>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sp>
          <p:nvSpPr>
            <p:cNvPr id="27" name="Freeform 12">
              <a:extLst>
                <a:ext uri="{FF2B5EF4-FFF2-40B4-BE49-F238E27FC236}">
                  <a16:creationId xmlns:a16="http://schemas.microsoft.com/office/drawing/2014/main" id="{71225E3C-921D-42FF-B4D6-693BE039622F}"/>
                </a:ext>
              </a:extLst>
            </p:cNvPr>
            <p:cNvSpPr>
              <a:spLocks noEditPoints="1"/>
            </p:cNvSpPr>
            <p:nvPr/>
          </p:nvSpPr>
          <p:spPr bwMode="auto">
            <a:xfrm>
              <a:off x="3362744" y="706400"/>
              <a:ext cx="66828" cy="68647"/>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F3F3F"/>
                </a:solidFill>
                <a:effectLst/>
                <a:uLnTx/>
                <a:uFillTx/>
                <a:latin typeface="+mn-lt"/>
              </a:endParaRPr>
            </a:p>
          </p:txBody>
        </p:sp>
      </p:grpSp>
      <p:sp>
        <p:nvSpPr>
          <p:cNvPr id="15" name="Text Placeholder 4"/>
          <p:cNvSpPr>
            <a:spLocks noGrp="1"/>
          </p:cNvSpPr>
          <p:nvPr>
            <p:ph type="body" sz="quarter" idx="17" hasCustomPrompt="1"/>
          </p:nvPr>
        </p:nvSpPr>
        <p:spPr>
          <a:xfrm>
            <a:off x="557931" y="4379002"/>
            <a:ext cx="3582950" cy="1262324"/>
          </a:xfrm>
        </p:spPr>
        <p:txBody>
          <a:bodyPr/>
          <a:lstStyle>
            <a:lvl1pPr>
              <a:defRPr sz="1600" b="1">
                <a:solidFill>
                  <a:schemeClr val="tx2"/>
                </a:solidFill>
              </a:defRPr>
            </a:lvl1pPr>
            <a:lvl2pPr marL="0" indent="0">
              <a:spcBef>
                <a:spcPts val="0"/>
              </a:spcBef>
              <a:spcAft>
                <a:spcPts val="2399"/>
              </a:spcAft>
              <a:buFontTx/>
              <a:buNone/>
              <a:defRPr sz="16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spTree>
    <p:extLst>
      <p:ext uri="{BB962C8B-B14F-4D97-AF65-F5344CB8AC3E}">
        <p14:creationId xmlns:p14="http://schemas.microsoft.com/office/powerpoint/2010/main" val="178796498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8"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spcBef>
                <a:spcPts val="1799"/>
              </a:spcBef>
              <a:spcAft>
                <a:spcPts val="0"/>
              </a:spcAft>
              <a:defRPr sz="1800" b="1">
                <a:solidFill>
                  <a:schemeClr val="tx2"/>
                </a:solidFill>
              </a:defRPr>
            </a:lvl1pPr>
            <a:lvl2pPr marL="0" indent="0">
              <a:spcBef>
                <a:spcPts val="0"/>
              </a:spcBef>
              <a:spcAft>
                <a:spcPts val="0"/>
              </a:spcAft>
              <a:buNone/>
              <a:defRPr sz="1400">
                <a:solidFill>
                  <a:schemeClr val="tx2"/>
                </a:solidFill>
              </a:defRPr>
            </a:lvl2pPr>
            <a:lvl3pPr marL="177747" indent="-177747">
              <a:spcBef>
                <a:spcPts val="600"/>
              </a:spcBef>
              <a:buFont typeface="Arial" panose="020B0604020202020204" pitchFamily="34" charset="0"/>
              <a:buChar char="•"/>
              <a:defRPr sz="1400" baseline="0"/>
            </a:lvl3pPr>
            <a:lvl4pPr marL="342797" indent="-165050">
              <a:spcBef>
                <a:spcPts val="600"/>
              </a:spcBef>
              <a:buFont typeface="Arial" panose="020B0604020202020204" pitchFamily="34" charset="0"/>
              <a:buChar char="–"/>
              <a:defRPr sz="1400" baseline="0"/>
            </a:lvl4pPr>
            <a:lvl5pPr marL="520544" indent="-177747">
              <a:spcBef>
                <a:spcPts val="600"/>
              </a:spcBef>
              <a:buFont typeface="Arial" panose="020B0604020202020204" pitchFamily="34" charset="0"/>
              <a:buChar char="•"/>
              <a:defRPr sz="1400"/>
            </a:lvl5pPr>
            <a:lvl6pPr marL="685594" indent="-165050">
              <a:spcBef>
                <a:spcPts val="600"/>
              </a:spcBef>
              <a:buFont typeface="Arial" panose="020B0604020202020204" pitchFamily="34" charset="0"/>
              <a:buChar char="–"/>
              <a:defRPr baseline="0"/>
            </a:lvl6pPr>
            <a:lvl7pPr marL="863341" indent="-177747">
              <a:spcBef>
                <a:spcPts val="600"/>
              </a:spcBef>
              <a:buFont typeface="Arial" panose="020B0604020202020204" pitchFamily="34" charset="0"/>
              <a:buChar char="•"/>
              <a:defRPr/>
            </a:lvl7pPr>
            <a:lvl8pPr marL="1028391" indent="-165050">
              <a:spcBef>
                <a:spcPts val="600"/>
              </a:spcBef>
              <a:buFont typeface="Arial" panose="020B0604020202020204" pitchFamily="34" charset="0"/>
              <a:buChar char="–"/>
              <a:defRPr/>
            </a:lvl8pPr>
            <a:lvl9pPr marL="1206138" indent="-177747">
              <a:spcBef>
                <a:spcPts val="600"/>
              </a:spcBef>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34955489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66888"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3" y="1756551"/>
            <a:ext cx="3914652" cy="3614737"/>
          </a:xfrm>
          <a:prstGeom prst="rect">
            <a:avLst/>
          </a:prstGeom>
        </p:spPr>
        <p:txBody>
          <a:bodyPr/>
          <a:lstStyle>
            <a:lvl1pPr>
              <a:spcAft>
                <a:spcPts val="1799"/>
              </a:spcAft>
              <a:defRPr sz="2000" b="1">
                <a:solidFill>
                  <a:schemeClr val="tx2"/>
                </a:solidFill>
                <a:latin typeface="+mn-lt"/>
              </a:defRPr>
            </a:lvl1pPr>
            <a:lvl2pPr marL="0" indent="0">
              <a:spcBef>
                <a:spcPts val="0"/>
              </a:spcBef>
              <a:spcAft>
                <a:spcPts val="300"/>
              </a:spcAft>
              <a:buNone/>
              <a:tabLst>
                <a:tab pos="568155" algn="r"/>
                <a:tab pos="1028391" algn="l"/>
              </a:tabLst>
              <a:defRPr sz="1400" b="1">
                <a:solidFill>
                  <a:schemeClr val="tx2"/>
                </a:solidFill>
                <a:latin typeface="+mn-lt"/>
              </a:defRPr>
            </a:lvl2pPr>
            <a:lvl3pPr marL="1028391" indent="0">
              <a:spcBef>
                <a:spcPts val="0"/>
              </a:spcBef>
              <a:spcAft>
                <a:spcPts val="1799"/>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2" y="1756551"/>
            <a:ext cx="3912531" cy="3614737"/>
          </a:xfrm>
          <a:prstGeom prst="rect">
            <a:avLst/>
          </a:prstGeom>
        </p:spPr>
        <p:txBody>
          <a:bodyPr/>
          <a:lstStyle>
            <a:lvl1pPr>
              <a:spcAft>
                <a:spcPts val="1799"/>
              </a:spcAft>
              <a:defRPr sz="2000" b="1">
                <a:solidFill>
                  <a:schemeClr val="tx2"/>
                </a:solidFill>
                <a:latin typeface="+mn-lt"/>
              </a:defRPr>
            </a:lvl1pPr>
            <a:lvl2pPr marL="0" indent="0">
              <a:spcBef>
                <a:spcPts val="0"/>
              </a:spcBef>
              <a:spcAft>
                <a:spcPts val="300"/>
              </a:spcAft>
              <a:buNone/>
              <a:tabLst>
                <a:tab pos="568155" algn="r"/>
                <a:tab pos="1028391" algn="l"/>
              </a:tabLst>
              <a:defRPr sz="1400" b="1">
                <a:solidFill>
                  <a:schemeClr val="tx2"/>
                </a:solidFill>
                <a:latin typeface="+mn-lt"/>
              </a:defRPr>
            </a:lvl2pPr>
            <a:lvl3pPr marL="1028391" indent="0">
              <a:spcBef>
                <a:spcPts val="0"/>
              </a:spcBef>
              <a:spcAft>
                <a:spcPts val="1799"/>
              </a:spcAft>
              <a:buNone/>
              <a:defRPr sz="1400">
                <a:solidFill>
                  <a:schemeClr val="tx2"/>
                </a:solidFill>
                <a:latin typeface="+mn-lt"/>
              </a:defRPr>
            </a:lvl3pPr>
            <a:lvl4pPr marL="0" indent="0">
              <a:spcBef>
                <a:spcPts val="0"/>
              </a:spcBef>
              <a:spcAft>
                <a:spcPts val="900"/>
              </a:spcAft>
              <a:buNone/>
              <a:defRPr sz="14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32446996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Divider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2"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4090280318"/>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2"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bg1"/>
                </a:solidFill>
                <a:latin typeface="+mn-lt"/>
              </a:defRPr>
            </a:lvl1pPr>
          </a:lstStyle>
          <a:p>
            <a:r>
              <a:rPr lang="en-US"/>
              <a:t>Click to edit title for divider</a:t>
            </a:r>
          </a:p>
        </p:txBody>
      </p:sp>
    </p:spTree>
    <p:extLst>
      <p:ext uri="{BB962C8B-B14F-4D97-AF65-F5344CB8AC3E}">
        <p14:creationId xmlns:p14="http://schemas.microsoft.com/office/powerpoint/2010/main" val="303571534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2" y="6257926"/>
            <a:ext cx="12192000" cy="6000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a:solidFill>
                  <a:schemeClr val="accent2"/>
                </a:solidFill>
                <a:latin typeface="+mn-lt"/>
              </a:defRPr>
            </a:lvl1pPr>
          </a:lstStyle>
          <a:p>
            <a:r>
              <a:rPr lang="en-US"/>
              <a:t>Click to edit title for divider</a:t>
            </a:r>
          </a:p>
        </p:txBody>
      </p:sp>
    </p:spTree>
    <p:extLst>
      <p:ext uri="{BB962C8B-B14F-4D97-AF65-F5344CB8AC3E}">
        <p14:creationId xmlns:p14="http://schemas.microsoft.com/office/powerpoint/2010/main" val="165589031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12741910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 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buClr>
                <a:schemeClr val="tx1"/>
              </a:buClr>
              <a:defRPr sz="1800" b="1" cap="none" baseline="0">
                <a:solidFill>
                  <a:schemeClr val="tx2"/>
                </a:solidFill>
              </a:defRPr>
            </a:lvl1pPr>
            <a:lvl2pPr marL="0" indent="0">
              <a:buClr>
                <a:schemeClr val="tx1"/>
              </a:buClr>
              <a:buNone/>
              <a:defRPr baseline="0">
                <a:solidFill>
                  <a:schemeClr val="tx2"/>
                </a:solidFill>
              </a:defRPr>
            </a:lvl2pPr>
            <a:lvl3pPr marL="171399" indent="-171399">
              <a:spcBef>
                <a:spcPts val="1200"/>
              </a:spcBef>
              <a:buClr>
                <a:schemeClr val="tx1"/>
              </a:buClr>
              <a:buFont typeface="Arial" panose="020B0604020202020204" pitchFamily="34" charset="0"/>
              <a:buChar char="•"/>
              <a:defRPr sz="1400" baseline="0">
                <a:solidFill>
                  <a:schemeClr val="tx2"/>
                </a:solidFill>
              </a:defRPr>
            </a:lvl3pPr>
            <a:lvl4pPr marL="342797" indent="-171399">
              <a:buClr>
                <a:schemeClr val="tx1"/>
              </a:buClr>
              <a:buFont typeface="Arial" panose="020B0604020202020204" pitchFamily="34" charset="0"/>
              <a:buChar char="–"/>
              <a:defRPr baseline="0">
                <a:solidFill>
                  <a:schemeClr val="tx2"/>
                </a:solidFill>
              </a:defRPr>
            </a:lvl4pPr>
            <a:lvl5pPr marL="515783" indent="-172986">
              <a:buClr>
                <a:schemeClr val="tx1"/>
              </a:buClr>
              <a:buFont typeface="Arial" panose="020B0604020202020204" pitchFamily="34" charset="0"/>
              <a:buChar char="•"/>
              <a:defRPr>
                <a:solidFill>
                  <a:schemeClr val="tx2"/>
                </a:solidFill>
              </a:defRPr>
            </a:lvl5pPr>
            <a:lvl6pPr marL="687182" indent="-171399">
              <a:buClr>
                <a:schemeClr val="tx1"/>
              </a:buClr>
              <a:buFont typeface="Arial" panose="020B0604020202020204" pitchFamily="34" charset="0"/>
              <a:buChar char="–"/>
              <a:defRPr baseline="0">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4" name="TextBox 3">
            <a:extLst>
              <a:ext uri="{FF2B5EF4-FFF2-40B4-BE49-F238E27FC236}">
                <a16:creationId xmlns:a16="http://schemas.microsoft.com/office/drawing/2014/main" id="{CD9DEF44-19B7-405E-9161-6BBEB3035B90}"/>
              </a:ext>
            </a:extLst>
          </p:cNvPr>
          <p:cNvSpPr txBox="1"/>
          <p:nvPr userDrawn="1"/>
        </p:nvSpPr>
        <p:spPr>
          <a:xfrm>
            <a:off x="11469189" y="87086"/>
            <a:ext cx="607539" cy="215444"/>
          </a:xfrm>
          <a:prstGeom prst="rect">
            <a:avLst/>
          </a:prstGeom>
          <a:noFill/>
        </p:spPr>
        <p:txBody>
          <a:bodyPr wrap="none" lIns="0" tIns="0" rIns="0" bIns="0" rtlCol="0">
            <a:spAutoFit/>
          </a:bodyPr>
          <a:lstStyle/>
          <a:p>
            <a:r>
              <a:rPr lang="en-US" sz="1400" b="1">
                <a:solidFill>
                  <a:schemeClr val="accent1"/>
                </a:solidFill>
              </a:rPr>
              <a:t>DRAFT</a:t>
            </a:r>
          </a:p>
        </p:txBody>
      </p:sp>
    </p:spTree>
    <p:extLst>
      <p:ext uri="{BB962C8B-B14F-4D97-AF65-F5344CB8AC3E}">
        <p14:creationId xmlns:p14="http://schemas.microsoft.com/office/powerpoint/2010/main" val="319441448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 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399" indent="-171399">
              <a:spcBef>
                <a:spcPts val="1200"/>
              </a:spcBef>
              <a:buClr>
                <a:schemeClr val="tx1"/>
              </a:buClr>
              <a:buFont typeface="Arial" panose="020B0604020202020204" pitchFamily="34" charset="0"/>
              <a:buChar char="•"/>
              <a:defRPr lang="en-US" sz="1400" baseline="0" dirty="0" smtClean="0">
                <a:solidFill>
                  <a:schemeClr val="tx2"/>
                </a:solidFill>
              </a:defRPr>
            </a:lvl3pPr>
            <a:lvl4pPr marL="342797" indent="-171399">
              <a:buClr>
                <a:schemeClr val="tx1"/>
              </a:buClr>
              <a:buFont typeface="Arial" panose="020B0604020202020204" pitchFamily="34" charset="0"/>
              <a:buChar char="–"/>
              <a:defRPr lang="en-US" baseline="0" dirty="0" smtClean="0">
                <a:solidFill>
                  <a:schemeClr val="tx2"/>
                </a:solidFill>
              </a:defRPr>
            </a:lvl4pPr>
            <a:lvl5pPr marL="514196" indent="-171399">
              <a:buClr>
                <a:schemeClr val="tx1"/>
              </a:buClr>
              <a:buFont typeface="Arial" panose="020B0604020202020204" pitchFamily="34" charset="0"/>
              <a:buChar char="•"/>
              <a:defRPr lang="en-US" dirty="0">
                <a:solidFill>
                  <a:schemeClr val="tx2"/>
                </a:solidFill>
              </a:defRPr>
            </a:lvl5pPr>
            <a:lvl6pPr marL="685594" indent="-171399">
              <a:buClr>
                <a:schemeClr val="tx1"/>
              </a:buClr>
              <a:buFont typeface="Arial" panose="020B0604020202020204" pitchFamily="34" charset="0"/>
              <a:buChar char="–"/>
              <a:defRPr baseline="0">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baseline="0" dirty="0" smtClean="0">
                <a:solidFill>
                  <a:schemeClr val="tx2"/>
                </a:solidFill>
              </a:defRPr>
            </a:lvl2pPr>
            <a:lvl3pPr marL="171399" indent="-171399">
              <a:spcBef>
                <a:spcPts val="1200"/>
              </a:spcBef>
              <a:buClr>
                <a:schemeClr val="tx1"/>
              </a:buClr>
              <a:buFont typeface="Arial" panose="020B0604020202020204" pitchFamily="34" charset="0"/>
              <a:buChar char="•"/>
              <a:defRPr lang="en-US" sz="1400" baseline="0" dirty="0" smtClean="0">
                <a:solidFill>
                  <a:schemeClr val="tx2"/>
                </a:solidFill>
              </a:defRPr>
            </a:lvl3pPr>
            <a:lvl4pPr marL="342797" indent="-171399">
              <a:buClr>
                <a:schemeClr val="tx1"/>
              </a:buClr>
              <a:buFont typeface="Arial" panose="020B0604020202020204" pitchFamily="34" charset="0"/>
              <a:buChar char="–"/>
              <a:defRPr lang="en-US" baseline="0" dirty="0" smtClean="0">
                <a:solidFill>
                  <a:schemeClr val="tx2"/>
                </a:solidFill>
              </a:defRPr>
            </a:lvl4pPr>
            <a:lvl5pPr marL="514196" indent="-171399">
              <a:buClr>
                <a:schemeClr val="tx1"/>
              </a:buClr>
              <a:buFont typeface="Arial" panose="020B0604020202020204" pitchFamily="34" charset="0"/>
              <a:buChar char="•"/>
              <a:defRPr lang="en-US" dirty="0">
                <a:solidFill>
                  <a:schemeClr val="tx2"/>
                </a:solidFill>
              </a:defRPr>
            </a:lvl5pPr>
            <a:lvl6pPr marL="685594" indent="-171399">
              <a:buClr>
                <a:schemeClr val="tx1"/>
              </a:buClr>
              <a:buFont typeface="Arial" panose="020B0604020202020204" pitchFamily="34" charset="0"/>
              <a:buChar char="–"/>
              <a:defRPr baseline="0">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49804479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 column layout</a:t>
            </a:r>
          </a:p>
        </p:txBody>
      </p:sp>
      <p:sp>
        <p:nvSpPr>
          <p:cNvPr id="3" name="Content Placeholder 2"/>
          <p:cNvSpPr>
            <a:spLocks noGrp="1"/>
          </p:cNvSpPr>
          <p:nvPr>
            <p:ph sz="half" idx="1" hasCustomPrompt="1"/>
          </p:nvPr>
        </p:nvSpPr>
        <p:spPr bwMode="gray">
          <a:xfrm>
            <a:off x="557931"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tabLst/>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2"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tabLst/>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3" y="1764792"/>
            <a:ext cx="3434085" cy="3988308"/>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tabLst/>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7623162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 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1" y="1764792"/>
            <a:ext cx="2506109" cy="3977640"/>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60167" indent="-172986">
              <a:buFont typeface="Arial" panose="020B0604020202020204" pitchFamily="34" charset="0"/>
              <a:buChar char="•"/>
              <a:defRPr/>
            </a:lvl7pPr>
            <a:lvl8pPr marL="1031565" indent="-171399">
              <a:buFont typeface="Arial" panose="020B0604020202020204" pitchFamily="34" charset="0"/>
              <a:buChar char="–"/>
              <a:defRPr/>
            </a:lvl8pPr>
            <a:lvl9pPr marL="1202964" indent="-171399">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2335137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 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buClr>
                <a:schemeClr val="tx1"/>
              </a:buClr>
              <a:defRPr lang="en-US" sz="1800" b="1" cap="none" baseline="0" dirty="0" smtClean="0">
                <a:solidFill>
                  <a:schemeClr val="tx2"/>
                </a:solidFill>
              </a:defRPr>
            </a:lvl1pPr>
            <a:lvl2pPr marL="0" indent="0">
              <a:buClr>
                <a:schemeClr val="tx1"/>
              </a:buClr>
              <a:buNone/>
              <a:defRPr lang="en-US" dirty="0" smtClean="0">
                <a:solidFill>
                  <a:schemeClr val="tx2"/>
                </a:solidFill>
              </a:defRPr>
            </a:lvl2pPr>
            <a:lvl3pPr marL="174573" indent="-174573">
              <a:spcBef>
                <a:spcPts val="1200"/>
              </a:spcBef>
              <a:buClr>
                <a:schemeClr val="tx1"/>
              </a:buClr>
              <a:buFont typeface="Arial" panose="020B0604020202020204" pitchFamily="34" charset="0"/>
              <a:buChar char="•"/>
              <a:defRPr lang="en-US" sz="1400" dirty="0" smtClean="0">
                <a:solidFill>
                  <a:schemeClr val="tx2"/>
                </a:solidFill>
              </a:defRPr>
            </a:lvl3pPr>
            <a:lvl4pPr marL="347559" indent="-172986">
              <a:buClr>
                <a:schemeClr val="tx1"/>
              </a:buClr>
              <a:buFont typeface="Arial" panose="020B0604020202020204" pitchFamily="34" charset="0"/>
              <a:buChar char="–"/>
              <a:defRPr lang="en-US" dirty="0" smtClean="0">
                <a:solidFill>
                  <a:schemeClr val="tx2"/>
                </a:solidFill>
              </a:defRPr>
            </a:lvl4pPr>
            <a:lvl5pPr marL="511022" indent="-163464">
              <a:buClr>
                <a:schemeClr val="tx1"/>
              </a:buClr>
              <a:buFont typeface="Arial" panose="020B0604020202020204" pitchFamily="34" charset="0"/>
              <a:buChar char="•"/>
              <a:defRPr lang="en-US" dirty="0">
                <a:solidFill>
                  <a:schemeClr val="tx2"/>
                </a:solidFill>
              </a:defRPr>
            </a:lvl5pPr>
            <a:lvl6pPr marL="685594" indent="-174573">
              <a:buClr>
                <a:schemeClr val="tx1"/>
              </a:buClr>
              <a:buFont typeface="Arial" panose="020B0604020202020204" pitchFamily="34" charset="0"/>
              <a:buChar char="–"/>
              <a:defRPr>
                <a:solidFill>
                  <a:schemeClr val="tx2"/>
                </a:solidFill>
              </a:defRPr>
            </a:lvl6pPr>
            <a:lvl7pPr marL="856993" indent="-174573">
              <a:defRPr/>
            </a:lvl7pPr>
            <a:lvl8pPr marL="1029979" indent="-172986">
              <a:defRPr/>
            </a:lvl8pPr>
            <a:lvl9pPr marL="1202964" indent="-172986">
              <a:defRPr/>
            </a:lvl9pPr>
          </a:lstStyle>
          <a:p>
            <a:pPr lvl="0"/>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70859231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6" y="1752603"/>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16572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5"/>
            <a:ext cx="7174286" cy="2975735"/>
          </a:xfrm>
        </p:spPr>
        <p:txBody>
          <a:bodyPr>
            <a:noAutofit/>
          </a:bodyPr>
          <a:lstStyle>
            <a:lvl1pPr>
              <a:defRPr>
                <a:solidFill>
                  <a:schemeClr val="tx2"/>
                </a:solidFill>
              </a:defRPr>
            </a:lvl1pPr>
          </a:lstStyle>
          <a:p>
            <a:pPr lvl="0"/>
            <a:r>
              <a:rPr lang="en-US"/>
              <a:t>Click to edit Master text styles</a:t>
            </a:r>
          </a:p>
        </p:txBody>
      </p:sp>
      <p:sp>
        <p:nvSpPr>
          <p:cNvPr id="13" name="Content Placeholder 2"/>
          <p:cNvSpPr>
            <a:spLocks noGrp="1"/>
          </p:cNvSpPr>
          <p:nvPr>
            <p:ph idx="1" hasCustomPrompt="1"/>
          </p:nvPr>
        </p:nvSpPr>
        <p:spPr bwMode="gray">
          <a:xfrm>
            <a:off x="557928" y="1767531"/>
            <a:ext cx="3439040" cy="2971800"/>
          </a:xfrm>
        </p:spPr>
        <p:txBody>
          <a:bodyPr/>
          <a:lstStyle>
            <a:lvl1pPr>
              <a:buClrTx/>
              <a:defRPr sz="1800" b="1" cap="none" baseline="0">
                <a:solidFill>
                  <a:schemeClr val="tx2"/>
                </a:solidFill>
              </a:defRPr>
            </a:lvl1pPr>
            <a:lvl2pPr marL="0" indent="0">
              <a:buClrTx/>
              <a:buNone/>
              <a:defRPr baseline="0">
                <a:solidFill>
                  <a:schemeClr val="tx2"/>
                </a:solidFill>
              </a:defRPr>
            </a:lvl2pPr>
            <a:lvl3pPr marL="177747" indent="-177747">
              <a:spcBef>
                <a:spcPts val="1200"/>
              </a:spcBef>
              <a:buClrTx/>
              <a:buFont typeface="Arial" panose="020B0604020202020204" pitchFamily="34" charset="0"/>
              <a:buChar char="•"/>
              <a:defRPr sz="1400" baseline="0">
                <a:solidFill>
                  <a:schemeClr val="tx2"/>
                </a:solidFill>
              </a:defRPr>
            </a:lvl3pPr>
            <a:lvl4pPr marL="342797" indent="-165050">
              <a:buClrTx/>
              <a:buFont typeface="Arial" panose="020B0604020202020204" pitchFamily="34" charset="0"/>
              <a:buChar char="–"/>
              <a:defRPr sz="1400">
                <a:solidFill>
                  <a:schemeClr val="tx2"/>
                </a:solidFill>
              </a:defRPr>
            </a:lvl4pPr>
            <a:lvl5pPr marL="515783" indent="-172986">
              <a:buClrTx/>
              <a:buFont typeface="Arial" panose="020B0604020202020204" pitchFamily="34" charset="0"/>
              <a:buChar char="•"/>
              <a:defRPr sz="1400">
                <a:solidFill>
                  <a:schemeClr val="tx2"/>
                </a:solidFill>
              </a:defRPr>
            </a:lvl5pPr>
            <a:lvl6pPr marL="687182" indent="-171399">
              <a:buClrTx/>
              <a:buFont typeface="Arial" panose="020B0604020202020204" pitchFamily="34" charset="0"/>
              <a:buChar char="–"/>
              <a:defRPr sz="1400">
                <a:solidFill>
                  <a:schemeClr val="tx2"/>
                </a:solidFill>
              </a:defRPr>
            </a:lvl6pPr>
            <a:lvl7pPr marL="860167" indent="-172986">
              <a:buClrTx/>
              <a:buFont typeface="Arial" panose="020B0604020202020204" pitchFamily="34" charset="0"/>
              <a:buChar char="•"/>
              <a:defRPr/>
            </a:lvl7pPr>
            <a:lvl8pPr marL="1031565" indent="-171399">
              <a:buClrTx/>
              <a:buFont typeface="Arial" panose="020B0604020202020204" pitchFamily="34" charset="0"/>
              <a:buChar char="–"/>
              <a:defRPr/>
            </a:lvl8pPr>
            <a:lvl9pPr marL="1202964" indent="-171399">
              <a:buClrTx/>
              <a:buFont typeface="Arial" panose="020B0604020202020204" pitchFamily="34" charset="0"/>
              <a:buChar char="•"/>
              <a:defRPr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78568326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139F72-CEC0-495F-8477-192D60A880E2}"/>
              </a:ext>
            </a:extLst>
          </p:cNvPr>
          <p:cNvSpPr/>
          <p:nvPr userDrawn="1"/>
        </p:nvSpPr>
        <p:spPr>
          <a:xfrm>
            <a:off x="609600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grpSp>
        <p:nvGrpSpPr>
          <p:cNvPr id="19" name="Group 18">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20"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1"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2"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3"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5"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15" name="Content Placeholder 3"/>
          <p:cNvSpPr>
            <a:spLocks noGrp="1"/>
          </p:cNvSpPr>
          <p:nvPr>
            <p:ph sz="half" idx="2" hasCustomPrompt="1"/>
          </p:nvPr>
        </p:nvSpPr>
        <p:spPr>
          <a:xfrm>
            <a:off x="1253474" y="3718014"/>
            <a:ext cx="3493918" cy="2023033"/>
          </a:xfrm>
          <a:noFill/>
        </p:spPr>
        <p:txBody>
          <a:bodyPr lIns="0" tIns="0" rIns="0" bIns="0"/>
          <a:lstStyle>
            <a:lvl1pPr marL="0" indent="0" algn="ctr">
              <a:spcBef>
                <a:spcPts val="1200"/>
              </a:spcBef>
              <a:buClrTx/>
              <a:buFont typeface="Arial"/>
              <a:buNone/>
              <a:defRPr sz="1800" b="1">
                <a:solidFill>
                  <a:schemeClr val="tx2"/>
                </a:solidFill>
              </a:defRPr>
            </a:lvl1pPr>
            <a:lvl2pPr marL="0" indent="0" algn="ctr">
              <a:spcBef>
                <a:spcPts val="1200"/>
              </a:spcBef>
              <a:buClrTx/>
              <a:buFontTx/>
              <a:buNone/>
              <a:defRPr sz="1600">
                <a:solidFill>
                  <a:schemeClr val="tx2"/>
                </a:solidFill>
              </a:defRPr>
            </a:lvl2pPr>
            <a:lvl3pPr marL="404692" indent="-172986">
              <a:spcBef>
                <a:spcPts val="600"/>
              </a:spcBef>
              <a:buClrTx/>
              <a:buFont typeface="Arial" panose="020B0604020202020204" pitchFamily="34" charset="0"/>
              <a:buChar char="•"/>
              <a:defRPr sz="1600">
                <a:solidFill>
                  <a:schemeClr val="tx2"/>
                </a:solidFill>
              </a:defRPr>
            </a:lvl3pPr>
            <a:lvl4pPr marL="631635" indent="-174573">
              <a:spcBef>
                <a:spcPts val="600"/>
              </a:spcBef>
              <a:buClrTx/>
              <a:buFont typeface="Arial" panose="020B0604020202020204" pitchFamily="34" charset="0"/>
              <a:buChar char="•"/>
              <a:defRPr sz="1600">
                <a:solidFill>
                  <a:schemeClr val="tx2"/>
                </a:solidFill>
              </a:defRPr>
            </a:lvl4pPr>
            <a:lvl5pPr marL="804622" indent="-172986">
              <a:spcBef>
                <a:spcPts val="600"/>
              </a:spcBef>
              <a:buClrTx/>
              <a:buFont typeface="Arial" panose="020B0604020202020204" pitchFamily="34" charset="0"/>
              <a:buChar char="–"/>
              <a:defRPr sz="1600">
                <a:solidFill>
                  <a:schemeClr val="tx2"/>
                </a:solidFill>
              </a:defRPr>
            </a:lvl5pPr>
            <a:lvl6pPr marL="977607" indent="-177747">
              <a:buClrTx/>
              <a:defRPr sz="1600"/>
            </a:lvl6pPr>
            <a:lvl7pPr marL="1142657" indent="-165050">
              <a:buClrTx/>
              <a:defRPr sz="1600"/>
            </a:lvl7pPr>
            <a:lvl8pPr marL="1320404" indent="-177747">
              <a:buClrTx/>
              <a:defRPr sz="1600"/>
            </a:lvl8pPr>
            <a:lvl9pPr>
              <a:defRPr sz="1600"/>
            </a:lvl9pPr>
          </a:lstStyle>
          <a:p>
            <a:pPr lvl="0"/>
            <a:r>
              <a:rPr lang="en-US"/>
              <a:t>Header</a:t>
            </a:r>
          </a:p>
          <a:p>
            <a:pPr lvl="1"/>
            <a:r>
              <a:rPr lang="en-US"/>
              <a:t>First-level</a:t>
            </a:r>
          </a:p>
        </p:txBody>
      </p:sp>
      <p:sp>
        <p:nvSpPr>
          <p:cNvPr id="16" name="Content Placeholder 5"/>
          <p:cNvSpPr>
            <a:spLocks noGrp="1"/>
          </p:cNvSpPr>
          <p:nvPr>
            <p:ph sz="quarter" idx="4" hasCustomPrompt="1"/>
          </p:nvPr>
        </p:nvSpPr>
        <p:spPr>
          <a:xfrm>
            <a:off x="7380297" y="3718014"/>
            <a:ext cx="3493918" cy="2023033"/>
          </a:xfrm>
          <a:noFill/>
        </p:spPr>
        <p:txBody>
          <a:bodyPr lIns="0" tIns="0" rIns="0" bIns="0"/>
          <a:lstStyle>
            <a:lvl1pPr marL="0" indent="0" algn="ctr">
              <a:spcBef>
                <a:spcPts val="1200"/>
              </a:spcBef>
              <a:buClrTx/>
              <a:buFont typeface="Arial"/>
              <a:buNone/>
              <a:defRPr sz="1800" b="1">
                <a:solidFill>
                  <a:schemeClr val="bg1"/>
                </a:solidFill>
              </a:defRPr>
            </a:lvl1pPr>
            <a:lvl2pPr marL="0" indent="0" algn="ctr">
              <a:spcBef>
                <a:spcPts val="1200"/>
              </a:spcBef>
              <a:buClrTx/>
              <a:buFontTx/>
              <a:buNone/>
              <a:defRPr sz="1600">
                <a:solidFill>
                  <a:schemeClr val="bg1"/>
                </a:solidFill>
              </a:defRPr>
            </a:lvl2pPr>
            <a:lvl3pPr marL="231705" indent="0">
              <a:spcBef>
                <a:spcPts val="600"/>
              </a:spcBef>
              <a:buClrTx/>
              <a:buFont typeface="Arial" panose="020B0604020202020204" pitchFamily="34" charset="0"/>
              <a:buNone/>
              <a:defRPr sz="1600">
                <a:solidFill>
                  <a:schemeClr val="bg1"/>
                </a:solidFill>
              </a:defRPr>
            </a:lvl3pPr>
            <a:lvl4pPr marL="631635" indent="-174573">
              <a:spcBef>
                <a:spcPts val="600"/>
              </a:spcBef>
              <a:buClrTx/>
              <a:buFont typeface="Arial" panose="020B0604020202020204" pitchFamily="34" charset="0"/>
              <a:buChar char="•"/>
              <a:defRPr sz="1600">
                <a:solidFill>
                  <a:schemeClr val="bg1"/>
                </a:solidFill>
              </a:defRPr>
            </a:lvl4pPr>
            <a:lvl5pPr marL="804622" indent="-172986">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spTree>
    <p:extLst>
      <p:ext uri="{BB962C8B-B14F-4D97-AF65-F5344CB8AC3E}">
        <p14:creationId xmlns:p14="http://schemas.microsoft.com/office/powerpoint/2010/main" val="155195750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hree points">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CFACB8A6-3813-48D2-B8CE-038DD1E42B32}"/>
              </a:ext>
            </a:extLst>
          </p:cNvPr>
          <p:cNvSpPr/>
          <p:nvPr userDrawn="1"/>
        </p:nvSpPr>
        <p:spPr>
          <a:xfrm>
            <a:off x="218718"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6" y="0"/>
            <a:ext cx="405815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7" y="0"/>
            <a:ext cx="407095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6" name="Group 5">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7"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8" name="Content Placeholder 8">
            <a:extLst>
              <a:ext uri="{FF2B5EF4-FFF2-40B4-BE49-F238E27FC236}">
                <a16:creationId xmlns:a16="http://schemas.microsoft.com/office/drawing/2014/main" id="{80785A3E-DA24-410F-9CAE-7070C42B58B4}"/>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9" name="Content Placeholder 8">
            <a:extLst>
              <a:ext uri="{FF2B5EF4-FFF2-40B4-BE49-F238E27FC236}">
                <a16:creationId xmlns:a16="http://schemas.microsoft.com/office/drawing/2014/main" id="{62BE1DE7-64C2-4B16-AD38-1C91E86AECE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©2019 CVS Health and/or one of its affiliates. Confidential and proprietary.</a:t>
            </a:r>
          </a:p>
        </p:txBody>
      </p:sp>
      <p:sp>
        <p:nvSpPr>
          <p:cNvPr id="17" name="Content Placeholder 2"/>
          <p:cNvSpPr>
            <a:spLocks noGrp="1"/>
          </p:cNvSpPr>
          <p:nvPr>
            <p:ph sz="half" idx="1" hasCustomPrompt="1"/>
          </p:nvPr>
        </p:nvSpPr>
        <p:spPr bwMode="gray">
          <a:xfrm>
            <a:off x="846992" y="3148864"/>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dirty="0" smtClean="0">
                <a:solidFill>
                  <a:schemeClr val="tx2"/>
                </a:solidFill>
              </a:defRPr>
            </a:lvl2pPr>
            <a:lvl3pPr marL="171399" indent="0">
              <a:buClrTx/>
              <a:buFont typeface="Arial" panose="020B0604020202020204" pitchFamily="34" charset="0"/>
              <a:buNone/>
              <a:defRPr lang="en-US" sz="1600" dirty="0" smtClean="0">
                <a:solidFill>
                  <a:schemeClr val="tx2"/>
                </a:solidFill>
              </a:defRPr>
            </a:lvl3pPr>
            <a:lvl4pPr>
              <a:buClrTx/>
              <a:defRPr lang="en-US" sz="1600" dirty="0" smtClean="0">
                <a:solidFill>
                  <a:schemeClr val="tx2"/>
                </a:solidFill>
              </a:defRPr>
            </a:lvl4pPr>
            <a:lvl5pPr>
              <a:buClrTx/>
              <a:defRPr lang="en-US" sz="1600" dirty="0">
                <a:solidFill>
                  <a:schemeClr val="tx2"/>
                </a:solidFill>
              </a:defRPr>
            </a:lvl5pPr>
            <a:lvl6pPr>
              <a:buClrTx/>
              <a:defRPr sz="1600"/>
            </a:lvl6pPr>
            <a:lvl7pPr>
              <a:buClrTx/>
              <a:defRPr sz="1600"/>
            </a:lvl7pPr>
            <a:lvl8pPr>
              <a:buClrTx/>
              <a:defRPr sz="1600"/>
            </a:lvl8pPr>
            <a:lvl9pPr>
              <a:defRPr sz="1600"/>
            </a:lvl9pPr>
          </a:lstStyle>
          <a:p>
            <a:pPr lvl="0"/>
            <a:r>
              <a:rPr lang="en-US"/>
              <a:t>Header</a:t>
            </a:r>
          </a:p>
          <a:p>
            <a:pPr lvl="1"/>
            <a:r>
              <a:rPr lang="en-US"/>
              <a:t>First-level</a:t>
            </a:r>
          </a:p>
        </p:txBody>
      </p:sp>
      <p:sp>
        <p:nvSpPr>
          <p:cNvPr id="18" name="Content Placeholder 3"/>
          <p:cNvSpPr>
            <a:spLocks noGrp="1"/>
          </p:cNvSpPr>
          <p:nvPr>
            <p:ph sz="half" idx="2" hasCustomPrompt="1"/>
          </p:nvPr>
        </p:nvSpPr>
        <p:spPr bwMode="gray">
          <a:xfrm>
            <a:off x="4907515" y="3148864"/>
            <a:ext cx="2368913" cy="2592183"/>
          </a:xfrm>
        </p:spPr>
        <p:txBody>
          <a:bodyPr vert="horz" lIns="0" tIns="0" rIns="0" bIns="0" rtlCol="0">
            <a:noAutofit/>
          </a:bodyPr>
          <a:lstStyle>
            <a:lvl1pPr algn="ctr">
              <a:buClrTx/>
              <a:defRPr lang="en-US" sz="1800" b="1" cap="none" baseline="0" dirty="0" smtClean="0">
                <a:solidFill>
                  <a:schemeClr val="tx2"/>
                </a:solidFill>
              </a:defRPr>
            </a:lvl1pPr>
            <a:lvl2pPr marL="0" indent="0" algn="ctr">
              <a:buClrTx/>
              <a:buFontTx/>
              <a:buNone/>
              <a:defRPr lang="en-US" sz="1600" baseline="0" dirty="0" smtClean="0">
                <a:solidFill>
                  <a:schemeClr val="tx2"/>
                </a:solidFill>
              </a:defRPr>
            </a:lvl2pPr>
            <a:lvl3pPr marL="171399"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lvl="0"/>
            <a:r>
              <a:rPr lang="en-US"/>
              <a:t>Header</a:t>
            </a:r>
          </a:p>
          <a:p>
            <a:pPr lvl="1"/>
            <a:r>
              <a:rPr lang="en-US"/>
              <a:t>First-level</a:t>
            </a:r>
          </a:p>
        </p:txBody>
      </p:sp>
      <p:sp>
        <p:nvSpPr>
          <p:cNvPr id="19" name="Content Placeholder 3"/>
          <p:cNvSpPr>
            <a:spLocks noGrp="1"/>
          </p:cNvSpPr>
          <p:nvPr>
            <p:ph sz="half" idx="18" hasCustomPrompt="1"/>
          </p:nvPr>
        </p:nvSpPr>
        <p:spPr bwMode="gray">
          <a:xfrm>
            <a:off x="8972065" y="3148864"/>
            <a:ext cx="2368913" cy="2592183"/>
          </a:xfrm>
        </p:spPr>
        <p:txBody>
          <a:bodyPr vert="horz" lIns="0" tIns="0" rIns="0" bIns="0" rtlCol="0">
            <a:noAutofit/>
          </a:bodyPr>
          <a:lstStyle>
            <a:lvl1pPr algn="ctr">
              <a:buClrTx/>
              <a:defRPr lang="en-US" sz="1800" b="1" cap="none" baseline="0" dirty="0" smtClean="0">
                <a:solidFill>
                  <a:schemeClr val="bg1"/>
                </a:solidFill>
              </a:defRPr>
            </a:lvl1pPr>
            <a:lvl2pPr marL="0" indent="0" algn="ctr">
              <a:buClrTx/>
              <a:buFontTx/>
              <a:buNone/>
              <a:defRPr lang="en-US" sz="1600" dirty="0" smtClean="0">
                <a:solidFill>
                  <a:schemeClr val="bg1"/>
                </a:solidFill>
              </a:defRPr>
            </a:lvl2pPr>
            <a:lvl3pPr marL="171399"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Tree>
    <p:extLst>
      <p:ext uri="{BB962C8B-B14F-4D97-AF65-F5344CB8AC3E}">
        <p14:creationId xmlns:p14="http://schemas.microsoft.com/office/powerpoint/2010/main" val="122036851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1"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192434052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1"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72286099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5139F72-CEC0-495F-8477-192D60A880E2}"/>
              </a:ext>
            </a:extLst>
          </p:cNvPr>
          <p:cNvSpPr/>
          <p:nvPr userDrawn="1"/>
        </p:nvSpPr>
        <p:spPr>
          <a:xfrm>
            <a:off x="6096001"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9" name="Group 8">
            <a:extLst>
              <a:ext uri="{FF2B5EF4-FFF2-40B4-BE49-F238E27FC236}">
                <a16:creationId xmlns:a16="http://schemas.microsoft.com/office/drawing/2014/main" id="{C4BCE3BF-19DE-4243-9ED2-5FA21553C1FA}"/>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10" name="Freeform 4">
              <a:extLst>
                <a:ext uri="{FF2B5EF4-FFF2-40B4-BE49-F238E27FC236}">
                  <a16:creationId xmlns:a16="http://schemas.microsoft.com/office/drawing/2014/main" id="{4FAD22A7-02FD-47B7-B56B-F83C1B41E59F}"/>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5">
              <a:extLst>
                <a:ext uri="{FF2B5EF4-FFF2-40B4-BE49-F238E27FC236}">
                  <a16:creationId xmlns:a16="http://schemas.microsoft.com/office/drawing/2014/main" id="{E5501FD2-6558-4D19-84E8-1DAF689AB5F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6">
              <a:extLst>
                <a:ext uri="{FF2B5EF4-FFF2-40B4-BE49-F238E27FC236}">
                  <a16:creationId xmlns:a16="http://schemas.microsoft.com/office/drawing/2014/main" id="{56C71C9D-3B12-4743-ABB3-3300A6D7C2AE}"/>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7">
              <a:extLst>
                <a:ext uri="{FF2B5EF4-FFF2-40B4-BE49-F238E27FC236}">
                  <a16:creationId xmlns:a16="http://schemas.microsoft.com/office/drawing/2014/main" id="{7C9731B0-F7F6-409F-971D-705E83BF30BE}"/>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8">
              <a:extLst>
                <a:ext uri="{FF2B5EF4-FFF2-40B4-BE49-F238E27FC236}">
                  <a16:creationId xmlns:a16="http://schemas.microsoft.com/office/drawing/2014/main" id="{D982D7F3-8E67-4A4F-91EE-C8AA3BB44D70}"/>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5" name="Freeform 10">
              <a:extLst>
                <a:ext uri="{FF2B5EF4-FFF2-40B4-BE49-F238E27FC236}">
                  <a16:creationId xmlns:a16="http://schemas.microsoft.com/office/drawing/2014/main" id="{37B8E154-46D5-4920-86B2-1F96A57FEDC1}"/>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272638431"/>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0"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spTree>
    <p:extLst>
      <p:ext uri="{BB962C8B-B14F-4D97-AF65-F5344CB8AC3E}">
        <p14:creationId xmlns:p14="http://schemas.microsoft.com/office/powerpoint/2010/main" val="1179542371"/>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1"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
        <p:nvSpPr>
          <p:cNvPr id="2" name="Title 1"/>
          <p:cNvSpPr>
            <a:spLocks noGrp="1"/>
          </p:cNvSpPr>
          <p:nvPr>
            <p:ph type="title" hasCustomPrompt="1"/>
          </p:nvPr>
        </p:nvSpPr>
        <p:spPr>
          <a:xfrm>
            <a:off x="557929" y="1764792"/>
            <a:ext cx="4435995" cy="1463040"/>
          </a:xfrm>
        </p:spPr>
        <p:txBody>
          <a:bodyPr rIns="0"/>
          <a:lstStyle>
            <a:lvl1pPr>
              <a:defRPr>
                <a:solidFill>
                  <a:schemeClr val="tx2"/>
                </a:solidFill>
              </a:defRPr>
            </a:lvl1pPr>
          </a:lstStyle>
          <a:p>
            <a:r>
              <a:rPr lang="en-US"/>
              <a:t>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557929" y="3590385"/>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314049106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9"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4"/>
            <a:ext cx="4573191" cy="161925"/>
          </a:xfrm>
          <a:prstGeom prst="rect">
            <a:avLst/>
          </a:prstGeom>
          <a:noFill/>
        </p:spPr>
        <p:txBody>
          <a:bodyPr>
            <a:noAutofit/>
          </a:bodyPr>
          <a:lstStyle>
            <a:lvl1pPr>
              <a:defRPr sz="14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95293608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Quote or high impact on re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5"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6"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8" name="Group 7">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9"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2"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3"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4"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a:xfrm>
            <a:off x="2512869" y="2180108"/>
            <a:ext cx="7170763" cy="1463040"/>
          </a:xfrm>
        </p:spPr>
        <p:txBody>
          <a:bodyPr rIns="0"/>
          <a:lstStyle>
            <a:lvl1pPr>
              <a:defRPr>
                <a:solidFill>
                  <a:schemeClr val="bg1"/>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4"/>
            <a:ext cx="4573191" cy="161925"/>
          </a:xfrm>
          <a:prstGeom prst="rect">
            <a:avLst/>
          </a:prstGeom>
          <a:noFill/>
        </p:spPr>
        <p:txBody>
          <a:bodyPr>
            <a:noAutofit/>
          </a:bodyPr>
          <a:lstStyle>
            <a:lvl1pPr>
              <a:defRPr sz="1400" cap="all" baseline="0">
                <a:solidFill>
                  <a:schemeClr val="bg1"/>
                </a:solidFill>
              </a:defRPr>
            </a:lvl1pPr>
          </a:lstStyle>
          <a:p>
            <a:pPr lvl="0"/>
            <a:r>
              <a:rPr lang="en-US"/>
              <a:t>click to add AUTHOR</a:t>
            </a:r>
          </a:p>
        </p:txBody>
      </p:sp>
    </p:spTree>
    <p:extLst>
      <p:ext uri="{BB962C8B-B14F-4D97-AF65-F5344CB8AC3E}">
        <p14:creationId xmlns:p14="http://schemas.microsoft.com/office/powerpoint/2010/main" val="144822450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3035"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199"/>
              </a:spcBef>
              <a:buClrTx/>
              <a:buNone/>
              <a:defRPr lang="en-US" dirty="0" smtClean="0">
                <a:solidFill>
                  <a:schemeClr val="tx2"/>
                </a:solidFill>
              </a:defRPr>
            </a:lvl2pPr>
            <a:lvl3pPr marL="174573" indent="-174573" algn="l">
              <a:spcBef>
                <a:spcPts val="1200"/>
              </a:spcBef>
              <a:buClrTx/>
              <a:buFont typeface="Arial" panose="020B0604020202020204" pitchFamily="34" charset="0"/>
              <a:buChar char="•"/>
              <a:defRPr lang="en-US" sz="1400" baseline="0" dirty="0" smtClean="0">
                <a:solidFill>
                  <a:schemeClr val="tx2"/>
                </a:solidFill>
              </a:defRPr>
            </a:lvl3pPr>
            <a:lvl4pPr marL="347559" indent="-172986" algn="l">
              <a:buClrTx/>
              <a:buFont typeface="Arial" panose="020B0604020202020204" pitchFamily="34" charset="0"/>
              <a:buChar char="–"/>
              <a:defRPr lang="en-US" baseline="0" dirty="0" smtClean="0">
                <a:solidFill>
                  <a:schemeClr val="tx2"/>
                </a:solidFill>
              </a:defRPr>
            </a:lvl4pPr>
            <a:lvl5pPr marL="511022" indent="-163464" algn="l">
              <a:buClrTx/>
              <a:buFont typeface="Arial" panose="020B0604020202020204" pitchFamily="34" charset="0"/>
              <a:buChar char="•"/>
              <a:defRPr lang="en-US" dirty="0">
                <a:solidFill>
                  <a:schemeClr val="tx2"/>
                </a:solidFill>
              </a:defRPr>
            </a:lvl5pPr>
            <a:lvl6pPr marL="685594" indent="-174573" algn="l">
              <a:buClrTx/>
              <a:buFont typeface="Arial" panose="020B0604020202020204" pitchFamily="34" charset="0"/>
              <a:buChar char="–"/>
              <a:defRPr baseline="0">
                <a:solidFill>
                  <a:schemeClr val="tx2"/>
                </a:solidFill>
              </a:defRPr>
            </a:lvl6pPr>
            <a:lvl7pPr marL="860167" indent="-172986" algn="l">
              <a:buClrTx/>
              <a:buFont typeface="Arial" panose="020B0604020202020204" pitchFamily="34" charset="0"/>
              <a:buChar char="•"/>
              <a:defRPr/>
            </a:lvl7pPr>
            <a:lvl8pPr marL="1031565" indent="-171399" algn="l">
              <a:buClrTx/>
              <a:buFont typeface="Arial" panose="020B0604020202020204" pitchFamily="34" charset="0"/>
              <a:buChar char="–"/>
              <a:defRPr/>
            </a:lvl8pPr>
            <a:lvl9pPr marL="1202964" indent="-171399" algn="l">
              <a:buClrTx/>
              <a:buFont typeface="Arial" panose="020B0604020202020204" pitchFamily="34" charset="0"/>
              <a:buChar char="•"/>
              <a:defRPr/>
            </a:lvl9pPr>
          </a:lstStyle>
          <a:p>
            <a:pPr lvl="0"/>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199"/>
              </a:spcBef>
              <a:buClrTx/>
              <a:buNone/>
              <a:defRPr lang="en-US" dirty="0" smtClean="0">
                <a:solidFill>
                  <a:schemeClr val="tx2"/>
                </a:solidFill>
              </a:defRPr>
            </a:lvl2pPr>
            <a:lvl3pPr marL="174573" indent="-174573" algn="l">
              <a:spcBef>
                <a:spcPts val="1200"/>
              </a:spcBef>
              <a:buClrTx/>
              <a:buFont typeface="Arial" panose="020B0604020202020204" pitchFamily="34" charset="0"/>
              <a:buChar char="•"/>
              <a:defRPr lang="en-US" sz="1400" baseline="0" dirty="0" smtClean="0">
                <a:solidFill>
                  <a:schemeClr val="tx2"/>
                </a:solidFill>
              </a:defRPr>
            </a:lvl3pPr>
            <a:lvl4pPr marL="347559" indent="-172986" algn="l">
              <a:buClrTx/>
              <a:buFont typeface="Arial" panose="020B0604020202020204" pitchFamily="34" charset="0"/>
              <a:buChar char="–"/>
              <a:defRPr lang="en-US" baseline="0" dirty="0" smtClean="0">
                <a:solidFill>
                  <a:schemeClr val="tx2"/>
                </a:solidFill>
              </a:defRPr>
            </a:lvl4pPr>
            <a:lvl5pPr marL="511022" indent="-163464" algn="l">
              <a:buClrTx/>
              <a:buFont typeface="Arial" panose="020B0604020202020204" pitchFamily="34" charset="0"/>
              <a:buChar char="•"/>
              <a:defRPr lang="en-US" dirty="0">
                <a:solidFill>
                  <a:schemeClr val="tx2"/>
                </a:solidFill>
              </a:defRPr>
            </a:lvl5pPr>
            <a:lvl6pPr marL="685594" indent="-174573" algn="l">
              <a:buClrTx/>
              <a:buFont typeface="Arial" panose="020B0604020202020204" pitchFamily="34" charset="0"/>
              <a:buChar char="–"/>
              <a:defRPr baseline="0">
                <a:solidFill>
                  <a:schemeClr val="tx2"/>
                </a:solidFill>
              </a:defRPr>
            </a:lvl6pPr>
            <a:lvl7pPr marL="860167" indent="-172986" algn="l">
              <a:buClrTx/>
              <a:buFont typeface="Arial" panose="020B0604020202020204" pitchFamily="34" charset="0"/>
              <a:buChar char="•"/>
              <a:defRPr/>
            </a:lvl7pPr>
            <a:lvl8pPr marL="1031565" indent="-171399" algn="l">
              <a:buClrTx/>
              <a:buFont typeface="Arial" panose="020B0604020202020204" pitchFamily="34" charset="0"/>
              <a:buChar char="–"/>
              <a:defRPr/>
            </a:lvl8pPr>
            <a:lvl9pPr marL="1202964" indent="-171399" algn="l">
              <a:buClrTx/>
              <a:buFont typeface="Arial" panose="020B0604020202020204" pitchFamily="34" charset="0"/>
              <a:buChar char="•"/>
              <a:defRPr/>
            </a:lvl9pPr>
          </a:lstStyle>
          <a:p>
            <a:pPr lvl="0"/>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9" y="2110424"/>
            <a:ext cx="2506109" cy="3630620"/>
          </a:xfrm>
        </p:spPr>
        <p:txBody>
          <a:bodyPr vert="horz" lIns="0" tIns="0" rIns="0" bIns="0" rtlCol="0">
            <a:noAutofit/>
          </a:bodyPr>
          <a:lstStyle>
            <a:lvl1pPr algn="ctr">
              <a:buClrTx/>
              <a:defRPr lang="en-US" sz="3200" b="1" cap="none" baseline="0" dirty="0" smtClean="0">
                <a:solidFill>
                  <a:schemeClr val="accent2"/>
                </a:solidFill>
              </a:defRPr>
            </a:lvl1pPr>
            <a:lvl2pPr marL="0" indent="0" algn="ctr">
              <a:spcBef>
                <a:spcPts val="4199"/>
              </a:spcBef>
              <a:buClrTx/>
              <a:buNone/>
              <a:defRPr lang="en-US" dirty="0" smtClean="0">
                <a:solidFill>
                  <a:schemeClr val="tx2"/>
                </a:solidFill>
              </a:defRPr>
            </a:lvl2pPr>
            <a:lvl3pPr marL="174573" indent="-174573" algn="l">
              <a:spcBef>
                <a:spcPts val="1200"/>
              </a:spcBef>
              <a:buClrTx/>
              <a:buFont typeface="Arial" panose="020B0604020202020204" pitchFamily="34" charset="0"/>
              <a:buChar char="•"/>
              <a:defRPr lang="en-US" sz="1400" baseline="0" dirty="0" smtClean="0">
                <a:solidFill>
                  <a:schemeClr val="tx2"/>
                </a:solidFill>
              </a:defRPr>
            </a:lvl3pPr>
            <a:lvl4pPr marL="347559" indent="-172986" algn="l">
              <a:buClrTx/>
              <a:buFont typeface="Arial" panose="020B0604020202020204" pitchFamily="34" charset="0"/>
              <a:buChar char="–"/>
              <a:defRPr lang="en-US" baseline="0" dirty="0" smtClean="0">
                <a:solidFill>
                  <a:schemeClr val="tx2"/>
                </a:solidFill>
              </a:defRPr>
            </a:lvl4pPr>
            <a:lvl5pPr marL="511022" indent="-163464" algn="l">
              <a:buClrTx/>
              <a:buFont typeface="Arial" panose="020B0604020202020204" pitchFamily="34" charset="0"/>
              <a:buChar char="•"/>
              <a:defRPr lang="en-US" dirty="0">
                <a:solidFill>
                  <a:schemeClr val="tx2"/>
                </a:solidFill>
              </a:defRPr>
            </a:lvl5pPr>
            <a:lvl6pPr marL="685594" indent="-174573" algn="l">
              <a:buClrTx/>
              <a:buFont typeface="Arial" panose="020B0604020202020204" pitchFamily="34" charset="0"/>
              <a:buChar char="–"/>
              <a:defRPr baseline="0">
                <a:solidFill>
                  <a:schemeClr val="tx2"/>
                </a:solidFill>
              </a:defRPr>
            </a:lvl6pPr>
            <a:lvl7pPr marL="860167" indent="-172986" algn="l">
              <a:buClrTx/>
              <a:buFont typeface="Arial" panose="020B0604020202020204" pitchFamily="34" charset="0"/>
              <a:buChar char="•"/>
              <a:defRPr/>
            </a:lvl7pPr>
            <a:lvl8pPr marL="1031565" indent="-171399" algn="l">
              <a:buClrTx/>
              <a:buFont typeface="Arial" panose="020B0604020202020204" pitchFamily="34" charset="0"/>
              <a:buChar char="–"/>
              <a:defRPr/>
            </a:lvl8pPr>
            <a:lvl9pPr marL="1202964" indent="-171399" algn="l">
              <a:buClrTx/>
              <a:buFont typeface="Arial" panose="020B0604020202020204" pitchFamily="34" charset="0"/>
              <a:buChar char="•"/>
              <a:defRPr/>
            </a:lvl9pPr>
          </a:lstStyle>
          <a:p>
            <a:pPr lvl="0"/>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53535560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25AEC46-6D54-4EEC-956E-3477AF6588BC}"/>
              </a:ext>
            </a:extLst>
          </p:cNvPr>
          <p:cNvSpPr txBox="1"/>
          <p:nvPr userDrawn="1"/>
        </p:nvSpPr>
        <p:spPr>
          <a:xfrm>
            <a:off x="534939" y="416160"/>
            <a:ext cx="4089993" cy="710619"/>
          </a:xfrm>
          <a:prstGeom prst="rect">
            <a:avLst/>
          </a:prstGeom>
          <a:noFill/>
        </p:spPr>
        <p:txBody>
          <a:bodyPr wrap="square" lIns="0" tIns="0" rIns="0" bIns="0" rtlCol="0">
            <a:noAutofit/>
          </a:bodyPr>
          <a:lstStyle/>
          <a:p>
            <a:pPr marL="0" marR="0" indent="0" algn="l" defTabSz="456621" rtl="0" eaLnBrk="1" fontAlgn="base" latinLnBrk="0" hangingPunct="1">
              <a:lnSpc>
                <a:spcPct val="100000"/>
              </a:lnSpc>
              <a:spcBef>
                <a:spcPts val="1200"/>
              </a:spcBef>
              <a:spcAft>
                <a:spcPts val="0"/>
              </a:spcAft>
              <a:buClrTx/>
              <a:buSzTx/>
              <a:buFontTx/>
              <a:buNone/>
              <a:tabLst/>
            </a:pPr>
            <a:r>
              <a:rPr lang="en-US" sz="4800" b="1">
                <a:solidFill>
                  <a:schemeClr val="accent6"/>
                </a:solidFill>
                <a:latin typeface="+mn-lt"/>
                <a:cs typeface="Arial" panose="020B0604020202020204" pitchFamily="34" charset="0"/>
              </a:rPr>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buClrTx/>
              <a:defRPr sz="1800" b="1" cap="none" baseline="0">
                <a:solidFill>
                  <a:schemeClr val="tx2"/>
                </a:solidFill>
              </a:defRPr>
            </a:lvl1pPr>
            <a:lvl2pPr marL="0" indent="0">
              <a:buClrTx/>
              <a:buFontTx/>
              <a:buNone/>
              <a:defRPr baseline="0">
                <a:solidFill>
                  <a:schemeClr val="tx2"/>
                </a:solidFill>
              </a:defRPr>
            </a:lvl2pPr>
            <a:lvl3pPr marL="172986" indent="-172986">
              <a:buClrTx/>
              <a:buFont typeface="Arial" panose="020B0604020202020204" pitchFamily="34" charset="0"/>
              <a:buChar char="•"/>
              <a:defRPr baseline="0">
                <a:solidFill>
                  <a:schemeClr val="tx2"/>
                </a:solidFill>
              </a:defRPr>
            </a:lvl3pPr>
            <a:lvl4pPr marL="347559" indent="-174573">
              <a:buClrTx/>
              <a:buFont typeface="Arial" panose="020B0604020202020204" pitchFamily="34" charset="0"/>
              <a:buChar char="–"/>
              <a:defRPr>
                <a:solidFill>
                  <a:schemeClr val="tx2"/>
                </a:solidFill>
              </a:defRPr>
            </a:lvl4pPr>
            <a:lvl5pPr marL="509435" indent="-161876">
              <a:buClrTx/>
              <a:buFont typeface="Arial" panose="020B0604020202020204" pitchFamily="34" charset="0"/>
              <a:buChar char="•"/>
              <a:defRPr baseline="0">
                <a:solidFill>
                  <a:schemeClr val="tx2"/>
                </a:solidFill>
              </a:defRPr>
            </a:lvl5pPr>
            <a:lvl6pPr marL="682420" indent="-172986">
              <a:buClrTx/>
              <a:buFont typeface="Arial" panose="020B0604020202020204" pitchFamily="34" charset="0"/>
              <a:buChar char="–"/>
              <a:defRPr/>
            </a:lvl6pPr>
            <a:lvl7pPr marL="856993" indent="-174573">
              <a:buClrTx/>
              <a:buFont typeface="Arial" panose="020B0604020202020204" pitchFamily="34" charset="0"/>
              <a:buChar char="•"/>
              <a:defRPr/>
            </a:lvl7pPr>
            <a:lvl8pPr marL="1029979" indent="-172986">
              <a:buClrTx/>
              <a:buFont typeface="Arial" panose="020B0604020202020204" pitchFamily="34" charset="0"/>
              <a:buChar char="–"/>
              <a:defRPr/>
            </a:lvl8pPr>
            <a:lvl9pPr marL="1202964" indent="-172986">
              <a:buClrTx/>
              <a:buFont typeface="Arial" panose="020B0604020202020204" pitchFamily="34" charset="0"/>
              <a:buChar char="•"/>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7267583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152251329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600">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1" y="960557"/>
            <a:ext cx="11188701" cy="757255"/>
          </a:xfrm>
          <a:prstGeom prst="rect">
            <a:avLst/>
          </a:prstGeom>
        </p:spPr>
        <p:txBody>
          <a:bodyPr lIns="0" tIns="0" rIns="0" bIns="0">
            <a:noAutofit/>
          </a:bodyPr>
          <a:lstStyle>
            <a:lvl1pPr marL="0" indent="0">
              <a:buNone/>
              <a:defRPr sz="1800"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1707442521"/>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titleOnly" preserve="1">
  <p:cSld name="Title Only re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5139F72-CEC0-495F-8477-192D60A880E2}"/>
              </a:ext>
            </a:extLst>
          </p:cNvPr>
          <p:cNvSpPr/>
          <p:nvPr userDrawn="1"/>
        </p:nvSpPr>
        <p:spPr>
          <a:xfrm>
            <a:off x="-1" y="0"/>
            <a:ext cx="12192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Content Placeholder 8">
            <a:extLst>
              <a:ext uri="{FF2B5EF4-FFF2-40B4-BE49-F238E27FC236}">
                <a16:creationId xmlns:a16="http://schemas.microsoft.com/office/drawing/2014/main" id="{935A177A-64AC-49B1-9D97-25A4DB841CAD}"/>
              </a:ext>
            </a:extLst>
          </p:cNvPr>
          <p:cNvSpPr txBox="1">
            <a:spLocks/>
          </p:cNvSpPr>
          <p:nvPr userDrawn="1"/>
        </p:nvSpPr>
        <p:spPr>
          <a:xfrm>
            <a:off x="557931" y="6376946"/>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bg1"/>
                </a:solidFill>
                <a:latin typeface="+mn-lt"/>
                <a:ea typeface="Open Sans" panose="020B0606030504020204" pitchFamily="34" charset="0"/>
                <a:cs typeface="Arial" panose="020B0604020202020204" pitchFamily="34" charset="0"/>
              </a:rPr>
              <a:pPr algn="l"/>
              <a:t>‹#›</a:t>
            </a:fld>
            <a:endParaRPr lang="en-US" sz="1000" b="1">
              <a:solidFill>
                <a:schemeClr val="bg1"/>
              </a:solidFill>
              <a:latin typeface="+mn-lt"/>
              <a:ea typeface="Open Sans" panose="020B0606030504020204" pitchFamily="34" charset="0"/>
              <a:cs typeface="Arial" panose="020B0604020202020204" pitchFamily="34" charset="0"/>
            </a:endParaRPr>
          </a:p>
        </p:txBody>
      </p:sp>
      <p:sp>
        <p:nvSpPr>
          <p:cNvPr id="4"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bg1"/>
                </a:solidFill>
                <a:latin typeface="+mn-lt"/>
                <a:cs typeface="Arial" panose="020B0604020202020204" pitchFamily="34" charset="0"/>
              </a:rPr>
              <a:t>©2019 CVS Health and/or one of its affiliates. Confidential and proprietary.</a:t>
            </a:r>
          </a:p>
        </p:txBody>
      </p:sp>
      <p:grpSp>
        <p:nvGrpSpPr>
          <p:cNvPr id="5" name="Group 4">
            <a:extLst>
              <a:ext uri="{FF2B5EF4-FFF2-40B4-BE49-F238E27FC236}">
                <a16:creationId xmlns:a16="http://schemas.microsoft.com/office/drawing/2014/main" id="{4FDE6AD5-F9DF-408C-8730-856FE7DF1ACB}"/>
              </a:ext>
            </a:extLst>
          </p:cNvPr>
          <p:cNvGrpSpPr>
            <a:grpSpLocks noChangeAspect="1"/>
          </p:cNvGrpSpPr>
          <p:nvPr userDrawn="1"/>
        </p:nvGrpSpPr>
        <p:grpSpPr>
          <a:xfrm>
            <a:off x="10355280" y="6373316"/>
            <a:ext cx="1279513" cy="157138"/>
            <a:chOff x="1011652" y="1504398"/>
            <a:chExt cx="10028238" cy="1231900"/>
          </a:xfrm>
          <a:solidFill>
            <a:schemeClr val="bg1"/>
          </a:solidFill>
        </p:grpSpPr>
        <p:sp>
          <p:nvSpPr>
            <p:cNvPr id="6" name="Freeform 4">
              <a:extLst>
                <a:ext uri="{FF2B5EF4-FFF2-40B4-BE49-F238E27FC236}">
                  <a16:creationId xmlns:a16="http://schemas.microsoft.com/office/drawing/2014/main" id="{EAEBFD24-EC09-43D3-99D6-42D3AFF5C68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7" name="Freeform 5">
              <a:extLst>
                <a:ext uri="{FF2B5EF4-FFF2-40B4-BE49-F238E27FC236}">
                  <a16:creationId xmlns:a16="http://schemas.microsoft.com/office/drawing/2014/main" id="{61D17F69-D687-48A8-8300-CE89003EF7B4}"/>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8" name="Freeform 6">
              <a:extLst>
                <a:ext uri="{FF2B5EF4-FFF2-40B4-BE49-F238E27FC236}">
                  <a16:creationId xmlns:a16="http://schemas.microsoft.com/office/drawing/2014/main" id="{CD4BE64E-7ABD-45BD-ACCF-3C1667AD36A0}"/>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9" name="Freeform 7">
              <a:extLst>
                <a:ext uri="{FF2B5EF4-FFF2-40B4-BE49-F238E27FC236}">
                  <a16:creationId xmlns:a16="http://schemas.microsoft.com/office/drawing/2014/main" id="{C057E95B-2796-491D-A687-27D4B2DCD97B}"/>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0" name="Freeform 8">
              <a:extLst>
                <a:ext uri="{FF2B5EF4-FFF2-40B4-BE49-F238E27FC236}">
                  <a16:creationId xmlns:a16="http://schemas.microsoft.com/office/drawing/2014/main" id="{711BEA48-E6DF-45F8-BDA7-36890BE90CB4}"/>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11" name="Freeform 10">
              <a:extLst>
                <a:ext uri="{FF2B5EF4-FFF2-40B4-BE49-F238E27FC236}">
                  <a16:creationId xmlns:a16="http://schemas.microsoft.com/office/drawing/2014/main" id="{CCA9C532-A3D9-4234-A91F-8BD0192B10AF}"/>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2" name="Title 1"/>
          <p:cNvSpPr>
            <a:spLocks noGrp="1"/>
          </p:cNvSpPr>
          <p:nvPr>
            <p:ph type="title" hasCustomPrompt="1"/>
          </p:nvPr>
        </p:nvSpPr>
        <p:spPr/>
        <p:txBody>
          <a:bodyPr/>
          <a:lstStyle>
            <a:lvl1pPr>
              <a:defRPr>
                <a:solidFill>
                  <a:schemeClr val="bg1"/>
                </a:solidFill>
              </a:defRPr>
            </a:lvl1pPr>
          </a:lstStyle>
          <a:p>
            <a:r>
              <a:rPr lang="en-US"/>
              <a:t>Click to add title</a:t>
            </a:r>
          </a:p>
        </p:txBody>
      </p:sp>
    </p:spTree>
    <p:extLst>
      <p:ext uri="{BB962C8B-B14F-4D97-AF65-F5344CB8AC3E}">
        <p14:creationId xmlns:p14="http://schemas.microsoft.com/office/powerpoint/2010/main" val="243846317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989516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extBox 1"/>
          <p:cNvSpPr txBox="1"/>
          <p:nvPr userDrawn="1"/>
        </p:nvSpPr>
        <p:spPr>
          <a:xfrm>
            <a:off x="3813934" y="2941081"/>
            <a:ext cx="4564136" cy="830997"/>
          </a:xfrm>
          <a:prstGeom prst="rect">
            <a:avLst/>
          </a:prstGeom>
          <a:noFill/>
        </p:spPr>
        <p:txBody>
          <a:bodyPr wrap="square" lIns="0" tIns="0" rIns="0" bIns="0" rtlCol="0" anchor="ctr">
            <a:spAutoFit/>
          </a:bodyPr>
          <a:lstStyle/>
          <a:p>
            <a:pPr algn="ctr"/>
            <a:r>
              <a:rPr lang="en-US" sz="5400" b="1">
                <a:solidFill>
                  <a:schemeClr val="accent2"/>
                </a:solidFill>
              </a:rPr>
              <a:t>Thank you</a:t>
            </a:r>
          </a:p>
        </p:txBody>
      </p:sp>
    </p:spTree>
    <p:extLst>
      <p:ext uri="{BB962C8B-B14F-4D97-AF65-F5344CB8AC3E}">
        <p14:creationId xmlns:p14="http://schemas.microsoft.com/office/powerpoint/2010/main" val="248046078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2" y="0"/>
            <a:ext cx="12192000" cy="6858000"/>
          </a:xfrm>
          <a:prstGeom prst="rect">
            <a:avLst/>
          </a:prstGeom>
          <a:solidFill>
            <a:schemeClr val="bg1">
              <a:lumMod val="85000"/>
            </a:schemeClr>
          </a:solidFill>
        </p:spPr>
        <p:txBody>
          <a:bodyPr anchor="ctr"/>
          <a:lstStyle>
            <a:lvl1pPr marL="0" marR="0" indent="0" algn="ctr" defTabSz="457063" rtl="0" eaLnBrk="1" fontAlgn="auto" latinLnBrk="0" hangingPunct="1">
              <a:lnSpc>
                <a:spcPct val="100000"/>
              </a:lnSpc>
              <a:spcBef>
                <a:spcPts val="0"/>
              </a:spcBef>
              <a:spcAft>
                <a:spcPts val="0"/>
              </a:spcAft>
              <a:buClrTx/>
              <a:buSzTx/>
              <a:buFont typeface="Arial"/>
              <a:buNone/>
              <a:tabLst/>
              <a:defRPr>
                <a:solidFill>
                  <a:schemeClr val="accent6"/>
                </a:solidFill>
                <a:latin typeface="+mn-lt"/>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4" name="Text Placeholder 8"/>
          <p:cNvSpPr>
            <a:spLocks noGrp="1"/>
          </p:cNvSpPr>
          <p:nvPr>
            <p:ph type="body" sz="quarter" idx="18" hasCustomPrompt="1"/>
          </p:nvPr>
        </p:nvSpPr>
        <p:spPr>
          <a:xfrm>
            <a:off x="845172" y="1196075"/>
            <a:ext cx="3069479" cy="1444752"/>
          </a:xfrm>
        </p:spPr>
        <p:txBody>
          <a:bodyPr/>
          <a:lstStyle>
            <a:lvl1pPr algn="l">
              <a:lnSpc>
                <a:spcPct val="80000"/>
              </a:lnSpc>
              <a:spcBef>
                <a:spcPts val="0"/>
              </a:spcBef>
              <a:defRPr sz="5400" b="1">
                <a:solidFill>
                  <a:schemeClr val="bg1"/>
                </a:solidFill>
              </a:defRPr>
            </a:lvl1pPr>
          </a:lstStyle>
          <a:p>
            <a:pPr lvl="0"/>
            <a:r>
              <a:rPr lang="en-US"/>
              <a:t>Closing slide</a:t>
            </a:r>
          </a:p>
        </p:txBody>
      </p:sp>
    </p:spTree>
    <p:extLst>
      <p:ext uri="{BB962C8B-B14F-4D97-AF65-F5344CB8AC3E}">
        <p14:creationId xmlns:p14="http://schemas.microsoft.com/office/powerpoint/2010/main" val="416333173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grpSp>
        <p:nvGrpSpPr>
          <p:cNvPr id="2" name="Group 1"/>
          <p:cNvGrpSpPr>
            <a:grpSpLocks noChangeAspect="1"/>
          </p:cNvGrpSpPr>
          <p:nvPr userDrawn="1"/>
        </p:nvGrpSpPr>
        <p:grpSpPr>
          <a:xfrm>
            <a:off x="3490045" y="253570"/>
            <a:ext cx="5211911" cy="640080"/>
            <a:chOff x="2825581" y="3027447"/>
            <a:chExt cx="6537663" cy="803106"/>
          </a:xfrm>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6023520" y="3050215"/>
              <a:ext cx="3134808" cy="775163"/>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5280439" y="3027447"/>
              <a:ext cx="671671" cy="803106"/>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3879141" y="3027447"/>
              <a:ext cx="748256" cy="803106"/>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4575651" y="3050215"/>
              <a:ext cx="746186" cy="758604"/>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2825581" y="3027447"/>
              <a:ext cx="978011" cy="803106"/>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9211109" y="3657720"/>
              <a:ext cx="152135" cy="156275"/>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tx1"/>
                </a:solidFill>
                <a:effectLst/>
                <a:uLnTx/>
                <a:uFillTx/>
                <a:latin typeface="+mn-lt"/>
              </a:endParaRPr>
            </a:p>
          </p:txBody>
        </p:sp>
      </p:grpSp>
    </p:spTree>
    <p:extLst>
      <p:ext uri="{BB962C8B-B14F-4D97-AF65-F5344CB8AC3E}">
        <p14:creationId xmlns:p14="http://schemas.microsoft.com/office/powerpoint/2010/main" val="231643389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2"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4" name="Group 3">
            <a:extLst>
              <a:ext uri="{FF2B5EF4-FFF2-40B4-BE49-F238E27FC236}">
                <a16:creationId xmlns:a16="http://schemas.microsoft.com/office/drawing/2014/main" id="{40949C91-C34A-48C0-97AF-F55ED1D82DFF}"/>
              </a:ext>
            </a:extLst>
          </p:cNvPr>
          <p:cNvGrpSpPr>
            <a:grpSpLocks noChangeAspect="1"/>
          </p:cNvGrpSpPr>
          <p:nvPr userDrawn="1"/>
        </p:nvGrpSpPr>
        <p:grpSpPr>
          <a:xfrm>
            <a:off x="2826319" y="3027447"/>
            <a:ext cx="6539366" cy="803106"/>
            <a:chOff x="1011652" y="1504398"/>
            <a:chExt cx="10028238" cy="1231900"/>
          </a:xfrm>
          <a:solidFill>
            <a:schemeClr val="bg1"/>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184856658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subtitle, Breadcrumbs">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2"/>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6" name="Text Placeholder 5">
            <a:extLst>
              <a:ext uri="{FF2B5EF4-FFF2-40B4-BE49-F238E27FC236}">
                <a16:creationId xmlns:a16="http://schemas.microsoft.com/office/drawing/2014/main" id="{43669498-C6A1-44F1-9D19-E5BD0D403EA8}"/>
              </a:ext>
            </a:extLst>
          </p:cNvPr>
          <p:cNvSpPr>
            <a:spLocks noGrp="1"/>
          </p:cNvSpPr>
          <p:nvPr>
            <p:ph type="body" sz="quarter" idx="15" hasCustomPrompt="1"/>
          </p:nvPr>
        </p:nvSpPr>
        <p:spPr>
          <a:xfrm>
            <a:off x="469900" y="180915"/>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462" lvl="0" indent="-228462"/>
            <a:r>
              <a:rPr lang="en-US"/>
              <a:t>BREADCRUMBS</a:t>
            </a:r>
          </a:p>
        </p:txBody>
      </p:sp>
    </p:spTree>
    <p:extLst>
      <p:ext uri="{BB962C8B-B14F-4D97-AF65-F5344CB8AC3E}">
        <p14:creationId xmlns:p14="http://schemas.microsoft.com/office/powerpoint/2010/main" val="1292555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1" y="736692"/>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3565628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1"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11307805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6C42718-30DC-4BF5-83B8-F07AB67E7F2D}"/>
              </a:ext>
            </a:extLst>
          </p:cNvPr>
          <p:cNvSpPr>
            <a:spLocks noGrp="1"/>
          </p:cNvSpPr>
          <p:nvPr>
            <p:ph type="body" sz="quarter" idx="10"/>
          </p:nvPr>
        </p:nvSpPr>
        <p:spPr>
          <a:xfrm>
            <a:off x="609602" y="2298704"/>
            <a:ext cx="10982633" cy="830997"/>
          </a:xfrm>
        </p:spPr>
        <p:txBody>
          <a:bodyPr/>
          <a:lstStyle>
            <a:lvl1pPr marL="0" indent="0">
              <a:buClr>
                <a:schemeClr val="bg1"/>
              </a:buClr>
              <a:buNone/>
              <a:defRPr sz="4800">
                <a:solidFill>
                  <a:schemeClr val="bg1"/>
                </a:solidFill>
              </a:defRPr>
            </a:lvl1pPr>
          </a:lstStyle>
          <a:p>
            <a:pPr lvl="0"/>
            <a:endParaRPr lang="en-US"/>
          </a:p>
        </p:txBody>
      </p:sp>
    </p:spTree>
    <p:extLst>
      <p:ext uri="{BB962C8B-B14F-4D97-AF65-F5344CB8AC3E}">
        <p14:creationId xmlns:p14="http://schemas.microsoft.com/office/powerpoint/2010/main" val="148846706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C46978-702E-4430-8A8E-D53AA508F3CB}"/>
              </a:ext>
            </a:extLst>
          </p:cNvPr>
          <p:cNvSpPr txBox="1"/>
          <p:nvPr userDrawn="1"/>
        </p:nvSpPr>
        <p:spPr>
          <a:xfrm>
            <a:off x="914402" y="1217629"/>
            <a:ext cx="10363200" cy="4616648"/>
          </a:xfrm>
          <a:prstGeom prst="rect">
            <a:avLst/>
          </a:prstGeom>
          <a:noFill/>
        </p:spPr>
        <p:txBody>
          <a:bodyPr wrap="square" rtlCol="0">
            <a:spAutoFit/>
          </a:bodyPr>
          <a:lstStyle/>
          <a:p>
            <a:pPr algn="ctr"/>
            <a:r>
              <a:rPr lang="en-US" sz="11500" b="1"/>
              <a:t>Do not use this</a:t>
            </a:r>
            <a:r>
              <a:rPr lang="en-US" sz="11500" b="1" baseline="0"/>
              <a:t> layout</a:t>
            </a:r>
          </a:p>
          <a:p>
            <a:pPr algn="ctr"/>
            <a:endParaRPr lang="en-US" sz="3200" b="1" baseline="0"/>
          </a:p>
          <a:p>
            <a:pPr algn="ctr"/>
            <a:r>
              <a:rPr lang="en-US" sz="3200" b="0" baseline="0"/>
              <a:t>Delete any master slides that occur after this layout</a:t>
            </a:r>
            <a:endParaRPr lang="en-US" sz="3200" b="0"/>
          </a:p>
        </p:txBody>
      </p:sp>
    </p:spTree>
    <p:extLst>
      <p:ext uri="{BB962C8B-B14F-4D97-AF65-F5344CB8AC3E}">
        <p14:creationId xmlns:p14="http://schemas.microsoft.com/office/powerpoint/2010/main" val="382532958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4" y="4965307"/>
            <a:ext cx="4407673" cy="897983"/>
          </a:xfrm>
        </p:spPr>
        <p:txBody>
          <a:bodyPr anchor="b" anchorCtr="0"/>
          <a:lstStyle>
            <a:lvl1pPr>
              <a:lnSpc>
                <a:spcPct val="85000"/>
              </a:lnSpc>
              <a:defRPr sz="2800" b="1" baseline="0">
                <a:latin typeface="+mn-lt"/>
              </a:defRPr>
            </a:lvl1pPr>
          </a:lstStyle>
          <a:p>
            <a:r>
              <a:rPr lang="en-US"/>
              <a:t>Click to edit Title</a:t>
            </a:r>
          </a:p>
        </p:txBody>
      </p:sp>
      <p:sp>
        <p:nvSpPr>
          <p:cNvPr id="6" name="Text Placeholder 9"/>
          <p:cNvSpPr>
            <a:spLocks noGrp="1"/>
          </p:cNvSpPr>
          <p:nvPr>
            <p:ph type="body" sz="quarter" idx="16" hasCustomPrompt="1"/>
          </p:nvPr>
        </p:nvSpPr>
        <p:spPr>
          <a:xfrm>
            <a:off x="914404" y="5940667"/>
            <a:ext cx="4407673" cy="478209"/>
          </a:xfrm>
        </p:spPr>
        <p:txBody>
          <a:bodyPr vert="horz" lIns="0" tIns="0" rIns="0" bIns="0" rtlCol="0">
            <a:noAutofit/>
          </a:bodyPr>
          <a:lstStyle>
            <a:lvl1pPr marL="0" indent="0">
              <a:buNone/>
              <a:defRPr lang="en-US" sz="1200" dirty="0"/>
            </a:lvl1pPr>
          </a:lstStyle>
          <a:p>
            <a:pPr marL="228462" lvl="0" indent="-228462">
              <a:lnSpc>
                <a:spcPct val="130000"/>
              </a:lnSpc>
            </a:pPr>
            <a:r>
              <a:rPr lang="en-US"/>
              <a:t>Click to edit Subtitle</a:t>
            </a:r>
          </a:p>
        </p:txBody>
      </p:sp>
      <p:sp>
        <p:nvSpPr>
          <p:cNvPr id="7" name="Text Placeholder 9"/>
          <p:cNvSpPr>
            <a:spLocks noGrp="1"/>
          </p:cNvSpPr>
          <p:nvPr>
            <p:ph type="body" sz="quarter" idx="17" hasCustomPrompt="1"/>
          </p:nvPr>
        </p:nvSpPr>
        <p:spPr>
          <a:xfrm>
            <a:off x="914404" y="4585210"/>
            <a:ext cx="4407673" cy="348286"/>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462" lvl="0" indent="-228462"/>
            <a:r>
              <a:rPr lang="en-US"/>
              <a:t>Date</a:t>
            </a:r>
          </a:p>
        </p:txBody>
      </p:sp>
      <p:sp>
        <p:nvSpPr>
          <p:cNvPr id="8" name="Picture Placeholder 7"/>
          <p:cNvSpPr>
            <a:spLocks noGrp="1"/>
          </p:cNvSpPr>
          <p:nvPr>
            <p:ph type="pic" sz="quarter" idx="19" hasCustomPrompt="1"/>
          </p:nvPr>
        </p:nvSpPr>
        <p:spPr>
          <a:xfrm>
            <a:off x="5322076" y="0"/>
            <a:ext cx="6869925" cy="6858000"/>
          </a:xfrm>
        </p:spPr>
        <p:txBody>
          <a:bodyPr anchor="ctr"/>
          <a:lstStyle>
            <a:lvl1pPr marL="0" indent="0" algn="ctr">
              <a:buNone/>
              <a:defRPr/>
            </a:lvl1pPr>
          </a:lstStyle>
          <a:p>
            <a:r>
              <a:rPr lang="en-US"/>
              <a:t>Click to insert picture</a:t>
            </a:r>
          </a:p>
        </p:txBody>
      </p:sp>
      <p:pic>
        <p:nvPicPr>
          <p:cNvPr id="11" name="Picture 10">
            <a:extLst>
              <a:ext uri="{FF2B5EF4-FFF2-40B4-BE49-F238E27FC236}">
                <a16:creationId xmlns:a16="http://schemas.microsoft.com/office/drawing/2014/main" id="{582ECD92-3C5F-485A-83D0-7BE7BAC91467}"/>
              </a:ext>
            </a:extLst>
          </p:cNvPr>
          <p:cNvPicPr>
            <a:picLocks noChangeAspect="1"/>
          </p:cNvPicPr>
          <p:nvPr userDrawn="1"/>
        </p:nvPicPr>
        <p:blipFill>
          <a:blip r:embed="rId2"/>
          <a:stretch>
            <a:fillRect/>
          </a:stretch>
        </p:blipFill>
        <p:spPr>
          <a:xfrm>
            <a:off x="914404" y="599140"/>
            <a:ext cx="2275745" cy="1167456"/>
          </a:xfrm>
          <a:prstGeom prst="rect">
            <a:avLst/>
          </a:prstGeom>
        </p:spPr>
      </p:pic>
    </p:spTree>
    <p:extLst>
      <p:ext uri="{BB962C8B-B14F-4D97-AF65-F5344CB8AC3E}">
        <p14:creationId xmlns:p14="http://schemas.microsoft.com/office/powerpoint/2010/main" val="83448274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2" y="4"/>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4"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4" y="5694833"/>
            <a:ext cx="4389120" cy="1163171"/>
          </a:xfrm>
        </p:spPr>
        <p:txBody>
          <a:bodyPr vert="horz" lIns="365760" tIns="0" rIns="365760" bIns="0" rtlCol="0">
            <a:noAutofit/>
          </a:bodyPr>
          <a:lstStyle>
            <a:lvl1pPr marL="0" indent="0">
              <a:buNone/>
              <a:defRPr lang="en-US" sz="1400" baseline="0" dirty="0"/>
            </a:lvl1pPr>
          </a:lstStyle>
          <a:p>
            <a:pPr marL="228462" lvl="0" indent="-228462">
              <a:lnSpc>
                <a:spcPct val="130000"/>
              </a:lnSpc>
            </a:pPr>
            <a:r>
              <a:rPr lang="en-US"/>
              <a:t>Click to edit subtitle</a:t>
            </a:r>
          </a:p>
        </p:txBody>
      </p:sp>
    </p:spTree>
    <p:extLst>
      <p:ext uri="{BB962C8B-B14F-4D97-AF65-F5344CB8AC3E}">
        <p14:creationId xmlns:p14="http://schemas.microsoft.com/office/powerpoint/2010/main" val="399446785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hree Content with Graphic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B6C09C-1569-4654-BB41-00C9680D23C8}"/>
              </a:ext>
            </a:extLst>
          </p:cNvPr>
          <p:cNvSpPr>
            <a:spLocks noGrp="1"/>
          </p:cNvSpPr>
          <p:nvPr>
            <p:ph type="title" hasCustomPrompt="1"/>
          </p:nvPr>
        </p:nvSpPr>
        <p:spPr>
          <a:xfrm>
            <a:off x="557930" y="649224"/>
            <a:ext cx="10382997" cy="767080"/>
          </a:xfrm>
        </p:spPr>
        <p:txBody>
          <a:bodyPr anchor="t"/>
          <a:lstStyle>
            <a:lvl1pPr>
              <a:defRPr baseline="0"/>
            </a:lvl1pPr>
          </a:lstStyle>
          <a:p>
            <a:r>
              <a:rPr lang="en-US"/>
              <a:t>Click to add title for three-column with text and pictograms</a:t>
            </a:r>
          </a:p>
        </p:txBody>
      </p:sp>
      <p:sp>
        <p:nvSpPr>
          <p:cNvPr id="4" name="Content Placeholder 5">
            <a:extLst>
              <a:ext uri="{FF2B5EF4-FFF2-40B4-BE49-F238E27FC236}">
                <a16:creationId xmlns:a16="http://schemas.microsoft.com/office/drawing/2014/main" id="{876397E4-B71C-46AA-956F-3D980F86C3DA}"/>
              </a:ext>
            </a:extLst>
          </p:cNvPr>
          <p:cNvSpPr>
            <a:spLocks noGrp="1"/>
          </p:cNvSpPr>
          <p:nvPr>
            <p:ph sz="quarter" idx="12" hasCustomPrompt="1"/>
          </p:nvPr>
        </p:nvSpPr>
        <p:spPr>
          <a:xfrm>
            <a:off x="1114332" y="3474720"/>
            <a:ext cx="2926080" cy="2278380"/>
          </a:xfrm>
        </p:spPr>
        <p:txBody>
          <a:bodyPr/>
          <a:lstStyle>
            <a:lvl1pPr algn="ctr">
              <a:spcBef>
                <a:spcPts val="1200"/>
              </a:spcBef>
              <a:defRPr sz="2000" b="1"/>
            </a:lvl1pPr>
            <a:lvl2pPr marL="0" indent="0" algn="ctr">
              <a:spcBef>
                <a:spcPts val="1200"/>
              </a:spcBef>
              <a:buFontTx/>
              <a:buNone/>
              <a:defRPr sz="1500" baseline="0"/>
            </a:lvl2pPr>
          </a:lstStyle>
          <a:p>
            <a:pPr lvl="0"/>
            <a:r>
              <a:rPr lang="en-US"/>
              <a:t>Header</a:t>
            </a:r>
          </a:p>
          <a:p>
            <a:pPr lvl="1"/>
            <a:r>
              <a:rPr lang="en-US"/>
              <a:t>Descriptor text</a:t>
            </a:r>
          </a:p>
        </p:txBody>
      </p:sp>
      <p:sp>
        <p:nvSpPr>
          <p:cNvPr id="5" name="Content Placeholder 5">
            <a:extLst>
              <a:ext uri="{FF2B5EF4-FFF2-40B4-BE49-F238E27FC236}">
                <a16:creationId xmlns:a16="http://schemas.microsoft.com/office/drawing/2014/main" id="{69553113-2B4B-401B-B370-4B3C744FACE9}"/>
              </a:ext>
            </a:extLst>
          </p:cNvPr>
          <p:cNvSpPr>
            <a:spLocks noGrp="1"/>
          </p:cNvSpPr>
          <p:nvPr>
            <p:ph sz="quarter" idx="14" hasCustomPrompt="1"/>
          </p:nvPr>
        </p:nvSpPr>
        <p:spPr>
          <a:xfrm>
            <a:off x="4629476"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
        <p:nvSpPr>
          <p:cNvPr id="6" name="Content Placeholder 5">
            <a:extLst>
              <a:ext uri="{FF2B5EF4-FFF2-40B4-BE49-F238E27FC236}">
                <a16:creationId xmlns:a16="http://schemas.microsoft.com/office/drawing/2014/main" id="{9357CE74-CA0B-4C5C-9F24-0A4DDE0192E7}"/>
              </a:ext>
            </a:extLst>
          </p:cNvPr>
          <p:cNvSpPr>
            <a:spLocks noGrp="1"/>
          </p:cNvSpPr>
          <p:nvPr>
            <p:ph sz="quarter" idx="15" hasCustomPrompt="1"/>
          </p:nvPr>
        </p:nvSpPr>
        <p:spPr>
          <a:xfrm>
            <a:off x="8144620"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Tree>
    <p:extLst>
      <p:ext uri="{BB962C8B-B14F-4D97-AF65-F5344CB8AC3E}">
        <p14:creationId xmlns:p14="http://schemas.microsoft.com/office/powerpoint/2010/main" val="1675431996"/>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Text and Infographic Righ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272A0B-3F66-4BE5-ABC2-DBBCAA26670E}"/>
              </a:ext>
            </a:extLst>
          </p:cNvPr>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1964CD8D-F9FC-4E28-9F6A-6AB51FF354D5}"/>
              </a:ext>
            </a:extLst>
          </p:cNvPr>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2AA3D8E1-3CCE-42A5-88D6-38F615FADD4D}"/>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6" name="Graphic 5" descr="CVS Health logo">
            <a:extLst>
              <a:ext uri="{FF2B5EF4-FFF2-40B4-BE49-F238E27FC236}">
                <a16:creationId xmlns:a16="http://schemas.microsoft.com/office/drawing/2014/main" id="{C97A688A-13B1-4480-9A65-4362859FC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76022476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1" name="Picture Placeholder 5"/>
          <p:cNvSpPr>
            <a:spLocks noGrp="1"/>
          </p:cNvSpPr>
          <p:nvPr>
            <p:ph type="pic" sz="quarter" idx="12" hasCustomPrompt="1"/>
          </p:nvPr>
        </p:nvSpPr>
        <p:spPr>
          <a:xfrm>
            <a:off x="-1587" y="0"/>
            <a:ext cx="12195175" cy="6858000"/>
          </a:xfrm>
          <a:solidFill>
            <a:schemeClr val="bg1">
              <a:lumMod val="75000"/>
            </a:schemeClr>
          </a:solidFill>
        </p:spPr>
        <p:txBody>
          <a:bodyPr rIns="457200"/>
          <a:lstStyle>
            <a:lvl1pPr algn="r">
              <a:defRPr sz="2000" b="1" baseline="0">
                <a:solidFill>
                  <a:schemeClr val="bg1"/>
                </a:solidFill>
              </a:defRPr>
            </a:lvl1pPr>
          </a:lstStyle>
          <a:p>
            <a:br>
              <a:rPr lang="en-US"/>
            </a:br>
            <a:br>
              <a:rPr lang="en-US"/>
            </a:br>
            <a:br>
              <a:rPr lang="en-US"/>
            </a:br>
            <a:r>
              <a:rPr lang="en-US"/>
              <a:t>Click icon to add picture</a:t>
            </a:r>
          </a:p>
        </p:txBody>
      </p:sp>
      <p:sp>
        <p:nvSpPr>
          <p:cNvPr id="29" name="Title 1"/>
          <p:cNvSpPr>
            <a:spLocks noGrp="1"/>
          </p:cNvSpPr>
          <p:nvPr>
            <p:ph type="ctrTitle" hasCustomPrompt="1"/>
          </p:nvPr>
        </p:nvSpPr>
        <p:spPr>
          <a:xfrm>
            <a:off x="568818" y="850392"/>
            <a:ext cx="4179897" cy="5157216"/>
          </a:xfrm>
          <a:solidFill>
            <a:srgbClr val="CC0000">
              <a:alpha val="74902"/>
            </a:srgbClr>
          </a:solidFill>
        </p:spPr>
        <p:txBody>
          <a:bodyPr lIns="402336" tIns="457200" rIns="365760" bIns="182880" anchor="t">
            <a:noAutofit/>
          </a:bodyPr>
          <a:lstStyle>
            <a:lvl1pPr algn="l">
              <a:defRPr sz="3600">
                <a:solidFill>
                  <a:schemeClr val="bg1"/>
                </a:solidFill>
              </a:defRPr>
            </a:lvl1pPr>
          </a:lstStyle>
          <a:p>
            <a:r>
              <a:rPr lang="en-US"/>
              <a:t>Presentation title here</a:t>
            </a:r>
          </a:p>
        </p:txBody>
      </p:sp>
      <p:grpSp>
        <p:nvGrpSpPr>
          <p:cNvPr id="22" name="Group 21"/>
          <p:cNvGrpSpPr>
            <a:grpSpLocks noChangeAspect="1"/>
          </p:cNvGrpSpPr>
          <p:nvPr userDrawn="1"/>
        </p:nvGrpSpPr>
        <p:grpSpPr>
          <a:xfrm>
            <a:off x="1016991" y="5235158"/>
            <a:ext cx="2273125" cy="279165"/>
            <a:chOff x="1011652" y="1504398"/>
            <a:chExt cx="10028238" cy="1231900"/>
          </a:xfrm>
          <a:solidFill>
            <a:schemeClr val="bg1"/>
          </a:solidFill>
        </p:grpSpPr>
        <p:sp>
          <p:nvSpPr>
            <p:cNvPr id="23" name="Freeform 22"/>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4" name="Freeform 23"/>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5" name="Freeform 24"/>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6" name="Freeform 25"/>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7" name="Freeform 26"/>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8" name="Freeform 27"/>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grpSp>
      <p:sp>
        <p:nvSpPr>
          <p:cNvPr id="5" name="Text Placeholder 4"/>
          <p:cNvSpPr>
            <a:spLocks noGrp="1"/>
          </p:cNvSpPr>
          <p:nvPr>
            <p:ph type="body" sz="quarter" idx="16" hasCustomPrompt="1"/>
          </p:nvPr>
        </p:nvSpPr>
        <p:spPr>
          <a:xfrm>
            <a:off x="991965" y="3063240"/>
            <a:ext cx="3283551" cy="1262324"/>
          </a:xfrm>
        </p:spPr>
        <p:txBody>
          <a:bodyPr/>
          <a:lstStyle>
            <a:lvl1pPr>
              <a:defRPr sz="1500" b="1">
                <a:solidFill>
                  <a:schemeClr val="bg1"/>
                </a:solidFill>
              </a:defRPr>
            </a:lvl1pPr>
            <a:lvl2pPr marL="0" indent="0">
              <a:spcBef>
                <a:spcPts val="0"/>
              </a:spcBef>
              <a:spcAft>
                <a:spcPts val="2400"/>
              </a:spcAft>
              <a:buFontTx/>
              <a:buNone/>
              <a:defRPr sz="13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cxnSp>
        <p:nvCxnSpPr>
          <p:cNvPr id="13" name="Straight Connector 12"/>
          <p:cNvCxnSpPr/>
          <p:nvPr userDrawn="1"/>
        </p:nvCxnSpPr>
        <p:spPr>
          <a:xfrm>
            <a:off x="1016991" y="2679062"/>
            <a:ext cx="393699"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300630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0" name="Picture Placeholder 5"/>
          <p:cNvSpPr>
            <a:spLocks noGrp="1"/>
          </p:cNvSpPr>
          <p:nvPr>
            <p:ph type="pic" sz="quarter" idx="12" hasCustomPrompt="1"/>
          </p:nvPr>
        </p:nvSpPr>
        <p:spPr>
          <a:xfrm>
            <a:off x="-1587" y="0"/>
            <a:ext cx="12195175" cy="6858000"/>
          </a:xfrm>
          <a:solidFill>
            <a:schemeClr val="bg1">
              <a:lumMod val="75000"/>
            </a:schemeClr>
          </a:solidFill>
        </p:spPr>
        <p:txBody>
          <a:bodyPr rIns="457200"/>
          <a:lstStyle>
            <a:lvl1pPr algn="r">
              <a:defRPr sz="2000" b="1" baseline="0">
                <a:solidFill>
                  <a:schemeClr val="bg1"/>
                </a:solidFill>
              </a:defRPr>
            </a:lvl1pPr>
          </a:lstStyle>
          <a:p>
            <a:br>
              <a:rPr lang="en-US"/>
            </a:br>
            <a:br>
              <a:rPr lang="en-US"/>
            </a:br>
            <a:br>
              <a:rPr lang="en-US"/>
            </a:br>
            <a:r>
              <a:rPr lang="en-US"/>
              <a:t>Click icon to add picture</a:t>
            </a:r>
          </a:p>
        </p:txBody>
      </p:sp>
      <p:sp>
        <p:nvSpPr>
          <p:cNvPr id="24" name="Title 1"/>
          <p:cNvSpPr>
            <a:spLocks noGrp="1"/>
          </p:cNvSpPr>
          <p:nvPr>
            <p:ph type="ctrTitle" hasCustomPrompt="1"/>
          </p:nvPr>
        </p:nvSpPr>
        <p:spPr>
          <a:xfrm>
            <a:off x="568818" y="850392"/>
            <a:ext cx="4179897" cy="5157216"/>
          </a:xfrm>
          <a:solidFill>
            <a:srgbClr val="FFFFFF">
              <a:alpha val="89804"/>
            </a:srgbClr>
          </a:solidFill>
        </p:spPr>
        <p:txBody>
          <a:bodyPr lIns="402336" tIns="457200" rIns="365760" bIns="182880" anchor="t">
            <a:noAutofit/>
          </a:bodyPr>
          <a:lstStyle>
            <a:lvl1pPr algn="l">
              <a:defRPr sz="3600">
                <a:solidFill>
                  <a:schemeClr val="tx2"/>
                </a:solidFill>
              </a:defRPr>
            </a:lvl1pPr>
          </a:lstStyle>
          <a:p>
            <a:r>
              <a:rPr lang="en-US"/>
              <a:t>Presentation title here</a:t>
            </a:r>
          </a:p>
        </p:txBody>
      </p:sp>
      <p:sp>
        <p:nvSpPr>
          <p:cNvPr id="14" name="Text Placeholder 4"/>
          <p:cNvSpPr>
            <a:spLocks noGrp="1"/>
          </p:cNvSpPr>
          <p:nvPr>
            <p:ph type="body" sz="quarter" idx="16" hasCustomPrompt="1"/>
          </p:nvPr>
        </p:nvSpPr>
        <p:spPr>
          <a:xfrm>
            <a:off x="989552" y="3063240"/>
            <a:ext cx="3283551" cy="1262324"/>
          </a:xfrm>
        </p:spPr>
        <p:txBody>
          <a:bodyPr/>
          <a:lstStyle>
            <a:lvl1pPr>
              <a:defRPr sz="1500" b="1">
                <a:solidFill>
                  <a:schemeClr val="tx2"/>
                </a:solidFill>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grpSp>
        <p:nvGrpSpPr>
          <p:cNvPr id="15" name="Group 14"/>
          <p:cNvGrpSpPr>
            <a:grpSpLocks noChangeAspect="1"/>
          </p:cNvGrpSpPr>
          <p:nvPr userDrawn="1"/>
        </p:nvGrpSpPr>
        <p:grpSpPr>
          <a:xfrm>
            <a:off x="1017754" y="5239513"/>
            <a:ext cx="2273125" cy="279165"/>
            <a:chOff x="1011652" y="1504398"/>
            <a:chExt cx="10028238" cy="1231900"/>
          </a:xfrm>
          <a:solidFill>
            <a:schemeClr val="bg1"/>
          </a:solidFill>
        </p:grpSpPr>
        <p:sp>
          <p:nvSpPr>
            <p:cNvPr id="16" name="Freeform 15"/>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17" name="Freeform 16"/>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18" name="Freeform 17"/>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19" name="Freeform 18"/>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1" name="Freeform 20"/>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chemeClr val="bg1"/>
                </a:solidFill>
              </a:endParaRPr>
            </a:p>
          </p:txBody>
        </p:sp>
        <p:sp>
          <p:nvSpPr>
            <p:cNvPr id="22" name="Freeform 21"/>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a:endParaRPr lang="en-US" sz="1800">
                <a:solidFill>
                  <a:srgbClr val="000000"/>
                </a:solidFill>
              </a:endParaRPr>
            </a:p>
          </p:txBody>
        </p:sp>
      </p:grpSp>
      <p:cxnSp>
        <p:nvCxnSpPr>
          <p:cNvPr id="25" name="Straight Connector 24">
            <a:extLst>
              <a:ext uri="{FF2B5EF4-FFF2-40B4-BE49-F238E27FC236}">
                <a16:creationId xmlns:a16="http://schemas.microsoft.com/office/drawing/2014/main" id="{77A45137-D954-4F74-A043-F7DE2DC22D97}"/>
              </a:ext>
            </a:extLst>
          </p:cNvPr>
          <p:cNvCxnSpPr/>
          <p:nvPr userDrawn="1"/>
        </p:nvCxnSpPr>
        <p:spPr>
          <a:xfrm>
            <a:off x="1016991" y="2679062"/>
            <a:ext cx="393699" cy="0"/>
          </a:xfrm>
          <a:prstGeom prst="line">
            <a:avLst/>
          </a:prstGeom>
          <a:ln w="25400" cmpd="sng">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4206768"/>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Rectangle 3"/>
          <p:cNvSpPr/>
          <p:nvPr userDrawn="1"/>
        </p:nvSpPr>
        <p:spPr>
          <a:xfrm>
            <a:off x="2717805" y="389319"/>
            <a:ext cx="9101035" cy="5724144"/>
          </a:xfrm>
          <a:prstGeom prst="rect">
            <a:avLst/>
          </a:prstGeom>
          <a:solidFill>
            <a:srgbClr val="E9E9E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274320" bIns="45720" numCol="1" spcCol="0" rtlCol="0" fromWordArt="0" anchor="t" anchorCtr="0" forceAA="0" compatLnSpc="1">
            <a:prstTxWarp prst="textNoShape">
              <a:avLst/>
            </a:prstTxWarp>
            <a:noAutofit/>
          </a:bodyPr>
          <a:lstStyle/>
          <a:p>
            <a:pPr algn="ctr"/>
            <a:endParaRPr lang="en-US" sz="1400" b="1">
              <a:solidFill>
                <a:schemeClr val="accent5"/>
              </a:solidFill>
            </a:endParaRPr>
          </a:p>
        </p:txBody>
      </p:sp>
      <p:sp>
        <p:nvSpPr>
          <p:cNvPr id="6" name="Picture Placeholder 15"/>
          <p:cNvSpPr>
            <a:spLocks noGrp="1"/>
          </p:cNvSpPr>
          <p:nvPr>
            <p:ph type="pic" sz="quarter" idx="15"/>
          </p:nvPr>
        </p:nvSpPr>
        <p:spPr>
          <a:xfrm>
            <a:off x="384048" y="1024128"/>
            <a:ext cx="5806440" cy="4443984"/>
          </a:xfrm>
          <a:solidFill>
            <a:schemeClr val="bg1">
              <a:lumMod val="75000"/>
            </a:schemeClr>
          </a:solidFill>
        </p:spPr>
        <p:txBody>
          <a:bodyPr/>
          <a:lstStyle>
            <a:lvl1pPr algn="ctr">
              <a:defRPr b="0">
                <a:solidFill>
                  <a:schemeClr val="bg1"/>
                </a:solidFill>
              </a:defRPr>
            </a:lvl1pPr>
          </a:lstStyle>
          <a:p>
            <a:r>
              <a:rPr lang="en-US"/>
              <a:t>Click icon to add picture</a:t>
            </a:r>
          </a:p>
        </p:txBody>
      </p:sp>
      <p:sp>
        <p:nvSpPr>
          <p:cNvPr id="7" name="Title 1"/>
          <p:cNvSpPr>
            <a:spLocks noGrp="1"/>
          </p:cNvSpPr>
          <p:nvPr>
            <p:ph type="title" hasCustomPrompt="1"/>
          </p:nvPr>
        </p:nvSpPr>
        <p:spPr>
          <a:xfrm>
            <a:off x="7223762" y="1167898"/>
            <a:ext cx="3685665" cy="890028"/>
          </a:xfrm>
        </p:spPr>
        <p:txBody>
          <a:bodyPr anchor="b">
            <a:noAutofit/>
          </a:bodyPr>
          <a:lstStyle>
            <a:lvl1pPr>
              <a:defRPr sz="3200">
                <a:solidFill>
                  <a:schemeClr val="tx2"/>
                </a:solidFill>
              </a:defRPr>
            </a:lvl1pPr>
          </a:lstStyle>
          <a:p>
            <a:r>
              <a:rPr lang="en-US"/>
              <a:t>Agenda</a:t>
            </a:r>
          </a:p>
        </p:txBody>
      </p:sp>
      <p:sp>
        <p:nvSpPr>
          <p:cNvPr id="9" name="Text Placeholder 8"/>
          <p:cNvSpPr>
            <a:spLocks noGrp="1"/>
          </p:cNvSpPr>
          <p:nvPr>
            <p:ph type="body" sz="quarter" idx="16" hasCustomPrompt="1"/>
          </p:nvPr>
        </p:nvSpPr>
        <p:spPr>
          <a:xfrm>
            <a:off x="7223761" y="2825587"/>
            <a:ext cx="3682432" cy="2407316"/>
          </a:xfrm>
        </p:spPr>
        <p:txBody>
          <a:bodyPr>
            <a:noAutofit/>
          </a:bodyPr>
          <a:lstStyle>
            <a:lvl1pPr>
              <a:defRPr sz="1500" b="0" baseline="0">
                <a:solidFill>
                  <a:schemeClr val="tx2"/>
                </a:solidFill>
              </a:defRPr>
            </a:lvl1pPr>
          </a:lstStyle>
          <a:p>
            <a:pPr lvl="0"/>
            <a:r>
              <a:rPr lang="en-US"/>
              <a:t>Text here </a:t>
            </a:r>
            <a:br>
              <a:rPr lang="en-US"/>
            </a:br>
            <a:endParaRPr lang="en-US"/>
          </a:p>
        </p:txBody>
      </p:sp>
    </p:spTree>
    <p:extLst>
      <p:ext uri="{BB962C8B-B14F-4D97-AF65-F5344CB8AC3E}">
        <p14:creationId xmlns:p14="http://schemas.microsoft.com/office/powerpoint/2010/main" val="1638250909"/>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ivider with image_red">
    <p:spTree>
      <p:nvGrpSpPr>
        <p:cNvPr id="1" name=""/>
        <p:cNvGrpSpPr/>
        <p:nvPr/>
      </p:nvGrpSpPr>
      <p:grpSpPr>
        <a:xfrm>
          <a:off x="0" y="0"/>
          <a:ext cx="0" cy="0"/>
          <a:chOff x="0" y="0"/>
          <a:chExt cx="0" cy="0"/>
        </a:xfrm>
      </p:grpSpPr>
      <p:sp>
        <p:nvSpPr>
          <p:cNvPr id="5" name="Picture Placeholder 15"/>
          <p:cNvSpPr>
            <a:spLocks noGrp="1"/>
          </p:cNvSpPr>
          <p:nvPr>
            <p:ph type="pic" sz="quarter" idx="15"/>
          </p:nvPr>
        </p:nvSpPr>
        <p:spPr>
          <a:xfrm>
            <a:off x="1" y="1"/>
            <a:ext cx="12192000" cy="6107113"/>
          </a:xfrm>
          <a:solidFill>
            <a:schemeClr val="bg1">
              <a:lumMod val="75000"/>
            </a:schemeClr>
          </a:solidFill>
        </p:spPr>
        <p:txBody>
          <a:bodyPr/>
          <a:lstStyle>
            <a:lvl1pPr algn="ctr">
              <a:defRPr b="1" baseline="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0" y="0"/>
            <a:ext cx="12192127" cy="6108192"/>
          </a:xfrm>
          <a:solidFill>
            <a:srgbClr val="CC0000">
              <a:alpha val="69804"/>
            </a:srgbClr>
          </a:solidFill>
        </p:spPr>
        <p:txBody>
          <a:bodyPr rIns="0" anchor="ctr"/>
          <a:lstStyle>
            <a:lvl1pPr algn="ctr">
              <a:defRPr sz="3600">
                <a:solidFill>
                  <a:schemeClr val="bg1"/>
                </a:solidFill>
                <a:latin typeface="+mn-lt"/>
              </a:defRPr>
            </a:lvl1pPr>
          </a:lstStyle>
          <a:p>
            <a:r>
              <a:rPr lang="en-US"/>
              <a:t>Click to edit title for divider</a:t>
            </a:r>
          </a:p>
        </p:txBody>
      </p:sp>
      <p:sp>
        <p:nvSpPr>
          <p:cNvPr id="2" name="Rectangle 1"/>
          <p:cNvSpPr/>
          <p:nvPr userDrawn="1"/>
        </p:nvSpPr>
        <p:spPr bwMode="gray">
          <a:xfrm>
            <a:off x="1" y="6261904"/>
            <a:ext cx="4445836" cy="596096"/>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b="1">
              <a:solidFill>
                <a:schemeClr val="bg1"/>
              </a:solidFill>
            </a:endParaRPr>
          </a:p>
        </p:txBody>
      </p:sp>
      <p:grpSp>
        <p:nvGrpSpPr>
          <p:cNvPr id="8" name="Group 7">
            <a:extLst>
              <a:ext uri="{FF2B5EF4-FFF2-40B4-BE49-F238E27FC236}">
                <a16:creationId xmlns:a16="http://schemas.microsoft.com/office/drawing/2014/main" id="{1A488A55-A1E3-4589-84A6-891A58FB0678}"/>
              </a:ext>
            </a:extLst>
          </p:cNvPr>
          <p:cNvGrpSpPr/>
          <p:nvPr userDrawn="1"/>
        </p:nvGrpSpPr>
        <p:grpSpPr>
          <a:xfrm>
            <a:off x="5899151" y="2270492"/>
            <a:ext cx="393699" cy="1554480"/>
            <a:chOff x="5897615" y="2231631"/>
            <a:chExt cx="393596" cy="1554480"/>
          </a:xfrm>
        </p:grpSpPr>
        <p:cxnSp>
          <p:nvCxnSpPr>
            <p:cNvPr id="9" name="Straight Connector 8">
              <a:extLst>
                <a:ext uri="{FF2B5EF4-FFF2-40B4-BE49-F238E27FC236}">
                  <a16:creationId xmlns:a16="http://schemas.microsoft.com/office/drawing/2014/main" id="{A3CD6507-4329-43F1-9783-C7A1ED84BBC5}"/>
                </a:ext>
              </a:extLst>
            </p:cNvPr>
            <p:cNvCxnSpPr/>
            <p:nvPr/>
          </p:nvCxnSpPr>
          <p:spPr>
            <a:xfrm>
              <a:off x="5897615" y="2231631"/>
              <a:ext cx="393596"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CA169C1-F273-430E-82C8-6CC1089786DA}"/>
                </a:ext>
              </a:extLst>
            </p:cNvPr>
            <p:cNvCxnSpPr/>
            <p:nvPr/>
          </p:nvCxnSpPr>
          <p:spPr>
            <a:xfrm>
              <a:off x="5897615" y="3786111"/>
              <a:ext cx="393596"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7956622"/>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ivider with image_gray">
    <p:spTree>
      <p:nvGrpSpPr>
        <p:cNvPr id="1" name=""/>
        <p:cNvGrpSpPr/>
        <p:nvPr/>
      </p:nvGrpSpPr>
      <p:grpSpPr>
        <a:xfrm>
          <a:off x="0" y="0"/>
          <a:ext cx="0" cy="0"/>
          <a:chOff x="0" y="0"/>
          <a:chExt cx="0" cy="0"/>
        </a:xfrm>
      </p:grpSpPr>
      <p:sp>
        <p:nvSpPr>
          <p:cNvPr id="5" name="Picture Placeholder 15"/>
          <p:cNvSpPr>
            <a:spLocks noGrp="1"/>
          </p:cNvSpPr>
          <p:nvPr>
            <p:ph type="pic" sz="quarter" idx="15"/>
          </p:nvPr>
        </p:nvSpPr>
        <p:spPr>
          <a:xfrm>
            <a:off x="1" y="1"/>
            <a:ext cx="12192000" cy="6107113"/>
          </a:xfrm>
          <a:solidFill>
            <a:schemeClr val="bg1">
              <a:lumMod val="75000"/>
            </a:schemeClr>
          </a:solidFill>
        </p:spPr>
        <p:txBody>
          <a:bodyPr/>
          <a:lstStyle>
            <a:lvl1pPr algn="ctr">
              <a:defRPr b="1" baseline="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0" y="0"/>
            <a:ext cx="12192127" cy="6108192"/>
          </a:xfrm>
          <a:solidFill>
            <a:schemeClr val="accent6">
              <a:alpha val="69804"/>
            </a:schemeClr>
          </a:solidFill>
        </p:spPr>
        <p:txBody>
          <a:bodyPr rIns="0" anchor="ctr"/>
          <a:lstStyle>
            <a:lvl1pPr algn="ctr">
              <a:defRPr sz="3600">
                <a:solidFill>
                  <a:schemeClr val="bg1"/>
                </a:solidFill>
                <a:latin typeface="+mn-lt"/>
              </a:defRPr>
            </a:lvl1pPr>
          </a:lstStyle>
          <a:p>
            <a:r>
              <a:rPr lang="en-US"/>
              <a:t>Click to edit title for divider</a:t>
            </a:r>
          </a:p>
        </p:txBody>
      </p:sp>
      <p:sp>
        <p:nvSpPr>
          <p:cNvPr id="2" name="Rectangle 1"/>
          <p:cNvSpPr/>
          <p:nvPr userDrawn="1"/>
        </p:nvSpPr>
        <p:spPr bwMode="gray">
          <a:xfrm>
            <a:off x="1" y="6261904"/>
            <a:ext cx="4445836" cy="596096"/>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b="1">
              <a:solidFill>
                <a:schemeClr val="bg1"/>
              </a:solidFill>
            </a:endParaRPr>
          </a:p>
        </p:txBody>
      </p:sp>
      <p:grpSp>
        <p:nvGrpSpPr>
          <p:cNvPr id="8" name="Group 7">
            <a:extLst>
              <a:ext uri="{FF2B5EF4-FFF2-40B4-BE49-F238E27FC236}">
                <a16:creationId xmlns:a16="http://schemas.microsoft.com/office/drawing/2014/main" id="{1A488A55-A1E3-4589-84A6-891A58FB0678}"/>
              </a:ext>
            </a:extLst>
          </p:cNvPr>
          <p:cNvGrpSpPr/>
          <p:nvPr userDrawn="1"/>
        </p:nvGrpSpPr>
        <p:grpSpPr>
          <a:xfrm>
            <a:off x="5899151" y="2270492"/>
            <a:ext cx="393699" cy="1554480"/>
            <a:chOff x="5897615" y="2231631"/>
            <a:chExt cx="393596" cy="1554480"/>
          </a:xfrm>
        </p:grpSpPr>
        <p:cxnSp>
          <p:nvCxnSpPr>
            <p:cNvPr id="9" name="Straight Connector 8">
              <a:extLst>
                <a:ext uri="{FF2B5EF4-FFF2-40B4-BE49-F238E27FC236}">
                  <a16:creationId xmlns:a16="http://schemas.microsoft.com/office/drawing/2014/main" id="{A3CD6507-4329-43F1-9783-C7A1ED84BBC5}"/>
                </a:ext>
              </a:extLst>
            </p:cNvPr>
            <p:cNvCxnSpPr/>
            <p:nvPr/>
          </p:nvCxnSpPr>
          <p:spPr>
            <a:xfrm>
              <a:off x="5897615" y="2231631"/>
              <a:ext cx="393596"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CA169C1-F273-430E-82C8-6CC1089786DA}"/>
                </a:ext>
              </a:extLst>
            </p:cNvPr>
            <p:cNvCxnSpPr/>
            <p:nvPr/>
          </p:nvCxnSpPr>
          <p:spPr>
            <a:xfrm>
              <a:off x="5897615" y="3786111"/>
              <a:ext cx="393596"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7235757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ivider with image_blue">
    <p:spTree>
      <p:nvGrpSpPr>
        <p:cNvPr id="1" name=""/>
        <p:cNvGrpSpPr/>
        <p:nvPr/>
      </p:nvGrpSpPr>
      <p:grpSpPr>
        <a:xfrm>
          <a:off x="0" y="0"/>
          <a:ext cx="0" cy="0"/>
          <a:chOff x="0" y="0"/>
          <a:chExt cx="0" cy="0"/>
        </a:xfrm>
      </p:grpSpPr>
      <p:sp>
        <p:nvSpPr>
          <p:cNvPr id="5" name="Picture Placeholder 15"/>
          <p:cNvSpPr>
            <a:spLocks noGrp="1"/>
          </p:cNvSpPr>
          <p:nvPr>
            <p:ph type="pic" sz="quarter" idx="15"/>
          </p:nvPr>
        </p:nvSpPr>
        <p:spPr>
          <a:xfrm>
            <a:off x="1" y="1"/>
            <a:ext cx="12192000" cy="6107113"/>
          </a:xfrm>
          <a:solidFill>
            <a:schemeClr val="bg1">
              <a:lumMod val="75000"/>
            </a:schemeClr>
          </a:solidFill>
        </p:spPr>
        <p:txBody>
          <a:bodyPr/>
          <a:lstStyle>
            <a:lvl1pPr algn="ctr">
              <a:defRPr b="1" baseline="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0" y="0"/>
            <a:ext cx="12192127" cy="6108192"/>
          </a:xfrm>
          <a:solidFill>
            <a:srgbClr val="267AC0">
              <a:alpha val="69804"/>
            </a:srgbClr>
          </a:solidFill>
        </p:spPr>
        <p:txBody>
          <a:bodyPr rIns="0" anchor="ctr"/>
          <a:lstStyle>
            <a:lvl1pPr algn="ctr">
              <a:defRPr sz="3600">
                <a:solidFill>
                  <a:schemeClr val="bg1"/>
                </a:solidFill>
                <a:latin typeface="+mn-lt"/>
              </a:defRPr>
            </a:lvl1pPr>
          </a:lstStyle>
          <a:p>
            <a:r>
              <a:rPr lang="en-US"/>
              <a:t>Click to edit title for divider</a:t>
            </a:r>
          </a:p>
        </p:txBody>
      </p:sp>
      <p:sp>
        <p:nvSpPr>
          <p:cNvPr id="2" name="Rectangle 1"/>
          <p:cNvSpPr/>
          <p:nvPr userDrawn="1"/>
        </p:nvSpPr>
        <p:spPr bwMode="gray">
          <a:xfrm>
            <a:off x="1" y="6261904"/>
            <a:ext cx="4445836" cy="596096"/>
          </a:xfrm>
          <a:prstGeom prst="rect">
            <a:avLst/>
          </a:prstGeom>
          <a:solidFill>
            <a:schemeClr val="bg1"/>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b="1">
              <a:solidFill>
                <a:schemeClr val="bg1"/>
              </a:solidFill>
            </a:endParaRPr>
          </a:p>
        </p:txBody>
      </p:sp>
      <p:grpSp>
        <p:nvGrpSpPr>
          <p:cNvPr id="8" name="Group 7">
            <a:extLst>
              <a:ext uri="{FF2B5EF4-FFF2-40B4-BE49-F238E27FC236}">
                <a16:creationId xmlns:a16="http://schemas.microsoft.com/office/drawing/2014/main" id="{1A488A55-A1E3-4589-84A6-891A58FB0678}"/>
              </a:ext>
            </a:extLst>
          </p:cNvPr>
          <p:cNvGrpSpPr/>
          <p:nvPr userDrawn="1"/>
        </p:nvGrpSpPr>
        <p:grpSpPr>
          <a:xfrm>
            <a:off x="5899151" y="2270492"/>
            <a:ext cx="393699" cy="1554480"/>
            <a:chOff x="5897615" y="2231631"/>
            <a:chExt cx="393596" cy="1554480"/>
          </a:xfrm>
        </p:grpSpPr>
        <p:cxnSp>
          <p:nvCxnSpPr>
            <p:cNvPr id="9" name="Straight Connector 8">
              <a:extLst>
                <a:ext uri="{FF2B5EF4-FFF2-40B4-BE49-F238E27FC236}">
                  <a16:creationId xmlns:a16="http://schemas.microsoft.com/office/drawing/2014/main" id="{A3CD6507-4329-43F1-9783-C7A1ED84BBC5}"/>
                </a:ext>
              </a:extLst>
            </p:cNvPr>
            <p:cNvCxnSpPr/>
            <p:nvPr/>
          </p:nvCxnSpPr>
          <p:spPr>
            <a:xfrm>
              <a:off x="5897615" y="2231631"/>
              <a:ext cx="393596"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CA169C1-F273-430E-82C8-6CC1089786DA}"/>
                </a:ext>
              </a:extLst>
            </p:cNvPr>
            <p:cNvCxnSpPr/>
            <p:nvPr/>
          </p:nvCxnSpPr>
          <p:spPr>
            <a:xfrm>
              <a:off x="5897615" y="3786111"/>
              <a:ext cx="393596" cy="0"/>
            </a:xfrm>
            <a:prstGeom prst="line">
              <a:avLst/>
            </a:prstGeom>
            <a:ln w="25400" cmpd="sng">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3672335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hree Content with Graphic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EB6C09C-1569-4654-BB41-00C9680D23C8}"/>
              </a:ext>
            </a:extLst>
          </p:cNvPr>
          <p:cNvSpPr>
            <a:spLocks noGrp="1"/>
          </p:cNvSpPr>
          <p:nvPr>
            <p:ph type="title" hasCustomPrompt="1"/>
          </p:nvPr>
        </p:nvSpPr>
        <p:spPr>
          <a:xfrm>
            <a:off x="557929" y="649224"/>
            <a:ext cx="10382997" cy="767080"/>
          </a:xfrm>
        </p:spPr>
        <p:txBody>
          <a:bodyPr anchor="t"/>
          <a:lstStyle>
            <a:lvl1pPr>
              <a:defRPr baseline="0"/>
            </a:lvl1pPr>
          </a:lstStyle>
          <a:p>
            <a:r>
              <a:rPr lang="en-US"/>
              <a:t>Click to add title for three-column with text and pictograms</a:t>
            </a:r>
          </a:p>
        </p:txBody>
      </p:sp>
      <p:sp>
        <p:nvSpPr>
          <p:cNvPr id="4" name="Content Placeholder 5">
            <a:extLst>
              <a:ext uri="{FF2B5EF4-FFF2-40B4-BE49-F238E27FC236}">
                <a16:creationId xmlns:a16="http://schemas.microsoft.com/office/drawing/2014/main" id="{876397E4-B71C-46AA-956F-3D980F86C3DA}"/>
              </a:ext>
            </a:extLst>
          </p:cNvPr>
          <p:cNvSpPr>
            <a:spLocks noGrp="1"/>
          </p:cNvSpPr>
          <p:nvPr>
            <p:ph sz="quarter" idx="12" hasCustomPrompt="1"/>
          </p:nvPr>
        </p:nvSpPr>
        <p:spPr>
          <a:xfrm>
            <a:off x="1114332" y="3474720"/>
            <a:ext cx="2926080" cy="2278380"/>
          </a:xfrm>
        </p:spPr>
        <p:txBody>
          <a:bodyPr/>
          <a:lstStyle>
            <a:lvl1pPr algn="ctr">
              <a:spcBef>
                <a:spcPts val="1200"/>
              </a:spcBef>
              <a:defRPr sz="2000" b="1"/>
            </a:lvl1pPr>
            <a:lvl2pPr marL="0" indent="0" algn="ctr">
              <a:spcBef>
                <a:spcPts val="1200"/>
              </a:spcBef>
              <a:buFontTx/>
              <a:buNone/>
              <a:defRPr sz="1500" baseline="0"/>
            </a:lvl2pPr>
          </a:lstStyle>
          <a:p>
            <a:pPr lvl="0"/>
            <a:r>
              <a:rPr lang="en-US"/>
              <a:t>Header</a:t>
            </a:r>
          </a:p>
          <a:p>
            <a:pPr lvl="1"/>
            <a:r>
              <a:rPr lang="en-US"/>
              <a:t>Descriptor text</a:t>
            </a:r>
          </a:p>
        </p:txBody>
      </p:sp>
      <p:sp>
        <p:nvSpPr>
          <p:cNvPr id="5" name="Content Placeholder 5">
            <a:extLst>
              <a:ext uri="{FF2B5EF4-FFF2-40B4-BE49-F238E27FC236}">
                <a16:creationId xmlns:a16="http://schemas.microsoft.com/office/drawing/2014/main" id="{69553113-2B4B-401B-B370-4B3C744FACE9}"/>
              </a:ext>
            </a:extLst>
          </p:cNvPr>
          <p:cNvSpPr>
            <a:spLocks noGrp="1"/>
          </p:cNvSpPr>
          <p:nvPr>
            <p:ph sz="quarter" idx="14" hasCustomPrompt="1"/>
          </p:nvPr>
        </p:nvSpPr>
        <p:spPr>
          <a:xfrm>
            <a:off x="4629476"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
        <p:nvSpPr>
          <p:cNvPr id="6" name="Content Placeholder 5">
            <a:extLst>
              <a:ext uri="{FF2B5EF4-FFF2-40B4-BE49-F238E27FC236}">
                <a16:creationId xmlns:a16="http://schemas.microsoft.com/office/drawing/2014/main" id="{9357CE74-CA0B-4C5C-9F24-0A4DDE0192E7}"/>
              </a:ext>
            </a:extLst>
          </p:cNvPr>
          <p:cNvSpPr>
            <a:spLocks noGrp="1"/>
          </p:cNvSpPr>
          <p:nvPr>
            <p:ph sz="quarter" idx="15" hasCustomPrompt="1"/>
          </p:nvPr>
        </p:nvSpPr>
        <p:spPr>
          <a:xfrm>
            <a:off x="8144620" y="3474720"/>
            <a:ext cx="2926080" cy="2278380"/>
          </a:xfrm>
        </p:spPr>
        <p:txBody>
          <a:bodyPr/>
          <a:lstStyle>
            <a:lvl1pPr algn="ctr">
              <a:spcBef>
                <a:spcPts val="1200"/>
              </a:spcBef>
              <a:defRPr sz="2000" b="1"/>
            </a:lvl1pPr>
            <a:lvl2pPr marL="0" indent="0" algn="ctr">
              <a:spcBef>
                <a:spcPts val="1200"/>
              </a:spcBef>
              <a:buFontTx/>
              <a:buNone/>
              <a:defRPr sz="1500"/>
            </a:lvl2pPr>
          </a:lstStyle>
          <a:p>
            <a:pPr lvl="0"/>
            <a:r>
              <a:rPr lang="en-US"/>
              <a:t>Header</a:t>
            </a:r>
          </a:p>
          <a:p>
            <a:pPr lvl="1"/>
            <a:r>
              <a:rPr lang="en-US"/>
              <a:t>Descriptor text</a:t>
            </a:r>
          </a:p>
        </p:txBody>
      </p:sp>
    </p:spTree>
    <p:extLst>
      <p:ext uri="{BB962C8B-B14F-4D97-AF65-F5344CB8AC3E}">
        <p14:creationId xmlns:p14="http://schemas.microsoft.com/office/powerpoint/2010/main" val="2747268477"/>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Five Content with Journey">
    <p:spTree>
      <p:nvGrpSpPr>
        <p:cNvPr id="1" name=""/>
        <p:cNvGrpSpPr/>
        <p:nvPr/>
      </p:nvGrpSpPr>
      <p:grpSpPr>
        <a:xfrm>
          <a:off x="0" y="0"/>
          <a:ext cx="0" cy="0"/>
          <a:chOff x="0" y="0"/>
          <a:chExt cx="0" cy="0"/>
        </a:xfrm>
      </p:grpSpPr>
      <p:sp>
        <p:nvSpPr>
          <p:cNvPr id="3" name="Picture Placeholder 15">
            <a:extLst>
              <a:ext uri="{FF2B5EF4-FFF2-40B4-BE49-F238E27FC236}">
                <a16:creationId xmlns:a16="http://schemas.microsoft.com/office/drawing/2014/main" id="{36CF014F-B23E-4DD0-8A88-40A65BDAD142}"/>
              </a:ext>
            </a:extLst>
          </p:cNvPr>
          <p:cNvSpPr>
            <a:spLocks noGrp="1"/>
          </p:cNvSpPr>
          <p:nvPr>
            <p:ph type="pic" sz="quarter" idx="18"/>
          </p:nvPr>
        </p:nvSpPr>
        <p:spPr>
          <a:xfrm>
            <a:off x="381001" y="384048"/>
            <a:ext cx="11430000" cy="5723065"/>
          </a:xfrm>
          <a:solidFill>
            <a:schemeClr val="bg1">
              <a:lumMod val="75000"/>
            </a:schemeClr>
          </a:solidFill>
        </p:spPr>
        <p:txBody>
          <a:bodyPr/>
          <a:lstStyle>
            <a:lvl1pPr algn="ctr">
              <a:defRPr b="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B26009B7-5F33-4D7E-A4F7-6CA681DDEE57}"/>
              </a:ext>
            </a:extLst>
          </p:cNvPr>
          <p:cNvSpPr>
            <a:spLocks noGrp="1"/>
          </p:cNvSpPr>
          <p:nvPr>
            <p:ph type="title" hasCustomPrompt="1"/>
          </p:nvPr>
        </p:nvSpPr>
        <p:spPr>
          <a:xfrm>
            <a:off x="713417" y="645676"/>
            <a:ext cx="9590735" cy="501558"/>
          </a:xfrm>
        </p:spPr>
        <p:txBody>
          <a:bodyPr>
            <a:noAutofit/>
          </a:bodyPr>
          <a:lstStyle>
            <a:lvl1pPr>
              <a:defRPr sz="3200">
                <a:solidFill>
                  <a:schemeClr val="bg1"/>
                </a:solidFill>
              </a:defRPr>
            </a:lvl1pPr>
          </a:lstStyle>
          <a:p>
            <a:r>
              <a:rPr lang="en-US"/>
              <a:t>Click to add title for five-column journey layout</a:t>
            </a:r>
          </a:p>
        </p:txBody>
      </p:sp>
      <p:sp>
        <p:nvSpPr>
          <p:cNvPr id="5" name="Content Placeholder 5">
            <a:extLst>
              <a:ext uri="{FF2B5EF4-FFF2-40B4-BE49-F238E27FC236}">
                <a16:creationId xmlns:a16="http://schemas.microsoft.com/office/drawing/2014/main" id="{7C11469D-9EC8-4519-836A-687F6608159F}"/>
              </a:ext>
            </a:extLst>
          </p:cNvPr>
          <p:cNvSpPr>
            <a:spLocks noGrp="1"/>
          </p:cNvSpPr>
          <p:nvPr>
            <p:ph sz="quarter" idx="12" hasCustomPrompt="1"/>
          </p:nvPr>
        </p:nvSpPr>
        <p:spPr>
          <a:xfrm>
            <a:off x="375002" y="3794760"/>
            <a:ext cx="11442124" cy="2312352"/>
          </a:xfrm>
          <a:solidFill>
            <a:srgbClr val="FFFFFF">
              <a:alpha val="89804"/>
            </a:srgbClr>
          </a:solidFill>
        </p:spPr>
        <p:txBody>
          <a:bodyPr lIns="731520" tIns="292608" rIns="9144000" bIns="365760"/>
          <a:lstStyle>
            <a:lvl1pPr>
              <a:defRPr sz="2000" b="1"/>
            </a:lvl1pPr>
            <a:lvl2pPr marL="0" indent="0">
              <a:buFontTx/>
              <a:buNone/>
              <a:defRPr sz="1500"/>
            </a:lvl2pPr>
          </a:lstStyle>
          <a:p>
            <a:pPr lvl="0"/>
            <a:r>
              <a:rPr lang="en-US"/>
              <a:t>Header</a:t>
            </a:r>
          </a:p>
          <a:p>
            <a:pPr lvl="1"/>
            <a:r>
              <a:rPr lang="en-US"/>
              <a:t>Descriptor text</a:t>
            </a:r>
          </a:p>
        </p:txBody>
      </p:sp>
      <p:sp>
        <p:nvSpPr>
          <p:cNvPr id="6" name="Content Placeholder 5">
            <a:extLst>
              <a:ext uri="{FF2B5EF4-FFF2-40B4-BE49-F238E27FC236}">
                <a16:creationId xmlns:a16="http://schemas.microsoft.com/office/drawing/2014/main" id="{B0A75E45-8148-442F-822D-E9C73BA8CBE6}"/>
              </a:ext>
            </a:extLst>
          </p:cNvPr>
          <p:cNvSpPr>
            <a:spLocks noGrp="1"/>
          </p:cNvSpPr>
          <p:nvPr>
            <p:ph sz="quarter" idx="14" hasCustomPrompt="1"/>
          </p:nvPr>
        </p:nvSpPr>
        <p:spPr>
          <a:xfrm>
            <a:off x="3181494" y="4087368"/>
            <a:ext cx="1554480" cy="1647866"/>
          </a:xfrm>
        </p:spPr>
        <p:txBody>
          <a:bodyPr/>
          <a:lstStyle>
            <a:lvl1pPr>
              <a:defRPr sz="2000" b="1"/>
            </a:lvl1pPr>
            <a:lvl2pPr marL="0" indent="0">
              <a:buFontTx/>
              <a:buNone/>
              <a:defRPr sz="1500"/>
            </a:lvl2pPr>
          </a:lstStyle>
          <a:p>
            <a:pPr lvl="0"/>
            <a:r>
              <a:rPr lang="en-US"/>
              <a:t>Header</a:t>
            </a:r>
          </a:p>
          <a:p>
            <a:pPr lvl="1"/>
            <a:r>
              <a:rPr lang="en-US"/>
              <a:t>Descriptor text</a:t>
            </a:r>
          </a:p>
        </p:txBody>
      </p:sp>
      <p:sp>
        <p:nvSpPr>
          <p:cNvPr id="7" name="Content Placeholder 5">
            <a:extLst>
              <a:ext uri="{FF2B5EF4-FFF2-40B4-BE49-F238E27FC236}">
                <a16:creationId xmlns:a16="http://schemas.microsoft.com/office/drawing/2014/main" id="{1E5F229D-5445-4481-B37A-7C803D7A4E29}"/>
              </a:ext>
            </a:extLst>
          </p:cNvPr>
          <p:cNvSpPr>
            <a:spLocks noGrp="1"/>
          </p:cNvSpPr>
          <p:nvPr>
            <p:ph sz="quarter" idx="15" hasCustomPrompt="1"/>
          </p:nvPr>
        </p:nvSpPr>
        <p:spPr>
          <a:xfrm>
            <a:off x="5292104" y="4087368"/>
            <a:ext cx="1554480" cy="1647866"/>
          </a:xfrm>
        </p:spPr>
        <p:txBody>
          <a:bodyPr/>
          <a:lstStyle>
            <a:lvl1pPr>
              <a:defRPr sz="2000" b="1"/>
            </a:lvl1pPr>
            <a:lvl2pPr marL="0" indent="0">
              <a:buFontTx/>
              <a:buNone/>
              <a:defRPr sz="1500"/>
            </a:lvl2pPr>
          </a:lstStyle>
          <a:p>
            <a:pPr lvl="0"/>
            <a:r>
              <a:rPr lang="en-US"/>
              <a:t>Header</a:t>
            </a:r>
          </a:p>
          <a:p>
            <a:pPr lvl="1"/>
            <a:r>
              <a:rPr lang="en-US"/>
              <a:t>Descriptor text</a:t>
            </a:r>
          </a:p>
        </p:txBody>
      </p:sp>
      <p:sp>
        <p:nvSpPr>
          <p:cNvPr id="8" name="Content Placeholder 5">
            <a:extLst>
              <a:ext uri="{FF2B5EF4-FFF2-40B4-BE49-F238E27FC236}">
                <a16:creationId xmlns:a16="http://schemas.microsoft.com/office/drawing/2014/main" id="{13FBD4EE-F77B-494E-85B2-43537170634A}"/>
              </a:ext>
            </a:extLst>
          </p:cNvPr>
          <p:cNvSpPr>
            <a:spLocks noGrp="1"/>
          </p:cNvSpPr>
          <p:nvPr>
            <p:ph sz="quarter" idx="16" hasCustomPrompt="1"/>
          </p:nvPr>
        </p:nvSpPr>
        <p:spPr>
          <a:xfrm>
            <a:off x="7410332" y="4087368"/>
            <a:ext cx="1552597" cy="1647866"/>
          </a:xfrm>
        </p:spPr>
        <p:txBody>
          <a:bodyPr/>
          <a:lstStyle>
            <a:lvl1pPr>
              <a:defRPr sz="2000" b="1"/>
            </a:lvl1pPr>
            <a:lvl2pPr marL="0" indent="0">
              <a:buFontTx/>
              <a:buNone/>
              <a:defRPr sz="1500"/>
            </a:lvl2pPr>
          </a:lstStyle>
          <a:p>
            <a:pPr lvl="0"/>
            <a:r>
              <a:rPr lang="en-US"/>
              <a:t>Header</a:t>
            </a:r>
          </a:p>
          <a:p>
            <a:pPr lvl="1"/>
            <a:r>
              <a:rPr lang="en-US"/>
              <a:t>Descriptor text</a:t>
            </a:r>
          </a:p>
        </p:txBody>
      </p:sp>
      <p:sp>
        <p:nvSpPr>
          <p:cNvPr id="9" name="Content Placeholder 5">
            <a:extLst>
              <a:ext uri="{FF2B5EF4-FFF2-40B4-BE49-F238E27FC236}">
                <a16:creationId xmlns:a16="http://schemas.microsoft.com/office/drawing/2014/main" id="{ABAA180E-9385-446C-8FE0-5A75D6AC5FA7}"/>
              </a:ext>
            </a:extLst>
          </p:cNvPr>
          <p:cNvSpPr>
            <a:spLocks noGrp="1"/>
          </p:cNvSpPr>
          <p:nvPr>
            <p:ph sz="quarter" idx="20" hasCustomPrompt="1"/>
          </p:nvPr>
        </p:nvSpPr>
        <p:spPr>
          <a:xfrm>
            <a:off x="9522127" y="4087368"/>
            <a:ext cx="1600200" cy="1647866"/>
          </a:xfrm>
        </p:spPr>
        <p:txBody>
          <a:bodyPr/>
          <a:lstStyle>
            <a:lvl1pPr>
              <a:defRPr sz="2000" b="1"/>
            </a:lvl1pPr>
            <a:lvl2pPr marL="0" indent="0">
              <a:buFontTx/>
              <a:buNone/>
              <a:defRPr sz="1500"/>
            </a:lvl2pPr>
          </a:lstStyle>
          <a:p>
            <a:pPr lvl="0"/>
            <a:r>
              <a:rPr lang="en-US"/>
              <a:t>Header</a:t>
            </a:r>
          </a:p>
          <a:p>
            <a:pPr lvl="1"/>
            <a:r>
              <a:rPr lang="en-US"/>
              <a:t>Descriptor text</a:t>
            </a:r>
          </a:p>
        </p:txBody>
      </p:sp>
      <p:sp>
        <p:nvSpPr>
          <p:cNvPr id="10" name="Text Placeholder 26">
            <a:extLst>
              <a:ext uri="{FF2B5EF4-FFF2-40B4-BE49-F238E27FC236}">
                <a16:creationId xmlns:a16="http://schemas.microsoft.com/office/drawing/2014/main" id="{956EEDF9-B18F-4AFB-9E04-CA990EBDD68B}"/>
              </a:ext>
            </a:extLst>
          </p:cNvPr>
          <p:cNvSpPr>
            <a:spLocks noGrp="1"/>
          </p:cNvSpPr>
          <p:nvPr>
            <p:ph type="body" sz="quarter" idx="21" hasCustomPrompt="1"/>
          </p:nvPr>
        </p:nvSpPr>
        <p:spPr>
          <a:xfrm>
            <a:off x="713418" y="1147235"/>
            <a:ext cx="4502150" cy="663575"/>
          </a:xfrm>
        </p:spPr>
        <p:txBody>
          <a:bodyPr>
            <a:noAutofit/>
          </a:bodyPr>
          <a:lstStyle>
            <a:lvl1pPr>
              <a:defRPr sz="1600" b="0" baseline="0">
                <a:solidFill>
                  <a:schemeClr val="bg1"/>
                </a:solidFill>
              </a:defRPr>
            </a:lvl1pPr>
          </a:lstStyle>
          <a:p>
            <a:pPr lvl="0"/>
            <a:r>
              <a:rPr lang="en-US"/>
              <a:t>Subtitle</a:t>
            </a:r>
          </a:p>
        </p:txBody>
      </p:sp>
    </p:spTree>
    <p:extLst>
      <p:ext uri="{BB962C8B-B14F-4D97-AF65-F5344CB8AC3E}">
        <p14:creationId xmlns:p14="http://schemas.microsoft.com/office/powerpoint/2010/main" val="204776822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Image with left red box">
    <p:spTree>
      <p:nvGrpSpPr>
        <p:cNvPr id="1" name=""/>
        <p:cNvGrpSpPr/>
        <p:nvPr/>
      </p:nvGrpSpPr>
      <p:grpSpPr>
        <a:xfrm>
          <a:off x="0" y="0"/>
          <a:ext cx="0" cy="0"/>
          <a:chOff x="0" y="0"/>
          <a:chExt cx="0" cy="0"/>
        </a:xfrm>
      </p:grpSpPr>
      <p:sp>
        <p:nvSpPr>
          <p:cNvPr id="4" name="Picture Placeholder 15">
            <a:extLst>
              <a:ext uri="{FF2B5EF4-FFF2-40B4-BE49-F238E27FC236}">
                <a16:creationId xmlns:a16="http://schemas.microsoft.com/office/drawing/2014/main" id="{D01347EA-A5E7-49A1-A514-68318CFEBCF8}"/>
              </a:ext>
            </a:extLst>
          </p:cNvPr>
          <p:cNvSpPr>
            <a:spLocks noGrp="1"/>
          </p:cNvSpPr>
          <p:nvPr>
            <p:ph type="pic" sz="quarter" idx="15"/>
          </p:nvPr>
        </p:nvSpPr>
        <p:spPr>
          <a:xfrm>
            <a:off x="384148" y="384048"/>
            <a:ext cx="11432977" cy="5724144"/>
          </a:xfrm>
          <a:solidFill>
            <a:schemeClr val="bg1">
              <a:lumMod val="75000"/>
            </a:schemeClr>
          </a:solidFill>
        </p:spPr>
        <p:txBody>
          <a:bodyPr rIns="228600"/>
          <a:lstStyle>
            <a:lvl1pPr algn="r">
              <a:defRPr b="1" baseline="0">
                <a:solidFill>
                  <a:schemeClr val="bg1"/>
                </a:solidFill>
              </a:defRPr>
            </a:lvl1pPr>
          </a:lstStyle>
          <a:p>
            <a:r>
              <a:rPr lang="en-US"/>
              <a:t>Click icon to add picture</a:t>
            </a:r>
          </a:p>
        </p:txBody>
      </p:sp>
      <p:sp>
        <p:nvSpPr>
          <p:cNvPr id="5" name="Title 1">
            <a:extLst>
              <a:ext uri="{FF2B5EF4-FFF2-40B4-BE49-F238E27FC236}">
                <a16:creationId xmlns:a16="http://schemas.microsoft.com/office/drawing/2014/main" id="{702D166E-0ECA-42FC-92B4-4E1210F30CA8}"/>
              </a:ext>
            </a:extLst>
          </p:cNvPr>
          <p:cNvSpPr>
            <a:spLocks noGrp="1"/>
          </p:cNvSpPr>
          <p:nvPr>
            <p:ph type="title" hasCustomPrompt="1"/>
          </p:nvPr>
        </p:nvSpPr>
        <p:spPr>
          <a:xfrm>
            <a:off x="777442" y="0"/>
            <a:ext cx="5318557" cy="5724144"/>
          </a:xfrm>
          <a:solidFill>
            <a:srgbClr val="CC0000">
              <a:alpha val="74902"/>
            </a:srgbClr>
          </a:solidFill>
        </p:spPr>
        <p:txBody>
          <a:bodyPr lIns="566928" tIns="822960" rIns="182880" bIns="182880" anchor="t">
            <a:noAutofit/>
          </a:bodyPr>
          <a:lstStyle>
            <a:lvl1pPr>
              <a:defRPr sz="3200">
                <a:solidFill>
                  <a:schemeClr val="bg1"/>
                </a:solidFill>
              </a:defRPr>
            </a:lvl1pPr>
          </a:lstStyle>
          <a:p>
            <a:r>
              <a:rPr lang="en-US"/>
              <a:t>Click to add title</a:t>
            </a:r>
          </a:p>
        </p:txBody>
      </p:sp>
      <p:sp>
        <p:nvSpPr>
          <p:cNvPr id="6" name="Content Placeholder 2">
            <a:extLst>
              <a:ext uri="{FF2B5EF4-FFF2-40B4-BE49-F238E27FC236}">
                <a16:creationId xmlns:a16="http://schemas.microsoft.com/office/drawing/2014/main" id="{91844AFB-2CD7-4A47-A791-8BD9C1F3A6E1}"/>
              </a:ext>
            </a:extLst>
          </p:cNvPr>
          <p:cNvSpPr>
            <a:spLocks noGrp="1"/>
          </p:cNvSpPr>
          <p:nvPr>
            <p:ph idx="1" hasCustomPrompt="1"/>
          </p:nvPr>
        </p:nvSpPr>
        <p:spPr bwMode="gray">
          <a:xfrm>
            <a:off x="1344518" y="2103120"/>
            <a:ext cx="4115872" cy="3154680"/>
          </a:xfrm>
        </p:spPr>
        <p:txBody>
          <a:bodyPr/>
          <a:lstStyle>
            <a:lvl1pPr>
              <a:defRPr sz="1500" cap="none" baseline="0">
                <a:solidFill>
                  <a:schemeClr val="bg1"/>
                </a:solidFill>
              </a:defRPr>
            </a:lvl1pPr>
            <a:lvl2pPr marL="171450" indent="-171450">
              <a:defRPr sz="1500">
                <a:solidFill>
                  <a:schemeClr val="bg1"/>
                </a:solidFill>
              </a:defRPr>
            </a:lvl2pPr>
            <a:lvl3pPr marL="347663" indent="-176213">
              <a:spcBef>
                <a:spcPts val="600"/>
              </a:spcBef>
              <a:buFont typeface="Arial" panose="020B0604020202020204" pitchFamily="34" charset="0"/>
              <a:buChar char="–"/>
              <a:defRPr sz="1500">
                <a:solidFill>
                  <a:schemeClr val="bg1"/>
                </a:solidFill>
              </a:defRPr>
            </a:lvl3pPr>
            <a:lvl4pPr marL="509588" indent="-161925">
              <a:spcBef>
                <a:spcPts val="600"/>
              </a:spcBef>
              <a:defRPr sz="1500">
                <a:solidFill>
                  <a:schemeClr val="bg1"/>
                </a:solidFill>
              </a:defRPr>
            </a:lvl4pPr>
            <a:lvl5pPr marL="682625" indent="-173038">
              <a:spcBef>
                <a:spcPts val="600"/>
              </a:spcBef>
              <a:defRPr sz="1500">
                <a:solidFill>
                  <a:schemeClr val="bg1"/>
                </a:solidFill>
              </a:defRPr>
            </a:lvl5pPr>
            <a:lvl6pPr marL="857250" indent="-174625">
              <a:defRPr sz="1500">
                <a:solidFill>
                  <a:schemeClr val="bg1"/>
                </a:solidFill>
              </a:defRPr>
            </a:lvl6pPr>
            <a:lvl7pPr marL="1030288" indent="-173038">
              <a:spcBef>
                <a:spcPts val="600"/>
              </a:spcBef>
              <a:buFont typeface="Arial" panose="020B0604020202020204" pitchFamily="34" charset="0"/>
              <a:buChar char="–"/>
              <a:defRPr sz="1500" baseline="0">
                <a:solidFill>
                  <a:schemeClr val="bg1"/>
                </a:solidFill>
              </a:defRPr>
            </a:lvl7pPr>
            <a:lvl8pPr marL="1203325" indent="-174625">
              <a:spcBef>
                <a:spcPts val="600"/>
              </a:spcBef>
              <a:buFont typeface="Arial" panose="020B0604020202020204" pitchFamily="34" charset="0"/>
              <a:buChar char="•"/>
              <a:defRPr sz="1500">
                <a:solidFill>
                  <a:schemeClr val="bg1"/>
                </a:solidFill>
              </a:defRPr>
            </a:lvl8pPr>
            <a:lvl9pPr marL="1377950" indent="-174625">
              <a:spcBef>
                <a:spcPts val="600"/>
              </a:spcBef>
              <a:buFont typeface="Arial" panose="020B0604020202020204" pitchFamily="34" charset="0"/>
              <a:buChar char="–"/>
              <a:defRPr sz="1500" baseline="0">
                <a:solidFill>
                  <a:schemeClr val="bg1"/>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124424917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Image with right red box">
    <p:spTree>
      <p:nvGrpSpPr>
        <p:cNvPr id="1" name=""/>
        <p:cNvGrpSpPr/>
        <p:nvPr/>
      </p:nvGrpSpPr>
      <p:grpSpPr>
        <a:xfrm>
          <a:off x="0" y="0"/>
          <a:ext cx="0" cy="0"/>
          <a:chOff x="0" y="0"/>
          <a:chExt cx="0" cy="0"/>
        </a:xfrm>
      </p:grpSpPr>
      <p:sp>
        <p:nvSpPr>
          <p:cNvPr id="4" name="Picture Placeholder 15">
            <a:extLst>
              <a:ext uri="{FF2B5EF4-FFF2-40B4-BE49-F238E27FC236}">
                <a16:creationId xmlns:a16="http://schemas.microsoft.com/office/drawing/2014/main" id="{A4D12A02-A360-46A7-8D87-07E27C95D1F0}"/>
              </a:ext>
            </a:extLst>
          </p:cNvPr>
          <p:cNvSpPr>
            <a:spLocks noGrp="1"/>
          </p:cNvSpPr>
          <p:nvPr>
            <p:ph type="pic" sz="quarter" idx="15"/>
          </p:nvPr>
        </p:nvSpPr>
        <p:spPr>
          <a:xfrm>
            <a:off x="384148" y="384048"/>
            <a:ext cx="11432977" cy="5724144"/>
          </a:xfrm>
          <a:solidFill>
            <a:schemeClr val="bg1">
              <a:lumMod val="75000"/>
            </a:schemeClr>
          </a:solidFill>
        </p:spPr>
        <p:txBody>
          <a:bodyPr/>
          <a:lstStyle>
            <a:lvl1pPr marL="231775" indent="0" algn="l">
              <a:defRPr b="1" baseline="0">
                <a:solidFill>
                  <a:schemeClr val="bg1"/>
                </a:solidFill>
              </a:defRPr>
            </a:lvl1pPr>
          </a:lstStyle>
          <a:p>
            <a:r>
              <a:rPr lang="en-US"/>
              <a:t>Click icon to add picture</a:t>
            </a:r>
          </a:p>
        </p:txBody>
      </p:sp>
      <p:sp>
        <p:nvSpPr>
          <p:cNvPr id="5" name="Title 1">
            <a:extLst>
              <a:ext uri="{FF2B5EF4-FFF2-40B4-BE49-F238E27FC236}">
                <a16:creationId xmlns:a16="http://schemas.microsoft.com/office/drawing/2014/main" id="{3A5028E0-B9C4-4F1E-B493-C01E09985013}"/>
              </a:ext>
            </a:extLst>
          </p:cNvPr>
          <p:cNvSpPr>
            <a:spLocks noGrp="1"/>
          </p:cNvSpPr>
          <p:nvPr>
            <p:ph type="title" hasCustomPrompt="1"/>
          </p:nvPr>
        </p:nvSpPr>
        <p:spPr>
          <a:xfrm>
            <a:off x="6096000" y="0"/>
            <a:ext cx="5323194" cy="5724144"/>
          </a:xfrm>
          <a:solidFill>
            <a:srgbClr val="CC0000">
              <a:alpha val="74902"/>
            </a:srgbClr>
          </a:solidFill>
        </p:spPr>
        <p:txBody>
          <a:bodyPr lIns="566928" tIns="822960" rIns="182880" bIns="182880" anchor="t">
            <a:noAutofit/>
          </a:bodyPr>
          <a:lstStyle>
            <a:lvl1pPr>
              <a:defRPr sz="3200">
                <a:solidFill>
                  <a:schemeClr val="bg1"/>
                </a:solidFill>
              </a:defRPr>
            </a:lvl1pPr>
          </a:lstStyle>
          <a:p>
            <a:r>
              <a:rPr lang="en-US"/>
              <a:t>Click to add title</a:t>
            </a:r>
          </a:p>
        </p:txBody>
      </p:sp>
      <p:sp>
        <p:nvSpPr>
          <p:cNvPr id="6" name="Content Placeholder 2">
            <a:extLst>
              <a:ext uri="{FF2B5EF4-FFF2-40B4-BE49-F238E27FC236}">
                <a16:creationId xmlns:a16="http://schemas.microsoft.com/office/drawing/2014/main" id="{7BB2D2B8-9FB8-4A09-A965-EDE29B294B69}"/>
              </a:ext>
            </a:extLst>
          </p:cNvPr>
          <p:cNvSpPr>
            <a:spLocks noGrp="1"/>
          </p:cNvSpPr>
          <p:nvPr>
            <p:ph idx="1" hasCustomPrompt="1"/>
          </p:nvPr>
        </p:nvSpPr>
        <p:spPr bwMode="gray">
          <a:xfrm>
            <a:off x="6667712" y="2103120"/>
            <a:ext cx="4115872" cy="3154680"/>
          </a:xfrm>
        </p:spPr>
        <p:txBody>
          <a:bodyPr/>
          <a:lstStyle>
            <a:lvl1pPr>
              <a:defRPr sz="1500" cap="none" baseline="0">
                <a:solidFill>
                  <a:schemeClr val="bg1"/>
                </a:solidFill>
              </a:defRPr>
            </a:lvl1pPr>
            <a:lvl2pPr marL="171450" indent="-171450">
              <a:defRPr sz="1500">
                <a:solidFill>
                  <a:schemeClr val="bg1"/>
                </a:solidFill>
              </a:defRPr>
            </a:lvl2pPr>
            <a:lvl3pPr marL="347663" indent="-176213">
              <a:spcBef>
                <a:spcPts val="600"/>
              </a:spcBef>
              <a:buFont typeface="Arial" panose="020B0604020202020204" pitchFamily="34" charset="0"/>
              <a:buChar char="–"/>
              <a:defRPr sz="1500">
                <a:solidFill>
                  <a:schemeClr val="bg1"/>
                </a:solidFill>
              </a:defRPr>
            </a:lvl3pPr>
            <a:lvl4pPr marL="509588" indent="-161925">
              <a:spcBef>
                <a:spcPts val="600"/>
              </a:spcBef>
              <a:defRPr sz="1500">
                <a:solidFill>
                  <a:schemeClr val="bg1"/>
                </a:solidFill>
              </a:defRPr>
            </a:lvl4pPr>
            <a:lvl5pPr marL="682625" indent="-173038">
              <a:spcBef>
                <a:spcPts val="600"/>
              </a:spcBef>
              <a:defRPr sz="1500">
                <a:solidFill>
                  <a:schemeClr val="bg1"/>
                </a:solidFill>
              </a:defRPr>
            </a:lvl5pPr>
            <a:lvl6pPr marL="857250" indent="-174625">
              <a:defRPr sz="1500">
                <a:solidFill>
                  <a:schemeClr val="bg1"/>
                </a:solidFill>
              </a:defRPr>
            </a:lvl6pPr>
            <a:lvl7pPr marL="1030288" indent="-173038">
              <a:spcBef>
                <a:spcPts val="600"/>
              </a:spcBef>
              <a:buFont typeface="Arial" panose="020B0604020202020204" pitchFamily="34" charset="0"/>
              <a:buChar char="–"/>
              <a:defRPr sz="1500" baseline="0">
                <a:solidFill>
                  <a:schemeClr val="bg1"/>
                </a:solidFill>
              </a:defRPr>
            </a:lvl7pPr>
            <a:lvl8pPr marL="1203325" indent="-174625">
              <a:spcBef>
                <a:spcPts val="600"/>
              </a:spcBef>
              <a:buFont typeface="Arial" panose="020B0604020202020204" pitchFamily="34" charset="0"/>
              <a:buChar char="•"/>
              <a:defRPr sz="1500">
                <a:solidFill>
                  <a:schemeClr val="bg1"/>
                </a:solidFill>
              </a:defRPr>
            </a:lvl8pPr>
            <a:lvl9pPr marL="1377950" indent="-174625">
              <a:spcBef>
                <a:spcPts val="600"/>
              </a:spcBef>
              <a:buFont typeface="Arial" panose="020B0604020202020204" pitchFamily="34" charset="0"/>
              <a:buChar char="–"/>
              <a:defRPr sz="1500" baseline="0">
                <a:solidFill>
                  <a:schemeClr val="bg1"/>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212569150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Image with left white box">
    <p:spTree>
      <p:nvGrpSpPr>
        <p:cNvPr id="1" name=""/>
        <p:cNvGrpSpPr/>
        <p:nvPr/>
      </p:nvGrpSpPr>
      <p:grpSpPr>
        <a:xfrm>
          <a:off x="0" y="0"/>
          <a:ext cx="0" cy="0"/>
          <a:chOff x="0" y="0"/>
          <a:chExt cx="0" cy="0"/>
        </a:xfrm>
      </p:grpSpPr>
      <p:sp>
        <p:nvSpPr>
          <p:cNvPr id="3" name="Picture Placeholder 15">
            <a:extLst>
              <a:ext uri="{FF2B5EF4-FFF2-40B4-BE49-F238E27FC236}">
                <a16:creationId xmlns:a16="http://schemas.microsoft.com/office/drawing/2014/main" id="{3D055086-58AC-42CE-888E-C815208128DD}"/>
              </a:ext>
            </a:extLst>
          </p:cNvPr>
          <p:cNvSpPr>
            <a:spLocks noGrp="1"/>
          </p:cNvSpPr>
          <p:nvPr>
            <p:ph type="pic" sz="quarter" idx="15"/>
          </p:nvPr>
        </p:nvSpPr>
        <p:spPr>
          <a:xfrm>
            <a:off x="384148" y="384048"/>
            <a:ext cx="11432977" cy="5724144"/>
          </a:xfrm>
          <a:solidFill>
            <a:schemeClr val="bg1">
              <a:lumMod val="75000"/>
            </a:schemeClr>
          </a:solidFill>
        </p:spPr>
        <p:txBody>
          <a:bodyPr rIns="228600"/>
          <a:lstStyle>
            <a:lvl1pPr algn="r">
              <a:defRPr b="1" baseline="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CFE6573A-5FD6-4334-99D2-D89E563A343B}"/>
              </a:ext>
            </a:extLst>
          </p:cNvPr>
          <p:cNvSpPr>
            <a:spLocks noGrp="1"/>
          </p:cNvSpPr>
          <p:nvPr>
            <p:ph type="title" hasCustomPrompt="1"/>
          </p:nvPr>
        </p:nvSpPr>
        <p:spPr>
          <a:xfrm>
            <a:off x="777442" y="0"/>
            <a:ext cx="5318557" cy="5724144"/>
          </a:xfrm>
          <a:solidFill>
            <a:srgbClr val="FFFFFF">
              <a:alpha val="89804"/>
            </a:srgbClr>
          </a:solidFill>
        </p:spPr>
        <p:txBody>
          <a:bodyPr lIns="566928" tIns="822960" rIns="182880" bIns="182880" anchor="t">
            <a:noAutofit/>
          </a:bodyPr>
          <a:lstStyle>
            <a:lvl1pPr>
              <a:defRPr sz="3200">
                <a:solidFill>
                  <a:schemeClr val="tx2"/>
                </a:solidFill>
              </a:defRPr>
            </a:lvl1pPr>
          </a:lstStyle>
          <a:p>
            <a:r>
              <a:rPr lang="en-US"/>
              <a:t>Click to add title</a:t>
            </a:r>
          </a:p>
        </p:txBody>
      </p:sp>
      <p:sp>
        <p:nvSpPr>
          <p:cNvPr id="5" name="Content Placeholder 2">
            <a:extLst>
              <a:ext uri="{FF2B5EF4-FFF2-40B4-BE49-F238E27FC236}">
                <a16:creationId xmlns:a16="http://schemas.microsoft.com/office/drawing/2014/main" id="{5C96A496-EE5B-40C6-8F1E-8D08A089A294}"/>
              </a:ext>
            </a:extLst>
          </p:cNvPr>
          <p:cNvSpPr>
            <a:spLocks noGrp="1"/>
          </p:cNvSpPr>
          <p:nvPr>
            <p:ph idx="1" hasCustomPrompt="1"/>
          </p:nvPr>
        </p:nvSpPr>
        <p:spPr bwMode="gray">
          <a:xfrm>
            <a:off x="1344518" y="2103120"/>
            <a:ext cx="4115872" cy="3154680"/>
          </a:xfrm>
        </p:spPr>
        <p:txBody>
          <a:bodyPr/>
          <a:lstStyle>
            <a:lvl1pPr>
              <a:defRPr sz="1500" cap="none" baseline="0">
                <a:solidFill>
                  <a:schemeClr val="tx2"/>
                </a:solidFill>
              </a:defRPr>
            </a:lvl1pPr>
            <a:lvl2pPr marL="171450" indent="-171450">
              <a:defRPr sz="1500">
                <a:solidFill>
                  <a:schemeClr val="tx2"/>
                </a:solidFill>
              </a:defRPr>
            </a:lvl2pPr>
            <a:lvl3pPr marL="347663" indent="-176213">
              <a:spcBef>
                <a:spcPts val="600"/>
              </a:spcBef>
              <a:buFont typeface="Arial" panose="020B0604020202020204" pitchFamily="34" charset="0"/>
              <a:buChar char="–"/>
              <a:defRPr sz="1500">
                <a:solidFill>
                  <a:schemeClr val="tx2"/>
                </a:solidFill>
              </a:defRPr>
            </a:lvl3pPr>
            <a:lvl4pPr marL="509588" indent="-161925">
              <a:spcBef>
                <a:spcPts val="600"/>
              </a:spcBef>
              <a:defRPr sz="1500">
                <a:solidFill>
                  <a:schemeClr val="tx2"/>
                </a:solidFill>
              </a:defRPr>
            </a:lvl4pPr>
            <a:lvl5pPr marL="682625" indent="-173038">
              <a:spcBef>
                <a:spcPts val="600"/>
              </a:spcBef>
              <a:defRPr sz="1500">
                <a:solidFill>
                  <a:schemeClr val="tx2"/>
                </a:solidFill>
              </a:defRPr>
            </a:lvl5pPr>
            <a:lvl6pPr marL="857250" indent="-174625">
              <a:defRPr sz="1500">
                <a:solidFill>
                  <a:schemeClr val="tx2"/>
                </a:solidFill>
              </a:defRPr>
            </a:lvl6pPr>
            <a:lvl7pPr marL="1030288" indent="-173038">
              <a:spcBef>
                <a:spcPts val="600"/>
              </a:spcBef>
              <a:buFont typeface="Arial" panose="020B0604020202020204" pitchFamily="34" charset="0"/>
              <a:buChar char="–"/>
              <a:defRPr sz="1500" baseline="0">
                <a:solidFill>
                  <a:schemeClr val="tx2"/>
                </a:solidFill>
              </a:defRPr>
            </a:lvl7pPr>
            <a:lvl8pPr marL="1203325" indent="-174625">
              <a:spcBef>
                <a:spcPts val="600"/>
              </a:spcBef>
              <a:buFont typeface="Arial" panose="020B0604020202020204" pitchFamily="34" charset="0"/>
              <a:buChar char="•"/>
              <a:defRPr sz="1500">
                <a:solidFill>
                  <a:schemeClr val="tx2"/>
                </a:solidFill>
              </a:defRPr>
            </a:lvl8pPr>
            <a:lvl9pPr marL="1377950" indent="-174625">
              <a:spcBef>
                <a:spcPts val="600"/>
              </a:spcBef>
              <a:buFont typeface="Arial" panose="020B0604020202020204" pitchFamily="34" charset="0"/>
              <a:buChar char="–"/>
              <a:defRPr sz="1500" baseline="0">
                <a:solidFill>
                  <a:schemeClr val="tx2"/>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4060693037"/>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Image with right white box">
    <p:spTree>
      <p:nvGrpSpPr>
        <p:cNvPr id="1" name=""/>
        <p:cNvGrpSpPr/>
        <p:nvPr/>
      </p:nvGrpSpPr>
      <p:grpSpPr>
        <a:xfrm>
          <a:off x="0" y="0"/>
          <a:ext cx="0" cy="0"/>
          <a:chOff x="0" y="0"/>
          <a:chExt cx="0" cy="0"/>
        </a:xfrm>
      </p:grpSpPr>
      <p:sp>
        <p:nvSpPr>
          <p:cNvPr id="3" name="Picture Placeholder 15">
            <a:extLst>
              <a:ext uri="{FF2B5EF4-FFF2-40B4-BE49-F238E27FC236}">
                <a16:creationId xmlns:a16="http://schemas.microsoft.com/office/drawing/2014/main" id="{54CB2024-EDB7-4027-B7B3-F640F2EC12ED}"/>
              </a:ext>
            </a:extLst>
          </p:cNvPr>
          <p:cNvSpPr>
            <a:spLocks noGrp="1"/>
          </p:cNvSpPr>
          <p:nvPr>
            <p:ph type="pic" sz="quarter" idx="15"/>
          </p:nvPr>
        </p:nvSpPr>
        <p:spPr>
          <a:xfrm>
            <a:off x="384148" y="384048"/>
            <a:ext cx="11432977" cy="5724144"/>
          </a:xfrm>
          <a:solidFill>
            <a:schemeClr val="bg1">
              <a:lumMod val="75000"/>
            </a:schemeClr>
          </a:solidFill>
        </p:spPr>
        <p:txBody>
          <a:bodyPr/>
          <a:lstStyle>
            <a:lvl1pPr marL="231775" indent="0" algn="l">
              <a:defRPr b="1" baseline="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8866DF86-B4A3-42B6-8919-C55C8B157749}"/>
              </a:ext>
            </a:extLst>
          </p:cNvPr>
          <p:cNvSpPr>
            <a:spLocks noGrp="1"/>
          </p:cNvSpPr>
          <p:nvPr>
            <p:ph type="title" hasCustomPrompt="1"/>
          </p:nvPr>
        </p:nvSpPr>
        <p:spPr>
          <a:xfrm>
            <a:off x="6096000" y="0"/>
            <a:ext cx="5323194" cy="5724144"/>
          </a:xfrm>
          <a:solidFill>
            <a:srgbClr val="FFFFFF">
              <a:alpha val="89804"/>
            </a:srgbClr>
          </a:solidFill>
        </p:spPr>
        <p:txBody>
          <a:bodyPr lIns="566928" tIns="822960" rIns="182880" bIns="182880" anchor="t">
            <a:noAutofit/>
          </a:bodyPr>
          <a:lstStyle>
            <a:lvl1pPr>
              <a:defRPr sz="3200">
                <a:solidFill>
                  <a:schemeClr val="tx2"/>
                </a:solidFill>
              </a:defRPr>
            </a:lvl1pPr>
          </a:lstStyle>
          <a:p>
            <a:r>
              <a:rPr lang="en-US"/>
              <a:t>Click to add title</a:t>
            </a:r>
          </a:p>
        </p:txBody>
      </p:sp>
      <p:sp>
        <p:nvSpPr>
          <p:cNvPr id="5" name="Content Placeholder 2">
            <a:extLst>
              <a:ext uri="{FF2B5EF4-FFF2-40B4-BE49-F238E27FC236}">
                <a16:creationId xmlns:a16="http://schemas.microsoft.com/office/drawing/2014/main" id="{B60552F6-0A47-41DD-9EA5-4D6D279BD2A6}"/>
              </a:ext>
            </a:extLst>
          </p:cNvPr>
          <p:cNvSpPr>
            <a:spLocks noGrp="1"/>
          </p:cNvSpPr>
          <p:nvPr>
            <p:ph idx="1" hasCustomPrompt="1"/>
          </p:nvPr>
        </p:nvSpPr>
        <p:spPr bwMode="gray">
          <a:xfrm>
            <a:off x="6667712" y="2103120"/>
            <a:ext cx="4115872" cy="3154680"/>
          </a:xfrm>
        </p:spPr>
        <p:txBody>
          <a:bodyPr/>
          <a:lstStyle>
            <a:lvl1pPr>
              <a:defRPr sz="1500" cap="none" baseline="0">
                <a:solidFill>
                  <a:schemeClr val="tx2"/>
                </a:solidFill>
              </a:defRPr>
            </a:lvl1pPr>
            <a:lvl2pPr marL="171450" indent="-171450">
              <a:defRPr sz="1500">
                <a:solidFill>
                  <a:schemeClr val="tx2"/>
                </a:solidFill>
              </a:defRPr>
            </a:lvl2pPr>
            <a:lvl3pPr marL="347663" indent="-176213">
              <a:spcBef>
                <a:spcPts val="600"/>
              </a:spcBef>
              <a:buFont typeface="Arial" panose="020B0604020202020204" pitchFamily="34" charset="0"/>
              <a:buChar char="–"/>
              <a:defRPr sz="1500">
                <a:solidFill>
                  <a:schemeClr val="tx2"/>
                </a:solidFill>
              </a:defRPr>
            </a:lvl3pPr>
            <a:lvl4pPr marL="509588" indent="-161925">
              <a:spcBef>
                <a:spcPts val="600"/>
              </a:spcBef>
              <a:defRPr sz="1500">
                <a:solidFill>
                  <a:schemeClr val="tx2"/>
                </a:solidFill>
              </a:defRPr>
            </a:lvl4pPr>
            <a:lvl5pPr marL="682625" indent="-173038">
              <a:spcBef>
                <a:spcPts val="600"/>
              </a:spcBef>
              <a:defRPr sz="1500">
                <a:solidFill>
                  <a:schemeClr val="tx2"/>
                </a:solidFill>
              </a:defRPr>
            </a:lvl5pPr>
            <a:lvl6pPr marL="857250" indent="-174625">
              <a:defRPr sz="1500">
                <a:solidFill>
                  <a:schemeClr val="tx2"/>
                </a:solidFill>
              </a:defRPr>
            </a:lvl6pPr>
            <a:lvl7pPr marL="1030288" indent="-173038">
              <a:spcBef>
                <a:spcPts val="600"/>
              </a:spcBef>
              <a:buFont typeface="Arial" panose="020B0604020202020204" pitchFamily="34" charset="0"/>
              <a:buChar char="–"/>
              <a:defRPr sz="1500" baseline="0">
                <a:solidFill>
                  <a:schemeClr val="tx2"/>
                </a:solidFill>
              </a:defRPr>
            </a:lvl7pPr>
            <a:lvl8pPr marL="1203325" indent="-174625">
              <a:spcBef>
                <a:spcPts val="600"/>
              </a:spcBef>
              <a:buFont typeface="Arial" panose="020B0604020202020204" pitchFamily="34" charset="0"/>
              <a:buChar char="•"/>
              <a:defRPr sz="1500">
                <a:solidFill>
                  <a:schemeClr val="tx2"/>
                </a:solidFill>
              </a:defRPr>
            </a:lvl8pPr>
            <a:lvl9pPr marL="1377950" indent="-174625">
              <a:spcBef>
                <a:spcPts val="600"/>
              </a:spcBef>
              <a:buFont typeface="Arial" panose="020B0604020202020204" pitchFamily="34" charset="0"/>
              <a:buChar char="–"/>
              <a:defRPr sz="1500" baseline="0">
                <a:solidFill>
                  <a:schemeClr val="tx2"/>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20632862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Image with left blue box">
    <p:spTree>
      <p:nvGrpSpPr>
        <p:cNvPr id="1" name=""/>
        <p:cNvGrpSpPr/>
        <p:nvPr/>
      </p:nvGrpSpPr>
      <p:grpSpPr>
        <a:xfrm>
          <a:off x="0" y="0"/>
          <a:ext cx="0" cy="0"/>
          <a:chOff x="0" y="0"/>
          <a:chExt cx="0" cy="0"/>
        </a:xfrm>
      </p:grpSpPr>
      <p:sp>
        <p:nvSpPr>
          <p:cNvPr id="7" name="Picture Placeholder 15"/>
          <p:cNvSpPr>
            <a:spLocks noGrp="1"/>
          </p:cNvSpPr>
          <p:nvPr>
            <p:ph type="pic" sz="quarter" idx="15"/>
          </p:nvPr>
        </p:nvSpPr>
        <p:spPr>
          <a:xfrm>
            <a:off x="384148" y="384048"/>
            <a:ext cx="11432977" cy="5724144"/>
          </a:xfrm>
          <a:solidFill>
            <a:schemeClr val="bg1">
              <a:lumMod val="75000"/>
            </a:schemeClr>
          </a:solidFill>
        </p:spPr>
        <p:txBody>
          <a:bodyPr rIns="228600"/>
          <a:lstStyle>
            <a:lvl1pPr algn="r">
              <a:defRPr b="1" baseline="0">
                <a:solidFill>
                  <a:schemeClr val="bg1"/>
                </a:solidFill>
              </a:defRPr>
            </a:lvl1pPr>
          </a:lstStyle>
          <a:p>
            <a:r>
              <a:rPr lang="en-US"/>
              <a:t>Click icon to add picture</a:t>
            </a:r>
          </a:p>
        </p:txBody>
      </p:sp>
      <p:sp>
        <p:nvSpPr>
          <p:cNvPr id="8" name="Title 1">
            <a:extLst>
              <a:ext uri="{FF2B5EF4-FFF2-40B4-BE49-F238E27FC236}">
                <a16:creationId xmlns:a16="http://schemas.microsoft.com/office/drawing/2014/main" id="{4EB3AA7B-BFA1-4F3B-8433-5B996FE1106C}"/>
              </a:ext>
            </a:extLst>
          </p:cNvPr>
          <p:cNvSpPr>
            <a:spLocks noGrp="1"/>
          </p:cNvSpPr>
          <p:nvPr>
            <p:ph type="title" hasCustomPrompt="1"/>
          </p:nvPr>
        </p:nvSpPr>
        <p:spPr>
          <a:xfrm>
            <a:off x="777442" y="0"/>
            <a:ext cx="5318557" cy="5724144"/>
          </a:xfrm>
          <a:solidFill>
            <a:srgbClr val="267AC0">
              <a:alpha val="85098"/>
            </a:srgbClr>
          </a:solidFill>
        </p:spPr>
        <p:txBody>
          <a:bodyPr lIns="566928" tIns="822960" rIns="182880" bIns="182880" anchor="t">
            <a:noAutofit/>
          </a:bodyPr>
          <a:lstStyle>
            <a:lvl1pPr>
              <a:defRPr sz="3200">
                <a:solidFill>
                  <a:schemeClr val="bg1"/>
                </a:solidFill>
              </a:defRPr>
            </a:lvl1pPr>
          </a:lstStyle>
          <a:p>
            <a:r>
              <a:rPr lang="en-US"/>
              <a:t>Click to add title</a:t>
            </a:r>
          </a:p>
        </p:txBody>
      </p:sp>
      <p:sp>
        <p:nvSpPr>
          <p:cNvPr id="10" name="Content Placeholder 2">
            <a:extLst>
              <a:ext uri="{FF2B5EF4-FFF2-40B4-BE49-F238E27FC236}">
                <a16:creationId xmlns:a16="http://schemas.microsoft.com/office/drawing/2014/main" id="{47D4864B-4462-4B16-A8C6-1DC8862069AA}"/>
              </a:ext>
            </a:extLst>
          </p:cNvPr>
          <p:cNvSpPr>
            <a:spLocks noGrp="1"/>
          </p:cNvSpPr>
          <p:nvPr>
            <p:ph idx="1" hasCustomPrompt="1"/>
          </p:nvPr>
        </p:nvSpPr>
        <p:spPr bwMode="gray">
          <a:xfrm>
            <a:off x="1344518" y="2103120"/>
            <a:ext cx="4115872" cy="3154680"/>
          </a:xfrm>
        </p:spPr>
        <p:txBody>
          <a:bodyPr/>
          <a:lstStyle>
            <a:lvl1pPr>
              <a:defRPr sz="1500" cap="none" baseline="0">
                <a:solidFill>
                  <a:schemeClr val="bg1"/>
                </a:solidFill>
              </a:defRPr>
            </a:lvl1pPr>
            <a:lvl2pPr marL="171450" indent="-171450">
              <a:defRPr sz="1500">
                <a:solidFill>
                  <a:schemeClr val="bg1"/>
                </a:solidFill>
              </a:defRPr>
            </a:lvl2pPr>
            <a:lvl3pPr marL="347663" indent="-176213">
              <a:spcBef>
                <a:spcPts val="600"/>
              </a:spcBef>
              <a:buFont typeface="Arial" panose="020B0604020202020204" pitchFamily="34" charset="0"/>
              <a:buChar char="–"/>
              <a:defRPr sz="1500">
                <a:solidFill>
                  <a:schemeClr val="bg1"/>
                </a:solidFill>
              </a:defRPr>
            </a:lvl3pPr>
            <a:lvl4pPr marL="509588" indent="-161925">
              <a:spcBef>
                <a:spcPts val="600"/>
              </a:spcBef>
              <a:defRPr sz="1500">
                <a:solidFill>
                  <a:schemeClr val="bg1"/>
                </a:solidFill>
              </a:defRPr>
            </a:lvl4pPr>
            <a:lvl5pPr marL="682625" indent="-173038">
              <a:spcBef>
                <a:spcPts val="600"/>
              </a:spcBef>
              <a:defRPr sz="1500">
                <a:solidFill>
                  <a:schemeClr val="bg1"/>
                </a:solidFill>
              </a:defRPr>
            </a:lvl5pPr>
            <a:lvl6pPr marL="857250" indent="-174625">
              <a:defRPr sz="1500">
                <a:solidFill>
                  <a:schemeClr val="bg1"/>
                </a:solidFill>
              </a:defRPr>
            </a:lvl6pPr>
            <a:lvl7pPr marL="1030288" indent="-173038">
              <a:spcBef>
                <a:spcPts val="600"/>
              </a:spcBef>
              <a:buFont typeface="Arial" panose="020B0604020202020204" pitchFamily="34" charset="0"/>
              <a:buChar char="–"/>
              <a:defRPr sz="1500" baseline="0">
                <a:solidFill>
                  <a:schemeClr val="bg1"/>
                </a:solidFill>
              </a:defRPr>
            </a:lvl7pPr>
            <a:lvl8pPr marL="1203325" indent="-174625">
              <a:spcBef>
                <a:spcPts val="600"/>
              </a:spcBef>
              <a:buFont typeface="Arial" panose="020B0604020202020204" pitchFamily="34" charset="0"/>
              <a:buChar char="•"/>
              <a:defRPr sz="1500">
                <a:solidFill>
                  <a:schemeClr val="bg1"/>
                </a:solidFill>
              </a:defRPr>
            </a:lvl8pPr>
            <a:lvl9pPr marL="1377950" indent="-174625">
              <a:spcBef>
                <a:spcPts val="600"/>
              </a:spcBef>
              <a:buFont typeface="Arial" panose="020B0604020202020204" pitchFamily="34" charset="0"/>
              <a:buChar char="–"/>
              <a:defRPr sz="1500" baseline="0">
                <a:solidFill>
                  <a:schemeClr val="bg1"/>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2363743466"/>
      </p:ext>
    </p:extLst>
  </p:cSld>
  <p:clrMapOvr>
    <a:masterClrMapping/>
  </p:clrMapOvr>
  <p:extLst>
    <p:ext uri="{DCECCB84-F9BA-43D5-87BE-67443E8EF086}">
      <p15:sldGuideLst xmlns:p15="http://schemas.microsoft.com/office/powerpoint/2012/main"/>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Image with right blue box">
    <p:spTree>
      <p:nvGrpSpPr>
        <p:cNvPr id="1" name=""/>
        <p:cNvGrpSpPr/>
        <p:nvPr/>
      </p:nvGrpSpPr>
      <p:grpSpPr>
        <a:xfrm>
          <a:off x="0" y="0"/>
          <a:ext cx="0" cy="0"/>
          <a:chOff x="0" y="0"/>
          <a:chExt cx="0" cy="0"/>
        </a:xfrm>
      </p:grpSpPr>
      <p:sp>
        <p:nvSpPr>
          <p:cNvPr id="7" name="Picture Placeholder 15"/>
          <p:cNvSpPr>
            <a:spLocks noGrp="1"/>
          </p:cNvSpPr>
          <p:nvPr>
            <p:ph type="pic" sz="quarter" idx="15"/>
          </p:nvPr>
        </p:nvSpPr>
        <p:spPr>
          <a:xfrm>
            <a:off x="384148" y="384048"/>
            <a:ext cx="11432977" cy="5724144"/>
          </a:xfrm>
          <a:solidFill>
            <a:schemeClr val="bg1">
              <a:lumMod val="75000"/>
            </a:schemeClr>
          </a:solidFill>
        </p:spPr>
        <p:txBody>
          <a:bodyPr/>
          <a:lstStyle>
            <a:lvl1pPr marL="231775" indent="0" algn="l">
              <a:defRPr b="1" baseline="0">
                <a:solidFill>
                  <a:schemeClr val="bg1"/>
                </a:solidFill>
              </a:defRPr>
            </a:lvl1pPr>
          </a:lstStyle>
          <a:p>
            <a:r>
              <a:rPr lang="en-US"/>
              <a:t>Click icon to add picture</a:t>
            </a:r>
          </a:p>
        </p:txBody>
      </p:sp>
      <p:sp>
        <p:nvSpPr>
          <p:cNvPr id="8" name="Title 1">
            <a:extLst>
              <a:ext uri="{FF2B5EF4-FFF2-40B4-BE49-F238E27FC236}">
                <a16:creationId xmlns:a16="http://schemas.microsoft.com/office/drawing/2014/main" id="{93148CBB-91E1-498A-B884-AECB778C0018}"/>
              </a:ext>
            </a:extLst>
          </p:cNvPr>
          <p:cNvSpPr>
            <a:spLocks noGrp="1"/>
          </p:cNvSpPr>
          <p:nvPr>
            <p:ph type="title" hasCustomPrompt="1"/>
          </p:nvPr>
        </p:nvSpPr>
        <p:spPr>
          <a:xfrm>
            <a:off x="6096000" y="0"/>
            <a:ext cx="5323194" cy="5724144"/>
          </a:xfrm>
          <a:solidFill>
            <a:srgbClr val="267AC0">
              <a:alpha val="85098"/>
            </a:srgbClr>
          </a:solidFill>
        </p:spPr>
        <p:txBody>
          <a:bodyPr lIns="566928" tIns="822960" rIns="182880" bIns="182880" anchor="t">
            <a:noAutofit/>
          </a:bodyPr>
          <a:lstStyle>
            <a:lvl1pPr>
              <a:defRPr sz="3200">
                <a:solidFill>
                  <a:schemeClr val="bg1"/>
                </a:solidFill>
              </a:defRPr>
            </a:lvl1pPr>
          </a:lstStyle>
          <a:p>
            <a:r>
              <a:rPr lang="en-US"/>
              <a:t>Click to add title</a:t>
            </a:r>
          </a:p>
        </p:txBody>
      </p:sp>
      <p:sp>
        <p:nvSpPr>
          <p:cNvPr id="9" name="Content Placeholder 2">
            <a:extLst>
              <a:ext uri="{FF2B5EF4-FFF2-40B4-BE49-F238E27FC236}">
                <a16:creationId xmlns:a16="http://schemas.microsoft.com/office/drawing/2014/main" id="{DF62E717-3D00-4196-812F-72CF9487567D}"/>
              </a:ext>
            </a:extLst>
          </p:cNvPr>
          <p:cNvSpPr>
            <a:spLocks noGrp="1"/>
          </p:cNvSpPr>
          <p:nvPr>
            <p:ph idx="1" hasCustomPrompt="1"/>
          </p:nvPr>
        </p:nvSpPr>
        <p:spPr bwMode="gray">
          <a:xfrm>
            <a:off x="6667712" y="2103120"/>
            <a:ext cx="4115872" cy="3154680"/>
          </a:xfrm>
        </p:spPr>
        <p:txBody>
          <a:bodyPr/>
          <a:lstStyle>
            <a:lvl1pPr>
              <a:defRPr sz="1500" cap="none" baseline="0">
                <a:solidFill>
                  <a:schemeClr val="bg1"/>
                </a:solidFill>
              </a:defRPr>
            </a:lvl1pPr>
            <a:lvl2pPr marL="171450" indent="-171450">
              <a:defRPr sz="1500">
                <a:solidFill>
                  <a:schemeClr val="bg1"/>
                </a:solidFill>
              </a:defRPr>
            </a:lvl2pPr>
            <a:lvl3pPr marL="347663" indent="-176213">
              <a:spcBef>
                <a:spcPts val="600"/>
              </a:spcBef>
              <a:buFont typeface="Arial" panose="020B0604020202020204" pitchFamily="34" charset="0"/>
              <a:buChar char="–"/>
              <a:defRPr sz="1500">
                <a:solidFill>
                  <a:schemeClr val="bg1"/>
                </a:solidFill>
              </a:defRPr>
            </a:lvl3pPr>
            <a:lvl4pPr marL="509588" indent="-161925">
              <a:spcBef>
                <a:spcPts val="600"/>
              </a:spcBef>
              <a:defRPr sz="1500">
                <a:solidFill>
                  <a:schemeClr val="bg1"/>
                </a:solidFill>
              </a:defRPr>
            </a:lvl4pPr>
            <a:lvl5pPr marL="682625" indent="-173038">
              <a:spcBef>
                <a:spcPts val="600"/>
              </a:spcBef>
              <a:defRPr sz="1500">
                <a:solidFill>
                  <a:schemeClr val="bg1"/>
                </a:solidFill>
              </a:defRPr>
            </a:lvl5pPr>
            <a:lvl6pPr marL="857250" indent="-174625">
              <a:defRPr sz="1500">
                <a:solidFill>
                  <a:schemeClr val="bg1"/>
                </a:solidFill>
              </a:defRPr>
            </a:lvl6pPr>
            <a:lvl7pPr marL="1030288" indent="-173038">
              <a:spcBef>
                <a:spcPts val="600"/>
              </a:spcBef>
              <a:buFont typeface="Arial" panose="020B0604020202020204" pitchFamily="34" charset="0"/>
              <a:buChar char="–"/>
              <a:defRPr sz="1500" baseline="0">
                <a:solidFill>
                  <a:schemeClr val="bg1"/>
                </a:solidFill>
              </a:defRPr>
            </a:lvl7pPr>
            <a:lvl8pPr marL="1203325" indent="-174625">
              <a:spcBef>
                <a:spcPts val="600"/>
              </a:spcBef>
              <a:buFont typeface="Arial" panose="020B0604020202020204" pitchFamily="34" charset="0"/>
              <a:buChar char="•"/>
              <a:defRPr sz="1500">
                <a:solidFill>
                  <a:schemeClr val="bg1"/>
                </a:solidFill>
              </a:defRPr>
            </a:lvl8pPr>
            <a:lvl9pPr marL="1377950" indent="-174625">
              <a:spcBef>
                <a:spcPts val="600"/>
              </a:spcBef>
              <a:buFont typeface="Arial" panose="020B0604020202020204" pitchFamily="34" charset="0"/>
              <a:buChar char="–"/>
              <a:defRPr sz="1500" baseline="0">
                <a:solidFill>
                  <a:schemeClr val="bg1"/>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295586683"/>
      </p:ext>
    </p:extLst>
  </p:cSld>
  <p:clrMapOvr>
    <a:masterClrMapping/>
  </p:clrMapOvr>
  <p:extLst>
    <p:ext uri="{DCECCB84-F9BA-43D5-87BE-67443E8EF086}">
      <p15:sldGuideLst xmlns:p15="http://schemas.microsoft.com/office/powerpoint/2012/main"/>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Key point with white box_photo">
    <p:spTree>
      <p:nvGrpSpPr>
        <p:cNvPr id="1" name=""/>
        <p:cNvGrpSpPr/>
        <p:nvPr/>
      </p:nvGrpSpPr>
      <p:grpSpPr>
        <a:xfrm>
          <a:off x="0" y="0"/>
          <a:ext cx="0" cy="0"/>
          <a:chOff x="0" y="0"/>
          <a:chExt cx="0" cy="0"/>
        </a:xfrm>
      </p:grpSpPr>
      <p:sp>
        <p:nvSpPr>
          <p:cNvPr id="3" name="Picture Placeholder 15">
            <a:extLst>
              <a:ext uri="{FF2B5EF4-FFF2-40B4-BE49-F238E27FC236}">
                <a16:creationId xmlns:a16="http://schemas.microsoft.com/office/drawing/2014/main" id="{18986E69-701C-42B3-B14B-5B9A1444F1AD}"/>
              </a:ext>
            </a:extLst>
          </p:cNvPr>
          <p:cNvSpPr>
            <a:spLocks noGrp="1"/>
          </p:cNvSpPr>
          <p:nvPr>
            <p:ph type="pic" sz="quarter" idx="18"/>
          </p:nvPr>
        </p:nvSpPr>
        <p:spPr>
          <a:xfrm>
            <a:off x="381001" y="384048"/>
            <a:ext cx="11430000" cy="5724144"/>
          </a:xfrm>
          <a:solidFill>
            <a:schemeClr val="bg1">
              <a:lumMod val="75000"/>
            </a:schemeClr>
          </a:solidFill>
        </p:spPr>
        <p:txBody>
          <a:bodyPr/>
          <a:lstStyle>
            <a:lvl1pPr algn="ctr">
              <a:defRPr b="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C28BE8D4-0273-4958-B950-4410BF4CC9B3}"/>
              </a:ext>
            </a:extLst>
          </p:cNvPr>
          <p:cNvSpPr>
            <a:spLocks noGrp="1"/>
          </p:cNvSpPr>
          <p:nvPr>
            <p:ph type="title" hasCustomPrompt="1"/>
          </p:nvPr>
        </p:nvSpPr>
        <p:spPr>
          <a:xfrm>
            <a:off x="896346" y="3081528"/>
            <a:ext cx="4774411" cy="2551176"/>
          </a:xfrm>
          <a:solidFill>
            <a:srgbClr val="FFFFFF"/>
          </a:solidFill>
        </p:spPr>
        <p:txBody>
          <a:bodyPr lIns="182880" tIns="457200" rIns="182880" anchor="t">
            <a:noAutofit/>
          </a:bodyPr>
          <a:lstStyle>
            <a:lvl1pPr algn="ctr">
              <a:defRPr sz="3200">
                <a:solidFill>
                  <a:schemeClr val="tx2"/>
                </a:solidFill>
              </a:defRPr>
            </a:lvl1pPr>
          </a:lstStyle>
          <a:p>
            <a:r>
              <a:rPr lang="en-US"/>
              <a:t>Main key point here</a:t>
            </a:r>
          </a:p>
        </p:txBody>
      </p:sp>
      <p:sp>
        <p:nvSpPr>
          <p:cNvPr id="5" name="Text Placeholder 26">
            <a:extLst>
              <a:ext uri="{FF2B5EF4-FFF2-40B4-BE49-F238E27FC236}">
                <a16:creationId xmlns:a16="http://schemas.microsoft.com/office/drawing/2014/main" id="{B6FFC798-0A25-41EF-9946-E74888704EB3}"/>
              </a:ext>
            </a:extLst>
          </p:cNvPr>
          <p:cNvSpPr>
            <a:spLocks noGrp="1"/>
          </p:cNvSpPr>
          <p:nvPr>
            <p:ph type="body" sz="quarter" idx="21" hasCustomPrompt="1"/>
          </p:nvPr>
        </p:nvSpPr>
        <p:spPr>
          <a:xfrm>
            <a:off x="1182294" y="4332244"/>
            <a:ext cx="4200808" cy="663575"/>
          </a:xfrm>
        </p:spPr>
        <p:txBody>
          <a:bodyPr>
            <a:noAutofit/>
          </a:bodyPr>
          <a:lstStyle>
            <a:lvl1pPr algn="ctr">
              <a:defRPr sz="1800" b="0">
                <a:solidFill>
                  <a:schemeClr val="tx2"/>
                </a:solidFill>
              </a:defRPr>
            </a:lvl1pPr>
          </a:lstStyle>
          <a:p>
            <a:pPr lvl="0"/>
            <a:r>
              <a:rPr lang="en-US"/>
              <a:t>Descriptor text</a:t>
            </a:r>
          </a:p>
        </p:txBody>
      </p:sp>
    </p:spTree>
    <p:extLst>
      <p:ext uri="{BB962C8B-B14F-4D97-AF65-F5344CB8AC3E}">
        <p14:creationId xmlns:p14="http://schemas.microsoft.com/office/powerpoint/2010/main" val="1364461977"/>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Data slide whit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1A63108-01D5-41AB-9EF7-B337048006D0}"/>
              </a:ext>
            </a:extLst>
          </p:cNvPr>
          <p:cNvSpPr>
            <a:spLocks noGrp="1"/>
          </p:cNvSpPr>
          <p:nvPr>
            <p:ph type="title" hasCustomPrompt="1"/>
          </p:nvPr>
        </p:nvSpPr>
        <p:spPr>
          <a:xfrm>
            <a:off x="1348952" y="2500845"/>
            <a:ext cx="4187136" cy="1208557"/>
          </a:xfrm>
        </p:spPr>
        <p:txBody>
          <a:bodyPr anchor="ctr">
            <a:noAutofit/>
          </a:bodyPr>
          <a:lstStyle>
            <a:lvl1pPr algn="r">
              <a:defRPr sz="3200" baseline="0">
                <a:solidFill>
                  <a:schemeClr val="tx2"/>
                </a:solidFill>
              </a:defRPr>
            </a:lvl1pPr>
          </a:lstStyle>
          <a:p>
            <a:r>
              <a:rPr lang="en-US"/>
              <a:t>Data slide title</a:t>
            </a:r>
          </a:p>
        </p:txBody>
      </p:sp>
    </p:spTree>
    <p:extLst>
      <p:ext uri="{BB962C8B-B14F-4D97-AF65-F5344CB8AC3E}">
        <p14:creationId xmlns:p14="http://schemas.microsoft.com/office/powerpoint/2010/main" val="370763187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Key point left with image">
    <p:spTree>
      <p:nvGrpSpPr>
        <p:cNvPr id="1" name=""/>
        <p:cNvGrpSpPr/>
        <p:nvPr/>
      </p:nvGrpSpPr>
      <p:grpSpPr>
        <a:xfrm>
          <a:off x="0" y="0"/>
          <a:ext cx="0" cy="0"/>
          <a:chOff x="0" y="0"/>
          <a:chExt cx="0" cy="0"/>
        </a:xfrm>
      </p:grpSpPr>
      <p:sp>
        <p:nvSpPr>
          <p:cNvPr id="3" name="Picture Placeholder 15">
            <a:extLst>
              <a:ext uri="{FF2B5EF4-FFF2-40B4-BE49-F238E27FC236}">
                <a16:creationId xmlns:a16="http://schemas.microsoft.com/office/drawing/2014/main" id="{E1E31FCE-7759-4235-8803-6826C9DCEC70}"/>
              </a:ext>
            </a:extLst>
          </p:cNvPr>
          <p:cNvSpPr>
            <a:spLocks noGrp="1"/>
          </p:cNvSpPr>
          <p:nvPr>
            <p:ph type="pic" sz="quarter" idx="18"/>
          </p:nvPr>
        </p:nvSpPr>
        <p:spPr>
          <a:xfrm>
            <a:off x="4265293" y="384048"/>
            <a:ext cx="7545765" cy="5724144"/>
          </a:xfrm>
          <a:solidFill>
            <a:schemeClr val="bg1">
              <a:lumMod val="75000"/>
            </a:schemeClr>
          </a:solidFill>
        </p:spPr>
        <p:txBody>
          <a:bodyPr/>
          <a:lstStyle>
            <a:lvl1pPr algn="ctr">
              <a:defRPr b="0">
                <a:solidFill>
                  <a:schemeClr val="bg2"/>
                </a:solidFill>
              </a:defRPr>
            </a:lvl1pPr>
          </a:lstStyle>
          <a:p>
            <a:r>
              <a:rPr lang="en-US"/>
              <a:t>Click icon to add picture</a:t>
            </a:r>
          </a:p>
        </p:txBody>
      </p:sp>
      <p:sp>
        <p:nvSpPr>
          <p:cNvPr id="4" name="Rectangle 3">
            <a:extLst>
              <a:ext uri="{FF2B5EF4-FFF2-40B4-BE49-F238E27FC236}">
                <a16:creationId xmlns:a16="http://schemas.microsoft.com/office/drawing/2014/main" id="{47E96B7D-96F7-4EF1-83A2-1101BEEF3887}"/>
              </a:ext>
            </a:extLst>
          </p:cNvPr>
          <p:cNvSpPr/>
          <p:nvPr userDrawn="1"/>
        </p:nvSpPr>
        <p:spPr>
          <a:xfrm>
            <a:off x="393294" y="384048"/>
            <a:ext cx="3639312" cy="5724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CVS Health Sans" panose="020B0504020202020204" pitchFamily="34" charset="0"/>
              <a:cs typeface="Arial" panose="020B0604020202020204" pitchFamily="34" charset="0"/>
            </a:endParaRPr>
          </a:p>
        </p:txBody>
      </p:sp>
      <p:sp>
        <p:nvSpPr>
          <p:cNvPr id="5" name="Text Placeholder 8">
            <a:extLst>
              <a:ext uri="{FF2B5EF4-FFF2-40B4-BE49-F238E27FC236}">
                <a16:creationId xmlns:a16="http://schemas.microsoft.com/office/drawing/2014/main" id="{D789A8DB-C395-4DD3-9704-1CF9D25833B8}"/>
              </a:ext>
            </a:extLst>
          </p:cNvPr>
          <p:cNvSpPr>
            <a:spLocks noGrp="1"/>
          </p:cNvSpPr>
          <p:nvPr>
            <p:ph type="body" sz="quarter" idx="25" hasCustomPrompt="1"/>
          </p:nvPr>
        </p:nvSpPr>
        <p:spPr>
          <a:xfrm>
            <a:off x="704272" y="2367176"/>
            <a:ext cx="3005570" cy="1665288"/>
          </a:xfrm>
        </p:spPr>
        <p:txBody>
          <a:bodyPr anchor="ctr">
            <a:noAutofit/>
          </a:bodyPr>
          <a:lstStyle>
            <a:lvl1pPr algn="ctr">
              <a:lnSpc>
                <a:spcPct val="90000"/>
              </a:lnSpc>
              <a:spcBef>
                <a:spcPts val="0"/>
              </a:spcBef>
              <a:defRPr sz="3200" b="1" baseline="0">
                <a:solidFill>
                  <a:schemeClr val="bg1"/>
                </a:solidFill>
              </a:defRPr>
            </a:lvl1pPr>
          </a:lstStyle>
          <a:p>
            <a:pPr lvl="0"/>
            <a:r>
              <a:rPr lang="en-US"/>
              <a:t>Main key</a:t>
            </a:r>
            <a:br>
              <a:rPr lang="en-US"/>
            </a:br>
            <a:r>
              <a:rPr lang="en-US"/>
              <a:t>point here</a:t>
            </a:r>
          </a:p>
        </p:txBody>
      </p:sp>
    </p:spTree>
    <p:extLst>
      <p:ext uri="{BB962C8B-B14F-4D97-AF65-F5344CB8AC3E}">
        <p14:creationId xmlns:p14="http://schemas.microsoft.com/office/powerpoint/2010/main" val="169284341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Key point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A6F1E52-8E2E-4152-9F15-10C9CCB20146}"/>
              </a:ext>
            </a:extLst>
          </p:cNvPr>
          <p:cNvSpPr/>
          <p:nvPr userDrawn="1"/>
        </p:nvSpPr>
        <p:spPr>
          <a:xfrm>
            <a:off x="4265293" y="384048"/>
            <a:ext cx="7545707" cy="5724144"/>
          </a:xfrm>
          <a:prstGeom prst="rect">
            <a:avLst/>
          </a:prstGeom>
          <a:solidFill>
            <a:srgbClr val="E9E9E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274320" bIns="45720" numCol="1" spcCol="0" rtlCol="0" fromWordArt="0" anchor="t" anchorCtr="0" forceAA="0" compatLnSpc="1">
            <a:prstTxWarp prst="textNoShape">
              <a:avLst/>
            </a:prstTxWarp>
            <a:noAutofit/>
          </a:bodyPr>
          <a:lstStyle/>
          <a:p>
            <a:pPr algn="ctr"/>
            <a:endParaRPr lang="en-US" sz="1400" b="1">
              <a:solidFill>
                <a:schemeClr val="accent5"/>
              </a:solidFill>
            </a:endParaRPr>
          </a:p>
        </p:txBody>
      </p:sp>
      <p:sp>
        <p:nvSpPr>
          <p:cNvPr id="4" name="Rectangle 3">
            <a:extLst>
              <a:ext uri="{FF2B5EF4-FFF2-40B4-BE49-F238E27FC236}">
                <a16:creationId xmlns:a16="http://schemas.microsoft.com/office/drawing/2014/main" id="{BE75D67C-2BF7-49B0-848A-B3B00A9D33BF}"/>
              </a:ext>
            </a:extLst>
          </p:cNvPr>
          <p:cNvSpPr/>
          <p:nvPr userDrawn="1"/>
        </p:nvSpPr>
        <p:spPr>
          <a:xfrm>
            <a:off x="393294" y="384048"/>
            <a:ext cx="3639312" cy="5724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CVS Health Sans" panose="020B0504020202020204" pitchFamily="34" charset="0"/>
              <a:cs typeface="Arial" panose="020B0604020202020204" pitchFamily="34" charset="0"/>
            </a:endParaRPr>
          </a:p>
        </p:txBody>
      </p:sp>
      <p:sp>
        <p:nvSpPr>
          <p:cNvPr id="5" name="Text Placeholder 8">
            <a:extLst>
              <a:ext uri="{FF2B5EF4-FFF2-40B4-BE49-F238E27FC236}">
                <a16:creationId xmlns:a16="http://schemas.microsoft.com/office/drawing/2014/main" id="{CA2BE637-A1E3-40D2-A4F8-074D894882DC}"/>
              </a:ext>
            </a:extLst>
          </p:cNvPr>
          <p:cNvSpPr>
            <a:spLocks noGrp="1"/>
          </p:cNvSpPr>
          <p:nvPr>
            <p:ph type="body" sz="quarter" idx="25" hasCustomPrompt="1"/>
          </p:nvPr>
        </p:nvSpPr>
        <p:spPr>
          <a:xfrm>
            <a:off x="704272" y="2367176"/>
            <a:ext cx="3005570" cy="1665288"/>
          </a:xfrm>
        </p:spPr>
        <p:txBody>
          <a:bodyPr anchor="ctr">
            <a:noAutofit/>
          </a:bodyPr>
          <a:lstStyle>
            <a:lvl1pPr algn="ctr">
              <a:lnSpc>
                <a:spcPct val="90000"/>
              </a:lnSpc>
              <a:spcBef>
                <a:spcPts val="0"/>
              </a:spcBef>
              <a:defRPr sz="3200" b="1" baseline="0">
                <a:solidFill>
                  <a:schemeClr val="bg1"/>
                </a:solidFill>
              </a:defRPr>
            </a:lvl1pPr>
          </a:lstStyle>
          <a:p>
            <a:pPr lvl="0"/>
            <a:r>
              <a:rPr lang="en-US"/>
              <a:t>Main key</a:t>
            </a:r>
            <a:br>
              <a:rPr lang="en-US"/>
            </a:br>
            <a:r>
              <a:rPr lang="en-US"/>
              <a:t>point here</a:t>
            </a:r>
          </a:p>
        </p:txBody>
      </p:sp>
    </p:spTree>
    <p:extLst>
      <p:ext uri="{BB962C8B-B14F-4D97-AF65-F5344CB8AC3E}">
        <p14:creationId xmlns:p14="http://schemas.microsoft.com/office/powerpoint/2010/main" val="66458684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Key point right with image">
    <p:spTree>
      <p:nvGrpSpPr>
        <p:cNvPr id="1" name=""/>
        <p:cNvGrpSpPr/>
        <p:nvPr/>
      </p:nvGrpSpPr>
      <p:grpSpPr>
        <a:xfrm>
          <a:off x="0" y="0"/>
          <a:ext cx="0" cy="0"/>
          <a:chOff x="0" y="0"/>
          <a:chExt cx="0" cy="0"/>
        </a:xfrm>
      </p:grpSpPr>
      <p:sp>
        <p:nvSpPr>
          <p:cNvPr id="10" name="Picture Placeholder 15"/>
          <p:cNvSpPr>
            <a:spLocks noGrp="1"/>
          </p:cNvSpPr>
          <p:nvPr>
            <p:ph type="pic" sz="quarter" idx="18"/>
          </p:nvPr>
        </p:nvSpPr>
        <p:spPr>
          <a:xfrm>
            <a:off x="393294" y="384048"/>
            <a:ext cx="7545765" cy="5724144"/>
          </a:xfrm>
          <a:solidFill>
            <a:schemeClr val="bg1">
              <a:lumMod val="75000"/>
            </a:schemeClr>
          </a:solidFill>
        </p:spPr>
        <p:txBody>
          <a:bodyPr/>
          <a:lstStyle>
            <a:lvl1pPr algn="ctr">
              <a:defRPr b="0">
                <a:solidFill>
                  <a:schemeClr val="bg2"/>
                </a:solidFill>
              </a:defRPr>
            </a:lvl1pPr>
          </a:lstStyle>
          <a:p>
            <a:r>
              <a:rPr lang="en-US"/>
              <a:t>Click icon to add picture</a:t>
            </a:r>
          </a:p>
        </p:txBody>
      </p:sp>
      <p:sp>
        <p:nvSpPr>
          <p:cNvPr id="8" name="Rectangle 7"/>
          <p:cNvSpPr/>
          <p:nvPr userDrawn="1"/>
        </p:nvSpPr>
        <p:spPr>
          <a:xfrm>
            <a:off x="8167719" y="384048"/>
            <a:ext cx="3639312" cy="5724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CVS Health Sans" panose="020B0504020202020204" pitchFamily="34" charset="0"/>
              <a:cs typeface="Arial" panose="020B0604020202020204" pitchFamily="34" charset="0"/>
            </a:endParaRPr>
          </a:p>
        </p:txBody>
      </p:sp>
      <p:sp>
        <p:nvSpPr>
          <p:cNvPr id="9" name="Text Placeholder 8"/>
          <p:cNvSpPr>
            <a:spLocks noGrp="1"/>
          </p:cNvSpPr>
          <p:nvPr>
            <p:ph type="body" sz="quarter" idx="25" hasCustomPrompt="1"/>
          </p:nvPr>
        </p:nvSpPr>
        <p:spPr>
          <a:xfrm>
            <a:off x="8487393" y="2355601"/>
            <a:ext cx="3005570" cy="1665288"/>
          </a:xfrm>
        </p:spPr>
        <p:txBody>
          <a:bodyPr anchor="ctr">
            <a:noAutofit/>
          </a:bodyPr>
          <a:lstStyle>
            <a:lvl1pPr algn="ctr">
              <a:lnSpc>
                <a:spcPct val="90000"/>
              </a:lnSpc>
              <a:spcBef>
                <a:spcPts val="0"/>
              </a:spcBef>
              <a:defRPr sz="3200" b="1" baseline="0">
                <a:solidFill>
                  <a:schemeClr val="bg1"/>
                </a:solidFill>
              </a:defRPr>
            </a:lvl1pPr>
          </a:lstStyle>
          <a:p>
            <a:pPr lvl="0"/>
            <a:r>
              <a:rPr lang="en-US"/>
              <a:t>Main key</a:t>
            </a:r>
            <a:br>
              <a:rPr lang="en-US"/>
            </a:br>
            <a:r>
              <a:rPr lang="en-US"/>
              <a:t>point here</a:t>
            </a:r>
          </a:p>
        </p:txBody>
      </p:sp>
    </p:spTree>
    <p:extLst>
      <p:ext uri="{BB962C8B-B14F-4D97-AF65-F5344CB8AC3E}">
        <p14:creationId xmlns:p14="http://schemas.microsoft.com/office/powerpoint/2010/main" val="2839194911"/>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Key point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A90D6A-6A50-4593-8B6E-4ED03D36A1ED}"/>
              </a:ext>
            </a:extLst>
          </p:cNvPr>
          <p:cNvSpPr/>
          <p:nvPr userDrawn="1"/>
        </p:nvSpPr>
        <p:spPr>
          <a:xfrm>
            <a:off x="395726" y="384048"/>
            <a:ext cx="7545707" cy="5724144"/>
          </a:xfrm>
          <a:prstGeom prst="rect">
            <a:avLst/>
          </a:prstGeom>
          <a:solidFill>
            <a:srgbClr val="E9E9E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274320" bIns="45720" numCol="1" spcCol="0" rtlCol="0" fromWordArt="0" anchor="t" anchorCtr="0" forceAA="0" compatLnSpc="1">
            <a:prstTxWarp prst="textNoShape">
              <a:avLst/>
            </a:prstTxWarp>
            <a:noAutofit/>
          </a:bodyPr>
          <a:lstStyle/>
          <a:p>
            <a:pPr algn="ctr"/>
            <a:endParaRPr lang="en-US" sz="1400" b="1">
              <a:solidFill>
                <a:schemeClr val="accent5"/>
              </a:solidFill>
            </a:endParaRPr>
          </a:p>
        </p:txBody>
      </p:sp>
      <p:sp>
        <p:nvSpPr>
          <p:cNvPr id="4" name="Rectangle 3">
            <a:extLst>
              <a:ext uri="{FF2B5EF4-FFF2-40B4-BE49-F238E27FC236}">
                <a16:creationId xmlns:a16="http://schemas.microsoft.com/office/drawing/2014/main" id="{06AA8204-C754-4229-95F2-FEC283A55893}"/>
              </a:ext>
            </a:extLst>
          </p:cNvPr>
          <p:cNvSpPr/>
          <p:nvPr userDrawn="1"/>
        </p:nvSpPr>
        <p:spPr>
          <a:xfrm>
            <a:off x="8167719" y="384048"/>
            <a:ext cx="3639312" cy="572414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CVS Health Sans" panose="020B0504020202020204" pitchFamily="34" charset="0"/>
              <a:cs typeface="Arial" panose="020B0604020202020204" pitchFamily="34" charset="0"/>
            </a:endParaRPr>
          </a:p>
        </p:txBody>
      </p:sp>
      <p:sp>
        <p:nvSpPr>
          <p:cNvPr id="5" name="Text Placeholder 8">
            <a:extLst>
              <a:ext uri="{FF2B5EF4-FFF2-40B4-BE49-F238E27FC236}">
                <a16:creationId xmlns:a16="http://schemas.microsoft.com/office/drawing/2014/main" id="{91BD088A-CA38-4271-93F2-477470191DDC}"/>
              </a:ext>
            </a:extLst>
          </p:cNvPr>
          <p:cNvSpPr>
            <a:spLocks noGrp="1"/>
          </p:cNvSpPr>
          <p:nvPr>
            <p:ph type="body" sz="quarter" idx="25" hasCustomPrompt="1"/>
          </p:nvPr>
        </p:nvSpPr>
        <p:spPr>
          <a:xfrm>
            <a:off x="8489915" y="2355601"/>
            <a:ext cx="3005570" cy="1665288"/>
          </a:xfrm>
        </p:spPr>
        <p:txBody>
          <a:bodyPr anchor="ctr">
            <a:noAutofit/>
          </a:bodyPr>
          <a:lstStyle>
            <a:lvl1pPr algn="ctr">
              <a:lnSpc>
                <a:spcPct val="90000"/>
              </a:lnSpc>
              <a:spcBef>
                <a:spcPts val="0"/>
              </a:spcBef>
              <a:defRPr sz="3200" b="1" baseline="0">
                <a:solidFill>
                  <a:schemeClr val="bg1"/>
                </a:solidFill>
              </a:defRPr>
            </a:lvl1pPr>
          </a:lstStyle>
          <a:p>
            <a:pPr lvl="0"/>
            <a:r>
              <a:rPr lang="en-US"/>
              <a:t>Main key</a:t>
            </a:r>
            <a:br>
              <a:rPr lang="en-US"/>
            </a:br>
            <a:r>
              <a:rPr lang="en-US"/>
              <a:t>point here</a:t>
            </a:r>
          </a:p>
        </p:txBody>
      </p:sp>
    </p:spTree>
    <p:extLst>
      <p:ext uri="{BB962C8B-B14F-4D97-AF65-F5344CB8AC3E}">
        <p14:creationId xmlns:p14="http://schemas.microsoft.com/office/powerpoint/2010/main" val="960283208"/>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one-column layout</a:t>
            </a:r>
          </a:p>
        </p:txBody>
      </p:sp>
      <p:sp>
        <p:nvSpPr>
          <p:cNvPr id="4" name="Content Placeholder 2"/>
          <p:cNvSpPr>
            <a:spLocks noGrp="1"/>
          </p:cNvSpPr>
          <p:nvPr>
            <p:ph idx="1" hasCustomPrompt="1"/>
          </p:nvPr>
        </p:nvSpPr>
        <p:spPr bwMode="gray">
          <a:xfrm>
            <a:off x="557929" y="1776585"/>
            <a:ext cx="8588453" cy="3977640"/>
          </a:xfrm>
        </p:spPr>
        <p:txBody>
          <a:bodyPr/>
          <a:lstStyle>
            <a:lvl1pPr>
              <a:defRPr sz="1500" cap="none" baseline="0">
                <a:solidFill>
                  <a:schemeClr val="tx2"/>
                </a:solidFill>
              </a:defRPr>
            </a:lvl1pPr>
            <a:lvl2pPr marL="171450" indent="-171450">
              <a:defRPr sz="1500">
                <a:solidFill>
                  <a:schemeClr val="tx2"/>
                </a:solidFill>
              </a:defRPr>
            </a:lvl2pPr>
            <a:lvl3pPr marL="347663" indent="-176213">
              <a:spcBef>
                <a:spcPts val="600"/>
              </a:spcBef>
              <a:buFont typeface="Arial" panose="020B0604020202020204" pitchFamily="34" charset="0"/>
              <a:buChar char="–"/>
              <a:defRPr sz="1500">
                <a:solidFill>
                  <a:schemeClr val="tx2"/>
                </a:solidFill>
              </a:defRPr>
            </a:lvl3pPr>
            <a:lvl4pPr marL="509588" indent="-161925">
              <a:spcBef>
                <a:spcPts val="600"/>
              </a:spcBef>
              <a:defRPr sz="1500">
                <a:solidFill>
                  <a:schemeClr val="tx2"/>
                </a:solidFill>
              </a:defRPr>
            </a:lvl4pPr>
            <a:lvl5pPr marL="682625" indent="-173038">
              <a:spcBef>
                <a:spcPts val="600"/>
              </a:spcBef>
              <a:defRPr sz="1500">
                <a:solidFill>
                  <a:schemeClr val="tx2"/>
                </a:solidFill>
              </a:defRPr>
            </a:lvl5pPr>
            <a:lvl6pPr marL="857250" indent="-174625">
              <a:defRPr sz="1500"/>
            </a:lvl6pPr>
            <a:lvl7pPr marL="1030288" indent="-173038">
              <a:spcBef>
                <a:spcPts val="600"/>
              </a:spcBef>
              <a:buFont typeface="Arial" panose="020B0604020202020204" pitchFamily="34" charset="0"/>
              <a:buChar char="–"/>
              <a:defRPr sz="1500" baseline="0">
                <a:solidFill>
                  <a:schemeClr val="tx2"/>
                </a:solidFill>
              </a:defRPr>
            </a:lvl7pPr>
            <a:lvl8pPr marL="1203325" indent="-174625">
              <a:spcBef>
                <a:spcPts val="600"/>
              </a:spcBef>
              <a:buFont typeface="Arial" panose="020B0604020202020204" pitchFamily="34" charset="0"/>
              <a:buChar char="•"/>
              <a:defRPr sz="1500">
                <a:solidFill>
                  <a:schemeClr val="tx2"/>
                </a:solidFill>
              </a:defRPr>
            </a:lvl8pPr>
            <a:lvl9pPr marL="1377950" indent="-174625">
              <a:spcBef>
                <a:spcPts val="600"/>
              </a:spcBef>
              <a:buFont typeface="Arial" panose="020B0604020202020204" pitchFamily="34" charset="0"/>
              <a:buChar char="–"/>
              <a:defRPr sz="1500" baseline="0">
                <a:solidFill>
                  <a:schemeClr val="tx2"/>
                </a:solidFill>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89196498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one-column layout</a:t>
            </a:r>
          </a:p>
        </p:txBody>
      </p:sp>
      <p:sp>
        <p:nvSpPr>
          <p:cNvPr id="4" name="Content Placeholder 2"/>
          <p:cNvSpPr>
            <a:spLocks noGrp="1"/>
          </p:cNvSpPr>
          <p:nvPr>
            <p:ph idx="1" hasCustomPrompt="1"/>
          </p:nvPr>
        </p:nvSpPr>
        <p:spPr bwMode="gray">
          <a:xfrm>
            <a:off x="557929" y="1774880"/>
            <a:ext cx="8588453" cy="3987745"/>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500" baseline="0">
                <a:solidFill>
                  <a:schemeClr val="tx2"/>
                </a:solidFill>
              </a:defRPr>
            </a:lvl7pPr>
            <a:lvl8pPr marL="1030288" indent="-173038">
              <a:spcBef>
                <a:spcPts val="600"/>
              </a:spcBef>
              <a:buFont typeface="Arial" panose="020B0604020202020204" pitchFamily="34" charset="0"/>
              <a:buChar char="–"/>
              <a:defRPr sz="1500" baseline="0">
                <a:solidFill>
                  <a:schemeClr val="tx2"/>
                </a:solidFill>
              </a:defRPr>
            </a:lvl8pPr>
            <a:lvl9pPr marL="1203325" indent="-173038">
              <a:spcBef>
                <a:spcPts val="600"/>
              </a:spcBef>
              <a:buFont typeface="Arial" panose="020B0604020202020204" pitchFamily="34" charset="0"/>
              <a:buChar char="•"/>
              <a:defRPr sz="15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65094974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lvl1pPr>
          </a:lstStyle>
          <a:p>
            <a:r>
              <a:rPr lang="en-US"/>
              <a:t>Click to add title for two-column layout</a:t>
            </a:r>
          </a:p>
        </p:txBody>
      </p:sp>
      <p:sp>
        <p:nvSpPr>
          <p:cNvPr id="5" name="Content Placeholder 2"/>
          <p:cNvSpPr>
            <a:spLocks noGrp="1"/>
          </p:cNvSpPr>
          <p:nvPr>
            <p:ph idx="15" hasCustomPrompt="1"/>
          </p:nvPr>
        </p:nvSpPr>
        <p:spPr bwMode="gray">
          <a:xfrm>
            <a:off x="557929" y="1773937"/>
            <a:ext cx="5030510" cy="3984133"/>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600">
                <a:solidFill>
                  <a:schemeClr val="tx2"/>
                </a:solidFill>
              </a:defRPr>
            </a:lvl7pPr>
            <a:lvl8pPr marL="1030288" indent="-173038">
              <a:spcBef>
                <a:spcPts val="600"/>
              </a:spcBef>
              <a:buFont typeface="Arial" panose="020B0604020202020204" pitchFamily="34" charset="0"/>
              <a:buChar char="–"/>
              <a:defRPr sz="1600">
                <a:solidFill>
                  <a:schemeClr val="tx2"/>
                </a:solidFill>
              </a:defRPr>
            </a:lvl8pPr>
            <a:lvl9pPr marL="1203325" indent="-173038">
              <a:spcBef>
                <a:spcPts val="600"/>
              </a:spcBef>
              <a:buFont typeface="Arial" panose="020B0604020202020204" pitchFamily="34" charset="0"/>
              <a:buChar char="•"/>
              <a:defRPr sz="16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
        <p:nvSpPr>
          <p:cNvPr id="6" name="Content Placeholder 2"/>
          <p:cNvSpPr>
            <a:spLocks noGrp="1"/>
          </p:cNvSpPr>
          <p:nvPr>
            <p:ph idx="16" hasCustomPrompt="1"/>
          </p:nvPr>
        </p:nvSpPr>
        <p:spPr bwMode="gray">
          <a:xfrm>
            <a:off x="6393321" y="1773937"/>
            <a:ext cx="5030510" cy="3984133"/>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600">
                <a:solidFill>
                  <a:schemeClr val="tx2"/>
                </a:solidFill>
              </a:defRPr>
            </a:lvl7pPr>
            <a:lvl8pPr marL="857250" indent="0">
              <a:spcBef>
                <a:spcPts val="600"/>
              </a:spcBef>
              <a:buFont typeface="Arial" panose="020B0604020202020204" pitchFamily="34" charset="0"/>
              <a:buNone/>
              <a:defRPr sz="1600">
                <a:solidFill>
                  <a:schemeClr val="tx2"/>
                </a:solidFill>
              </a:defRPr>
            </a:lvl8pPr>
            <a:lvl9pPr marL="1203325" indent="-173038">
              <a:spcBef>
                <a:spcPts val="600"/>
              </a:spcBef>
              <a:buFont typeface="Arial" panose="020B0604020202020204" pitchFamily="34" charset="0"/>
              <a:buChar char="•"/>
              <a:defRPr sz="16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endParaRPr lang="en-US"/>
          </a:p>
        </p:txBody>
      </p:sp>
    </p:spTree>
    <p:extLst>
      <p:ext uri="{BB962C8B-B14F-4D97-AF65-F5344CB8AC3E}">
        <p14:creationId xmlns:p14="http://schemas.microsoft.com/office/powerpoint/2010/main" val="202583567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three-column layout</a:t>
            </a:r>
          </a:p>
        </p:txBody>
      </p:sp>
      <p:sp>
        <p:nvSpPr>
          <p:cNvPr id="6" name="Content Placeholder 2"/>
          <p:cNvSpPr>
            <a:spLocks noGrp="1"/>
          </p:cNvSpPr>
          <p:nvPr>
            <p:ph idx="15" hasCustomPrompt="1"/>
          </p:nvPr>
        </p:nvSpPr>
        <p:spPr bwMode="gray">
          <a:xfrm>
            <a:off x="570062" y="1773936"/>
            <a:ext cx="3461080" cy="3975080"/>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a:lvl6pPr>
            <a:lvl7pPr marL="857250" indent="-174625">
              <a:spcBef>
                <a:spcPts val="600"/>
              </a:spcBef>
              <a:buFont typeface="Arial" panose="020B0604020202020204" pitchFamily="34" charset="0"/>
              <a:buChar char="•"/>
              <a:defRPr sz="1600">
                <a:solidFill>
                  <a:schemeClr val="tx2"/>
                </a:solidFill>
              </a:defRPr>
            </a:lvl7pPr>
            <a:lvl8pPr marL="1030288" indent="-173038">
              <a:spcBef>
                <a:spcPts val="600"/>
              </a:spcBef>
              <a:buFont typeface="Arial" panose="020B0604020202020204" pitchFamily="34" charset="0"/>
              <a:buChar char="–"/>
              <a:defRPr sz="1600">
                <a:solidFill>
                  <a:schemeClr val="tx2"/>
                </a:solidFill>
              </a:defRPr>
            </a:lvl8pPr>
            <a:lvl9pPr marL="1203325" indent="-173038">
              <a:spcBef>
                <a:spcPts val="600"/>
              </a:spcBef>
              <a:buFont typeface="Arial" panose="020B0604020202020204" pitchFamily="34" charset="0"/>
              <a:buChar char="•"/>
              <a:defRPr sz="16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
        <p:nvSpPr>
          <p:cNvPr id="7" name="Content Placeholder 2"/>
          <p:cNvSpPr>
            <a:spLocks noGrp="1"/>
          </p:cNvSpPr>
          <p:nvPr>
            <p:ph idx="16" hasCustomPrompt="1"/>
          </p:nvPr>
        </p:nvSpPr>
        <p:spPr bwMode="gray">
          <a:xfrm>
            <a:off x="4362277" y="1773936"/>
            <a:ext cx="3461080" cy="3975080"/>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600">
                <a:solidFill>
                  <a:schemeClr val="tx2"/>
                </a:solidFill>
              </a:defRPr>
            </a:lvl7pPr>
            <a:lvl8pPr marL="1030288" indent="-173038">
              <a:spcBef>
                <a:spcPts val="600"/>
              </a:spcBef>
              <a:buFont typeface="Arial" panose="020B0604020202020204" pitchFamily="34" charset="0"/>
              <a:buChar char="–"/>
              <a:defRPr sz="1600">
                <a:solidFill>
                  <a:schemeClr val="tx2"/>
                </a:solidFill>
              </a:defRPr>
            </a:lvl8pPr>
            <a:lvl9pPr marL="1203325" indent="-174625">
              <a:spcBef>
                <a:spcPts val="600"/>
              </a:spcBef>
              <a:buFont typeface="Arial" panose="020B0604020202020204" pitchFamily="34" charset="0"/>
              <a:buChar char="•"/>
              <a:defRPr sz="16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
        <p:nvSpPr>
          <p:cNvPr id="10" name="Content Placeholder 2"/>
          <p:cNvSpPr>
            <a:spLocks noGrp="1"/>
          </p:cNvSpPr>
          <p:nvPr>
            <p:ph idx="17" hasCustomPrompt="1"/>
          </p:nvPr>
        </p:nvSpPr>
        <p:spPr bwMode="gray">
          <a:xfrm>
            <a:off x="8154491" y="1773936"/>
            <a:ext cx="3461080" cy="3975080"/>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a:lvl6pPr>
            <a:lvl7pPr marL="682625" indent="0">
              <a:spcBef>
                <a:spcPts val="600"/>
              </a:spcBef>
              <a:buFont typeface="Arial" panose="020B0604020202020204" pitchFamily="34" charset="0"/>
              <a:buNone/>
              <a:defRPr sz="1600">
                <a:solidFill>
                  <a:schemeClr val="tx2"/>
                </a:solidFill>
              </a:defRPr>
            </a:lvl7pPr>
            <a:lvl8pPr marL="1030288" indent="-173038">
              <a:spcBef>
                <a:spcPts val="600"/>
              </a:spcBef>
              <a:buFont typeface="Arial" panose="020B0604020202020204" pitchFamily="34" charset="0"/>
              <a:buChar char="–"/>
              <a:defRPr sz="1600">
                <a:solidFill>
                  <a:schemeClr val="tx2"/>
                </a:solidFill>
              </a:defRPr>
            </a:lvl8pPr>
            <a:lvl9pPr marL="1203325" indent="-174625">
              <a:spcBef>
                <a:spcPts val="600"/>
              </a:spcBef>
              <a:buFont typeface="Arial" panose="020B0604020202020204" pitchFamily="34" charset="0"/>
              <a:buChar char="•"/>
              <a:defRPr sz="16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Tree>
    <p:extLst>
      <p:ext uri="{BB962C8B-B14F-4D97-AF65-F5344CB8AC3E}">
        <p14:creationId xmlns:p14="http://schemas.microsoft.com/office/powerpoint/2010/main" val="122030649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four-column layout</a:t>
            </a:r>
          </a:p>
        </p:txBody>
      </p:sp>
      <p:sp>
        <p:nvSpPr>
          <p:cNvPr id="6" name="Content Placeholder 2"/>
          <p:cNvSpPr>
            <a:spLocks noGrp="1"/>
          </p:cNvSpPr>
          <p:nvPr>
            <p:ph sz="half" idx="1" hasCustomPrompt="1"/>
          </p:nvPr>
        </p:nvSpPr>
        <p:spPr bwMode="gray">
          <a:xfrm>
            <a:off x="557929" y="1773845"/>
            <a:ext cx="2506109" cy="3988781"/>
          </a:xfrm>
        </p:spPr>
        <p:txBody>
          <a:bodyPr vert="horz" lIns="0" tIns="0" rIns="0" bIns="0" rtlCol="0">
            <a:noAutofit/>
          </a:bodyPr>
          <a:lstStyle>
            <a:lvl1pPr>
              <a:buClr>
                <a:schemeClr val="tx1"/>
              </a:buClr>
              <a:defRPr lang="en-US" sz="2000" b="1" cap="none" baseline="0" dirty="0" smtClean="0">
                <a:solidFill>
                  <a:schemeClr val="tx2"/>
                </a:solidFill>
              </a:defRPr>
            </a:lvl1pPr>
            <a:lvl2pPr marL="0" indent="0">
              <a:buClr>
                <a:schemeClr val="tx1"/>
              </a:buClr>
              <a:buNone/>
              <a:defRPr lang="en-US" sz="1500" dirty="0" smtClean="0">
                <a:solidFill>
                  <a:schemeClr val="tx2"/>
                </a:solidFill>
              </a:defRPr>
            </a:lvl2pPr>
            <a:lvl3pPr marL="174625" indent="-174625">
              <a:spcBef>
                <a:spcPts val="1200"/>
              </a:spcBef>
              <a:buClr>
                <a:schemeClr val="tx1"/>
              </a:buClr>
              <a:buFont typeface="Arial" panose="020B0604020202020204" pitchFamily="34" charset="0"/>
              <a:buChar char="•"/>
              <a:defRPr lang="en-US" sz="1500" dirty="0" smtClean="0">
                <a:solidFill>
                  <a:schemeClr val="tx2"/>
                </a:solidFill>
              </a:defRPr>
            </a:lvl3pPr>
            <a:lvl4pPr marL="347663" indent="-173038">
              <a:buClr>
                <a:schemeClr val="tx1"/>
              </a:buClr>
              <a:buFont typeface="Arial" panose="020B0604020202020204" pitchFamily="34" charset="0"/>
              <a:buChar char="–"/>
              <a:defRPr lang="en-US" sz="1500" dirty="0" smtClean="0">
                <a:solidFill>
                  <a:schemeClr val="tx2"/>
                </a:solidFill>
              </a:defRPr>
            </a:lvl4pPr>
            <a:lvl5pPr marL="511175" indent="-163513">
              <a:buClr>
                <a:schemeClr val="tx1"/>
              </a:buClr>
              <a:buFont typeface="Arial" panose="020B0604020202020204" pitchFamily="34" charset="0"/>
              <a:buChar char="•"/>
              <a:defRPr lang="en-US" sz="1500" dirty="0">
                <a:solidFill>
                  <a:schemeClr val="tx2"/>
                </a:solidFill>
              </a:defRPr>
            </a:lvl5pPr>
            <a:lvl6pPr marL="685800" indent="-174625">
              <a:buClr>
                <a:schemeClr val="tx1"/>
              </a:buClr>
              <a:buFont typeface="Arial" panose="020B0604020202020204" pitchFamily="34" charset="0"/>
              <a:buChar char="–"/>
              <a:defRPr sz="1500">
                <a:solidFill>
                  <a:schemeClr val="tx2"/>
                </a:solidFill>
              </a:defRPr>
            </a:lvl6pPr>
            <a:lvl7pPr>
              <a:defRPr/>
            </a:lvl7pPr>
            <a:lvl8pPr>
              <a:defRPr/>
            </a:lvl8pPr>
            <a:lvl9pPr>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
        <p:nvSpPr>
          <p:cNvPr id="7" name="Content Placeholder 3"/>
          <p:cNvSpPr>
            <a:spLocks noGrp="1"/>
          </p:cNvSpPr>
          <p:nvPr>
            <p:ph sz="half" idx="2" hasCustomPrompt="1"/>
          </p:nvPr>
        </p:nvSpPr>
        <p:spPr bwMode="gray">
          <a:xfrm>
            <a:off x="3406743" y="1773845"/>
            <a:ext cx="2506109" cy="3988781"/>
          </a:xfrm>
        </p:spPr>
        <p:txBody>
          <a:bodyPr vert="horz" lIns="0" tIns="0" rIns="0" bIns="0" rtlCol="0">
            <a:noAutofit/>
          </a:bodyPr>
          <a:lstStyle>
            <a:lvl1pPr>
              <a:buClr>
                <a:schemeClr val="tx1"/>
              </a:buClr>
              <a:defRPr lang="en-US" sz="2000" b="1" cap="none" baseline="0" dirty="0" smtClean="0">
                <a:solidFill>
                  <a:schemeClr val="tx2"/>
                </a:solidFill>
              </a:defRPr>
            </a:lvl1pPr>
            <a:lvl2pPr marL="0" indent="0">
              <a:buClr>
                <a:schemeClr val="tx1"/>
              </a:buClr>
              <a:buNone/>
              <a:defRPr lang="en-US" sz="1500" dirty="0" smtClean="0">
                <a:solidFill>
                  <a:schemeClr val="tx2"/>
                </a:solidFill>
              </a:defRPr>
            </a:lvl2pPr>
            <a:lvl3pPr marL="174625" indent="-174625">
              <a:spcBef>
                <a:spcPts val="1200"/>
              </a:spcBef>
              <a:buClr>
                <a:schemeClr val="tx1"/>
              </a:buClr>
              <a:buFont typeface="Arial" panose="020B0604020202020204" pitchFamily="34" charset="0"/>
              <a:buChar char="•"/>
              <a:defRPr lang="en-US" sz="1500" dirty="0" smtClean="0">
                <a:solidFill>
                  <a:schemeClr val="tx2"/>
                </a:solidFill>
              </a:defRPr>
            </a:lvl3pPr>
            <a:lvl4pPr marL="347663" indent="-173038">
              <a:buClr>
                <a:schemeClr val="tx1"/>
              </a:buClr>
              <a:buFont typeface="Arial" panose="020B0604020202020204" pitchFamily="34" charset="0"/>
              <a:buChar char="–"/>
              <a:defRPr lang="en-US" sz="1500" dirty="0" smtClean="0">
                <a:solidFill>
                  <a:schemeClr val="tx2"/>
                </a:solidFill>
              </a:defRPr>
            </a:lvl4pPr>
            <a:lvl5pPr marL="511175" indent="-163513">
              <a:buClr>
                <a:schemeClr val="tx1"/>
              </a:buClr>
              <a:buFont typeface="Arial" panose="020B0604020202020204" pitchFamily="34" charset="0"/>
              <a:buChar char="•"/>
              <a:defRPr lang="en-US" sz="1500" baseline="0" dirty="0">
                <a:solidFill>
                  <a:schemeClr val="tx2"/>
                </a:solidFill>
              </a:defRPr>
            </a:lvl5pPr>
            <a:lvl6pPr marL="685800" indent="-174625">
              <a:buClr>
                <a:schemeClr val="tx1"/>
              </a:buClr>
              <a:buFont typeface="Arial" panose="020B0604020202020204" pitchFamily="34" charset="0"/>
              <a:buChar char="–"/>
              <a:defRPr sz="1500">
                <a:solidFill>
                  <a:schemeClr val="tx2"/>
                </a:solidFill>
              </a:defRPr>
            </a:lvl6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
        <p:nvSpPr>
          <p:cNvPr id="10" name="Content Placeholder 3"/>
          <p:cNvSpPr>
            <a:spLocks noGrp="1"/>
          </p:cNvSpPr>
          <p:nvPr>
            <p:ph sz="half" idx="18" hasCustomPrompt="1"/>
          </p:nvPr>
        </p:nvSpPr>
        <p:spPr bwMode="gray">
          <a:xfrm>
            <a:off x="6255557" y="1773845"/>
            <a:ext cx="2506109" cy="3988781"/>
          </a:xfrm>
        </p:spPr>
        <p:txBody>
          <a:bodyPr vert="horz" lIns="0" tIns="0" rIns="0" bIns="0" rtlCol="0">
            <a:noAutofit/>
          </a:bodyPr>
          <a:lstStyle>
            <a:lvl1pPr>
              <a:buClr>
                <a:schemeClr val="tx1"/>
              </a:buClr>
              <a:defRPr lang="en-US" sz="2000" b="1" cap="none" baseline="0" dirty="0" smtClean="0">
                <a:solidFill>
                  <a:schemeClr val="tx2"/>
                </a:solidFill>
              </a:defRPr>
            </a:lvl1pPr>
            <a:lvl2pPr marL="0" indent="0" algn="l">
              <a:buClr>
                <a:schemeClr val="tx1"/>
              </a:buClr>
              <a:buNone/>
              <a:defRPr lang="en-US" sz="1500" dirty="0" smtClean="0">
                <a:solidFill>
                  <a:schemeClr val="tx2"/>
                </a:solidFill>
              </a:defRPr>
            </a:lvl2pPr>
            <a:lvl3pPr marL="174625" indent="-174625">
              <a:spcBef>
                <a:spcPts val="1200"/>
              </a:spcBef>
              <a:buClr>
                <a:schemeClr val="tx1"/>
              </a:buClr>
              <a:buFont typeface="Arial" panose="020B0604020202020204" pitchFamily="34" charset="0"/>
              <a:buChar char="•"/>
              <a:defRPr lang="en-US" sz="1500" dirty="0" smtClean="0">
                <a:solidFill>
                  <a:schemeClr val="tx2"/>
                </a:solidFill>
              </a:defRPr>
            </a:lvl3pPr>
            <a:lvl4pPr marL="347663" indent="-173038">
              <a:buClr>
                <a:schemeClr val="tx1"/>
              </a:buClr>
              <a:buFont typeface="Arial" panose="020B0604020202020204" pitchFamily="34" charset="0"/>
              <a:buChar char="–"/>
              <a:defRPr lang="en-US" sz="1500" dirty="0" smtClean="0">
                <a:solidFill>
                  <a:schemeClr val="tx2"/>
                </a:solidFill>
              </a:defRPr>
            </a:lvl4pPr>
            <a:lvl5pPr marL="511175" indent="-165100">
              <a:buClr>
                <a:schemeClr val="tx1"/>
              </a:buClr>
              <a:buFont typeface="Arial" panose="020B0604020202020204" pitchFamily="34" charset="0"/>
              <a:buChar char="•"/>
              <a:defRPr lang="en-US" sz="1500" dirty="0">
                <a:solidFill>
                  <a:schemeClr val="tx2"/>
                </a:solidFill>
              </a:defRPr>
            </a:lvl5pPr>
            <a:lvl6pPr marL="685800" indent="-174625">
              <a:buClr>
                <a:schemeClr val="tx1"/>
              </a:buClr>
              <a:buFont typeface="Arial" panose="020B0604020202020204" pitchFamily="34" charset="0"/>
              <a:buChar char="–"/>
              <a:defRPr sz="1500">
                <a:solidFill>
                  <a:schemeClr val="tx2"/>
                </a:solidFill>
              </a:defRPr>
            </a:lvl6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
        <p:nvSpPr>
          <p:cNvPr id="12" name="Content Placeholder 3"/>
          <p:cNvSpPr>
            <a:spLocks noGrp="1"/>
          </p:cNvSpPr>
          <p:nvPr>
            <p:ph sz="half" idx="23" hasCustomPrompt="1"/>
          </p:nvPr>
        </p:nvSpPr>
        <p:spPr bwMode="gray">
          <a:xfrm>
            <a:off x="9104371" y="1773845"/>
            <a:ext cx="2506109" cy="3988781"/>
          </a:xfrm>
        </p:spPr>
        <p:txBody>
          <a:bodyPr vert="horz" lIns="0" tIns="0" rIns="0" bIns="0" rtlCol="0">
            <a:noAutofit/>
          </a:bodyPr>
          <a:lstStyle>
            <a:lvl1pPr>
              <a:buClr>
                <a:schemeClr val="tx1"/>
              </a:buClr>
              <a:defRPr lang="en-US" sz="2000" b="1" cap="none" baseline="0" dirty="0" smtClean="0">
                <a:solidFill>
                  <a:schemeClr val="tx2"/>
                </a:solidFill>
              </a:defRPr>
            </a:lvl1pPr>
            <a:lvl2pPr marL="0" indent="0" algn="l">
              <a:buClr>
                <a:schemeClr val="tx1"/>
              </a:buClr>
              <a:buNone/>
              <a:defRPr lang="en-US" sz="1500" dirty="0" smtClean="0">
                <a:solidFill>
                  <a:schemeClr val="tx2"/>
                </a:solidFill>
              </a:defRPr>
            </a:lvl2pPr>
            <a:lvl3pPr marL="174625" indent="-174625">
              <a:spcBef>
                <a:spcPts val="1200"/>
              </a:spcBef>
              <a:buClr>
                <a:schemeClr val="tx1"/>
              </a:buClr>
              <a:buFont typeface="Arial" panose="020B0604020202020204" pitchFamily="34" charset="0"/>
              <a:buChar char="•"/>
              <a:defRPr lang="en-US" sz="1500" dirty="0" smtClean="0">
                <a:solidFill>
                  <a:schemeClr val="tx2"/>
                </a:solidFill>
              </a:defRPr>
            </a:lvl3pPr>
            <a:lvl4pPr marL="347663" indent="-173038">
              <a:buClr>
                <a:schemeClr val="tx1"/>
              </a:buClr>
              <a:buFont typeface="Arial" panose="020B0604020202020204" pitchFamily="34" charset="0"/>
              <a:buChar char="–"/>
              <a:defRPr lang="en-US" sz="1500" dirty="0" smtClean="0">
                <a:solidFill>
                  <a:schemeClr val="tx2"/>
                </a:solidFill>
              </a:defRPr>
            </a:lvl4pPr>
            <a:lvl5pPr marL="511175" indent="-165100">
              <a:buClr>
                <a:schemeClr val="tx1"/>
              </a:buClr>
              <a:buFont typeface="Arial" panose="020B0604020202020204" pitchFamily="34" charset="0"/>
              <a:buChar char="•"/>
              <a:defRPr lang="en-US" sz="1500" dirty="0">
                <a:solidFill>
                  <a:schemeClr val="tx2"/>
                </a:solidFill>
              </a:defRPr>
            </a:lvl5pPr>
            <a:lvl6pPr marL="685800" indent="-174625">
              <a:buClr>
                <a:schemeClr val="tx1"/>
              </a:buClr>
              <a:buFont typeface="Arial" panose="020B0604020202020204" pitchFamily="34" charset="0"/>
              <a:buChar char="–"/>
              <a:defRPr sz="1500">
                <a:solidFill>
                  <a:schemeClr val="tx2"/>
                </a:solidFill>
              </a:defRPr>
            </a:lvl6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p:txBody>
      </p:sp>
    </p:spTree>
    <p:extLst>
      <p:ext uri="{BB962C8B-B14F-4D97-AF65-F5344CB8AC3E}">
        <p14:creationId xmlns:p14="http://schemas.microsoft.com/office/powerpoint/2010/main" val="34057748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lvl1pPr>
          </a:lstStyle>
          <a:p>
            <a:r>
              <a:rPr lang="en-US"/>
              <a:t>Click to add title</a:t>
            </a:r>
          </a:p>
        </p:txBody>
      </p:sp>
    </p:spTree>
    <p:extLst>
      <p:ext uri="{BB962C8B-B14F-4D97-AF65-F5344CB8AC3E}">
        <p14:creationId xmlns:p14="http://schemas.microsoft.com/office/powerpoint/2010/main" val="646949871"/>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Only" preserve="1">
  <p:cSld name="Title Only - Gray background">
    <p:spTree>
      <p:nvGrpSpPr>
        <p:cNvPr id="1" name=""/>
        <p:cNvGrpSpPr/>
        <p:nvPr/>
      </p:nvGrpSpPr>
      <p:grpSpPr>
        <a:xfrm>
          <a:off x="0" y="0"/>
          <a:ext cx="0" cy="0"/>
          <a:chOff x="0" y="0"/>
          <a:chExt cx="0" cy="0"/>
        </a:xfrm>
      </p:grpSpPr>
      <p:sp>
        <p:nvSpPr>
          <p:cNvPr id="4" name="Rectangle 3"/>
          <p:cNvSpPr/>
          <p:nvPr userDrawn="1"/>
        </p:nvSpPr>
        <p:spPr>
          <a:xfrm>
            <a:off x="381000" y="159026"/>
            <a:ext cx="11526077" cy="6152322"/>
          </a:xfrm>
          <a:prstGeom prst="rect">
            <a:avLst/>
          </a:prstGeom>
          <a:solidFill>
            <a:srgbClr val="E9E9E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274320" bIns="45720" numCol="1" spcCol="0" rtlCol="0" fromWordArt="0" anchor="t" anchorCtr="0" forceAA="0" compatLnSpc="1">
            <a:prstTxWarp prst="textNoShape">
              <a:avLst/>
            </a:prstTxWarp>
            <a:noAutofit/>
          </a:bodyPr>
          <a:lstStyle/>
          <a:p>
            <a:pPr algn="ctr"/>
            <a:endParaRPr lang="en-US" sz="1400" b="1">
              <a:solidFill>
                <a:schemeClr val="accent5"/>
              </a:solidFill>
            </a:endParaRPr>
          </a:p>
        </p:txBody>
      </p:sp>
      <p:sp>
        <p:nvSpPr>
          <p:cNvPr id="2" name="Title 1"/>
          <p:cNvSpPr>
            <a:spLocks noGrp="1"/>
          </p:cNvSpPr>
          <p:nvPr>
            <p:ph type="title" hasCustomPrompt="1"/>
          </p:nvPr>
        </p:nvSpPr>
        <p:spPr>
          <a:xfrm>
            <a:off x="713418" y="649224"/>
            <a:ext cx="9667726" cy="713232"/>
          </a:xfrm>
        </p:spPr>
        <p:txBody>
          <a:bodyPr/>
          <a:lstStyle>
            <a:lvl1pPr>
              <a:defRPr/>
            </a:lvl1pPr>
          </a:lstStyle>
          <a:p>
            <a:r>
              <a:rPr lang="en-US"/>
              <a:t>Click to add title</a:t>
            </a:r>
          </a:p>
        </p:txBody>
      </p:sp>
      <p:sp>
        <p:nvSpPr>
          <p:cNvPr id="5" name="TextBox 4">
            <a:extLst>
              <a:ext uri="{FF2B5EF4-FFF2-40B4-BE49-F238E27FC236}">
                <a16:creationId xmlns:a16="http://schemas.microsoft.com/office/drawing/2014/main" id="{4D5680B7-FD83-4E69-891C-ED4457DDDD30}"/>
              </a:ext>
            </a:extLst>
          </p:cNvPr>
          <p:cNvSpPr txBox="1"/>
          <p:nvPr userDrawn="1"/>
        </p:nvSpPr>
        <p:spPr>
          <a:xfrm rot="20806564">
            <a:off x="770041" y="2341254"/>
            <a:ext cx="10366116" cy="3062377"/>
          </a:xfrm>
          <a:prstGeom prst="rect">
            <a:avLst/>
          </a:prstGeom>
          <a:noFill/>
        </p:spPr>
        <p:txBody>
          <a:bodyPr wrap="square" lIns="0" tIns="0" rIns="0" bIns="0" rtlCol="0">
            <a:spAutoFit/>
          </a:bodyPr>
          <a:lstStyle/>
          <a:p>
            <a:pPr algn="ctr"/>
            <a:r>
              <a:rPr lang="en-US" sz="19900">
                <a:solidFill>
                  <a:schemeClr val="bg1">
                    <a:lumMod val="75000"/>
                  </a:schemeClr>
                </a:solidFill>
              </a:rPr>
              <a:t>DRAFT</a:t>
            </a:r>
          </a:p>
        </p:txBody>
      </p:sp>
    </p:spTree>
    <p:extLst>
      <p:ext uri="{BB962C8B-B14F-4D97-AF65-F5344CB8AC3E}">
        <p14:creationId xmlns:p14="http://schemas.microsoft.com/office/powerpoint/2010/main" val="263007140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284907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E165B92E-6E75-4AE3-9A66-2BE7D7974FA8}"/>
              </a:ext>
            </a:extLst>
          </p:cNvPr>
          <p:cNvSpPr>
            <a:spLocks noGrp="1"/>
          </p:cNvSpPr>
          <p:nvPr>
            <p:ph type="pic" sz="quarter" idx="12"/>
          </p:nvPr>
        </p:nvSpPr>
        <p:spPr>
          <a:xfrm>
            <a:off x="1" y="0"/>
            <a:ext cx="12191999" cy="6858000"/>
          </a:xfrm>
          <a:solidFill>
            <a:schemeClr val="bg1">
              <a:lumMod val="75000"/>
            </a:schemeClr>
          </a:solidFill>
        </p:spPr>
        <p:txBody>
          <a:bodyPr/>
          <a:lstStyle>
            <a:lvl1pPr algn="ctr">
              <a:defRPr b="0" baseline="0">
                <a:solidFill>
                  <a:schemeClr val="bg1"/>
                </a:solidFill>
              </a:defRPr>
            </a:lvl1pPr>
          </a:lstStyle>
          <a:p>
            <a:r>
              <a:rPr lang="en-US"/>
              <a:t>Click icon to add picture</a:t>
            </a:r>
          </a:p>
        </p:txBody>
      </p:sp>
      <p:sp>
        <p:nvSpPr>
          <p:cNvPr id="4" name="Title 1">
            <a:extLst>
              <a:ext uri="{FF2B5EF4-FFF2-40B4-BE49-F238E27FC236}">
                <a16:creationId xmlns:a16="http://schemas.microsoft.com/office/drawing/2014/main" id="{9A83F15B-6875-4795-A8F5-FC92953B6659}"/>
              </a:ext>
            </a:extLst>
          </p:cNvPr>
          <p:cNvSpPr>
            <a:spLocks noGrp="1"/>
          </p:cNvSpPr>
          <p:nvPr>
            <p:ph type="ctrTitle" hasCustomPrompt="1"/>
          </p:nvPr>
        </p:nvSpPr>
        <p:spPr>
          <a:xfrm>
            <a:off x="1069335" y="1207606"/>
            <a:ext cx="3395987" cy="3538233"/>
          </a:xfrm>
        </p:spPr>
        <p:txBody>
          <a:bodyPr anchor="ctr">
            <a:noAutofit/>
          </a:bodyPr>
          <a:lstStyle>
            <a:lvl1pPr algn="l">
              <a:lnSpc>
                <a:spcPct val="90000"/>
              </a:lnSpc>
              <a:defRPr sz="6600" baseline="0">
                <a:solidFill>
                  <a:schemeClr val="bg1"/>
                </a:solidFill>
              </a:defRPr>
            </a:lvl1pPr>
          </a:lstStyle>
          <a:p>
            <a:r>
              <a:rPr lang="en-US"/>
              <a:t>Closing text</a:t>
            </a:r>
          </a:p>
        </p:txBody>
      </p:sp>
      <p:grpSp>
        <p:nvGrpSpPr>
          <p:cNvPr id="5" name="Group 4">
            <a:extLst>
              <a:ext uri="{FF2B5EF4-FFF2-40B4-BE49-F238E27FC236}">
                <a16:creationId xmlns:a16="http://schemas.microsoft.com/office/drawing/2014/main" id="{BEB70862-2D8E-44CB-A100-0DBD4A356E46}"/>
              </a:ext>
            </a:extLst>
          </p:cNvPr>
          <p:cNvGrpSpPr>
            <a:grpSpLocks noChangeAspect="1"/>
          </p:cNvGrpSpPr>
          <p:nvPr userDrawn="1"/>
        </p:nvGrpSpPr>
        <p:grpSpPr>
          <a:xfrm>
            <a:off x="10355279" y="6373316"/>
            <a:ext cx="1279513" cy="157138"/>
            <a:chOff x="1011652" y="1504398"/>
            <a:chExt cx="10028238" cy="1231900"/>
          </a:xfrm>
          <a:solidFill>
            <a:schemeClr val="bg1"/>
          </a:solidFill>
        </p:grpSpPr>
        <p:sp>
          <p:nvSpPr>
            <p:cNvPr id="6" name="Freeform 15">
              <a:extLst>
                <a:ext uri="{FF2B5EF4-FFF2-40B4-BE49-F238E27FC236}">
                  <a16:creationId xmlns:a16="http://schemas.microsoft.com/office/drawing/2014/main" id="{61A0F84D-415F-4117-80B9-E3F6EC74ECC9}"/>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panose="020B0504020202020204" pitchFamily="34" charset="0"/>
                <a:ea typeface="+mn-ea"/>
                <a:cs typeface="Arial" panose="020B0604020202020204" pitchFamily="34" charset="0"/>
              </a:endParaRPr>
            </a:p>
          </p:txBody>
        </p:sp>
        <p:sp>
          <p:nvSpPr>
            <p:cNvPr id="7" name="Freeform 16">
              <a:extLst>
                <a:ext uri="{FF2B5EF4-FFF2-40B4-BE49-F238E27FC236}">
                  <a16:creationId xmlns:a16="http://schemas.microsoft.com/office/drawing/2014/main" id="{6EB4A07C-32E4-4699-84C2-C43BA79E3033}"/>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panose="020B0504020202020204" pitchFamily="34" charset="0"/>
                <a:ea typeface="+mn-ea"/>
                <a:cs typeface="Arial" panose="020B0604020202020204" pitchFamily="34" charset="0"/>
              </a:endParaRPr>
            </a:p>
          </p:txBody>
        </p:sp>
        <p:sp>
          <p:nvSpPr>
            <p:cNvPr id="8" name="Freeform 17">
              <a:extLst>
                <a:ext uri="{FF2B5EF4-FFF2-40B4-BE49-F238E27FC236}">
                  <a16:creationId xmlns:a16="http://schemas.microsoft.com/office/drawing/2014/main" id="{CFDB521A-AA08-4E52-BD85-FC13CC6AE799}"/>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panose="020B0504020202020204" pitchFamily="34" charset="0"/>
                <a:ea typeface="+mn-ea"/>
                <a:cs typeface="Arial" panose="020B0604020202020204" pitchFamily="34" charset="0"/>
              </a:endParaRPr>
            </a:p>
          </p:txBody>
        </p:sp>
        <p:sp>
          <p:nvSpPr>
            <p:cNvPr id="9" name="Freeform 18">
              <a:extLst>
                <a:ext uri="{FF2B5EF4-FFF2-40B4-BE49-F238E27FC236}">
                  <a16:creationId xmlns:a16="http://schemas.microsoft.com/office/drawing/2014/main" id="{82665733-51C9-4C2D-87DC-C096CD8267DF}"/>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panose="020B0504020202020204" pitchFamily="34" charset="0"/>
                <a:ea typeface="+mn-ea"/>
                <a:cs typeface="Arial" panose="020B0604020202020204" pitchFamily="34" charset="0"/>
              </a:endParaRPr>
            </a:p>
          </p:txBody>
        </p:sp>
        <p:sp>
          <p:nvSpPr>
            <p:cNvPr id="10" name="Freeform 19">
              <a:extLst>
                <a:ext uri="{FF2B5EF4-FFF2-40B4-BE49-F238E27FC236}">
                  <a16:creationId xmlns:a16="http://schemas.microsoft.com/office/drawing/2014/main" id="{14264DE8-D7CF-481F-9A52-01478F52B857}"/>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panose="020B0504020202020204" pitchFamily="34" charset="0"/>
                <a:ea typeface="+mn-ea"/>
                <a:cs typeface="Arial" panose="020B0604020202020204" pitchFamily="34" charset="0"/>
              </a:endParaRPr>
            </a:p>
          </p:txBody>
        </p:sp>
        <p:sp>
          <p:nvSpPr>
            <p:cNvPr id="11" name="Freeform 10">
              <a:extLst>
                <a:ext uri="{FF2B5EF4-FFF2-40B4-BE49-F238E27FC236}">
                  <a16:creationId xmlns:a16="http://schemas.microsoft.com/office/drawing/2014/main" id="{5E92348D-D297-4F74-8ADF-3200A36C871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VS Health Sans" panose="020B0504020202020204" pitchFamily="34" charset="0"/>
                <a:ea typeface="+mn-ea"/>
                <a:cs typeface="Arial" panose="020B0604020202020204" pitchFamily="34" charset="0"/>
              </a:endParaRPr>
            </a:p>
          </p:txBody>
        </p:sp>
      </p:grpSp>
    </p:spTree>
    <p:extLst>
      <p:ext uri="{BB962C8B-B14F-4D97-AF65-F5344CB8AC3E}">
        <p14:creationId xmlns:p14="http://schemas.microsoft.com/office/powerpoint/2010/main" val="74802499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0949C91-C34A-48C0-97AF-F55ED1D82DFF}"/>
              </a:ext>
            </a:extLst>
          </p:cNvPr>
          <p:cNvGrpSpPr>
            <a:grpSpLocks noChangeAspect="1"/>
          </p:cNvGrpSpPr>
          <p:nvPr userDrawn="1"/>
        </p:nvGrpSpPr>
        <p:grpSpPr>
          <a:xfrm>
            <a:off x="2826318" y="3027447"/>
            <a:ext cx="6539366" cy="803106"/>
            <a:chOff x="1011652" y="1504398"/>
            <a:chExt cx="10028238" cy="1231900"/>
          </a:xfrm>
          <a:solidFill>
            <a:srgbClr val="000000"/>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
        <p:nvSpPr>
          <p:cNvPr id="11" name="Rectangle 10">
            <a:extLst>
              <a:ext uri="{FF2B5EF4-FFF2-40B4-BE49-F238E27FC236}">
                <a16:creationId xmlns:a16="http://schemas.microsoft.com/office/drawing/2014/main" id="{E1268719-E45D-4DB9-A5CE-3920E9240B44}"/>
              </a:ext>
            </a:extLst>
          </p:cNvPr>
          <p:cNvSpPr/>
          <p:nvPr userDrawn="1"/>
        </p:nvSpPr>
        <p:spPr>
          <a:xfrm>
            <a:off x="1" y="5779008"/>
            <a:ext cx="12192000"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Tree>
    <p:extLst>
      <p:ext uri="{BB962C8B-B14F-4D97-AF65-F5344CB8AC3E}">
        <p14:creationId xmlns:p14="http://schemas.microsoft.com/office/powerpoint/2010/main" val="219051572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grpSp>
        <p:nvGrpSpPr>
          <p:cNvPr id="4" name="Group 3">
            <a:extLst>
              <a:ext uri="{FF2B5EF4-FFF2-40B4-BE49-F238E27FC236}">
                <a16:creationId xmlns:a16="http://schemas.microsoft.com/office/drawing/2014/main" id="{40949C91-C34A-48C0-97AF-F55ED1D82DFF}"/>
              </a:ext>
            </a:extLst>
          </p:cNvPr>
          <p:cNvGrpSpPr>
            <a:grpSpLocks noChangeAspect="1"/>
          </p:cNvGrpSpPr>
          <p:nvPr userDrawn="1"/>
        </p:nvGrpSpPr>
        <p:grpSpPr>
          <a:xfrm>
            <a:off x="2826318" y="3027447"/>
            <a:ext cx="6539366" cy="803106"/>
            <a:chOff x="1011652" y="1504398"/>
            <a:chExt cx="10028238" cy="1231900"/>
          </a:xfrm>
          <a:solidFill>
            <a:schemeClr val="bg1"/>
          </a:solidFill>
        </p:grpSpPr>
        <p:sp>
          <p:nvSpPr>
            <p:cNvPr id="5" name="Freeform 2">
              <a:extLst>
                <a:ext uri="{FF2B5EF4-FFF2-40B4-BE49-F238E27FC236}">
                  <a16:creationId xmlns:a16="http://schemas.microsoft.com/office/drawing/2014/main" id="{B2BDFE3B-4557-45B7-B3FF-10C47DDF32FE}"/>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6" name="Freeform 3">
              <a:extLst>
                <a:ext uri="{FF2B5EF4-FFF2-40B4-BE49-F238E27FC236}">
                  <a16:creationId xmlns:a16="http://schemas.microsoft.com/office/drawing/2014/main" id="{4DFEB978-9998-4C51-B950-8201DC4896B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7" name="Freeform 4">
              <a:extLst>
                <a:ext uri="{FF2B5EF4-FFF2-40B4-BE49-F238E27FC236}">
                  <a16:creationId xmlns:a16="http://schemas.microsoft.com/office/drawing/2014/main" id="{5AA45A1A-56E8-4687-A1C0-2DE872F66AAA}"/>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8" name="Freeform 5">
              <a:extLst>
                <a:ext uri="{FF2B5EF4-FFF2-40B4-BE49-F238E27FC236}">
                  <a16:creationId xmlns:a16="http://schemas.microsoft.com/office/drawing/2014/main" id="{8F5885F4-B442-4DC7-A6C5-9C77C9A18B16}"/>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9" name="Freeform 6">
              <a:extLst>
                <a:ext uri="{FF2B5EF4-FFF2-40B4-BE49-F238E27FC236}">
                  <a16:creationId xmlns:a16="http://schemas.microsoft.com/office/drawing/2014/main" id="{430A74DF-73A3-4CDD-A36E-988C8B0C9875}"/>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sp>
          <p:nvSpPr>
            <p:cNvPr id="10" name="Freeform 7">
              <a:extLst>
                <a:ext uri="{FF2B5EF4-FFF2-40B4-BE49-F238E27FC236}">
                  <a16:creationId xmlns:a16="http://schemas.microsoft.com/office/drawing/2014/main" id="{326DD814-0149-498C-A954-885C837F6B8B}"/>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mn-lt"/>
              </a:endParaRPr>
            </a:p>
          </p:txBody>
        </p:sp>
      </p:grpSp>
    </p:spTree>
    <p:extLst>
      <p:ext uri="{BB962C8B-B14F-4D97-AF65-F5344CB8AC3E}">
        <p14:creationId xmlns:p14="http://schemas.microsoft.com/office/powerpoint/2010/main" val="2431651580"/>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cSld name="1_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444556580"/>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1" y="393192"/>
            <a:ext cx="10972801" cy="82296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5" y="1463045"/>
            <a:ext cx="5388864" cy="502601"/>
          </a:xfrm>
          <a:solidFill>
            <a:schemeClr val="tx1"/>
          </a:solidFill>
        </p:spPr>
        <p:txBody>
          <a:bodyPr lIns="91440" anchor="ctr" anchorCtr="0"/>
          <a:lstStyle>
            <a:lvl1pPr marL="0" indent="0">
              <a:buNone/>
              <a:defRPr sz="1600" b="1" cap="all">
                <a:solidFill>
                  <a:schemeClr val="bg1"/>
                </a:solidFill>
              </a:defRPr>
            </a:lvl1pPr>
            <a:lvl2pPr marL="456926" indent="0">
              <a:buNone/>
              <a:defRPr sz="1998" b="1"/>
            </a:lvl2pPr>
            <a:lvl3pPr marL="913852" indent="0">
              <a:buNone/>
              <a:defRPr sz="1798" b="1"/>
            </a:lvl3pPr>
            <a:lvl4pPr marL="1370778" indent="0">
              <a:buNone/>
              <a:defRPr sz="1600" b="1"/>
            </a:lvl4pPr>
            <a:lvl5pPr marL="1827703" indent="0">
              <a:buNone/>
              <a:defRPr sz="1600" b="1"/>
            </a:lvl5pPr>
            <a:lvl6pPr marL="2284628" indent="0">
              <a:buNone/>
              <a:defRPr sz="1600" b="1"/>
            </a:lvl6pPr>
            <a:lvl7pPr marL="2741554" indent="0">
              <a:buNone/>
              <a:defRPr sz="1600" b="1"/>
            </a:lvl7pPr>
            <a:lvl8pPr marL="3198480" indent="0">
              <a:buNone/>
              <a:defRPr sz="1600" b="1"/>
            </a:lvl8pPr>
            <a:lvl9pPr marL="3655406"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5" y="2057400"/>
            <a:ext cx="5388864" cy="3794760"/>
          </a:xfrm>
          <a:solidFill>
            <a:schemeClr val="bg2"/>
          </a:solidFill>
        </p:spPr>
        <p:txBody>
          <a:bodyPr lIns="91440" tIns="91440" rIns="137160" bIns="91440"/>
          <a:lstStyle>
            <a:lvl1pPr marL="228462" indent="-228462">
              <a:spcBef>
                <a:spcPts val="1200"/>
              </a:spcBef>
              <a:buClr>
                <a:schemeClr val="tx1"/>
              </a:buClr>
              <a:buFont typeface="Arial"/>
              <a:buChar char="•"/>
              <a:defRPr sz="1798" b="0">
                <a:solidFill>
                  <a:schemeClr val="tx1"/>
                </a:solidFill>
              </a:defRPr>
            </a:lvl1pPr>
            <a:lvl2pPr marL="456926" indent="-228462">
              <a:spcBef>
                <a:spcPts val="600"/>
              </a:spcBef>
              <a:buClr>
                <a:schemeClr val="tx1">
                  <a:lumMod val="75000"/>
                  <a:lumOff val="25000"/>
                </a:schemeClr>
              </a:buClr>
              <a:buFont typeface="Lucida Grande"/>
              <a:buChar char="–"/>
              <a:defRPr sz="1600">
                <a:solidFill>
                  <a:schemeClr val="tx1">
                    <a:lumMod val="75000"/>
                    <a:lumOff val="25000"/>
                  </a:schemeClr>
                </a:solidFill>
              </a:defRPr>
            </a:lvl2pPr>
            <a:lvl3pPr marL="731082" indent="-182770">
              <a:spcBef>
                <a:spcPts val="600"/>
              </a:spcBef>
              <a:buClr>
                <a:schemeClr val="tx1">
                  <a:lumMod val="75000"/>
                  <a:lumOff val="25000"/>
                </a:schemeClr>
              </a:buClr>
              <a:buFont typeface="Arial"/>
              <a:buChar char="•"/>
              <a:defRPr sz="1600">
                <a:solidFill>
                  <a:schemeClr val="tx1">
                    <a:lumMod val="75000"/>
                    <a:lumOff val="25000"/>
                  </a:schemeClr>
                </a:solidFill>
              </a:defRPr>
            </a:lvl3pPr>
            <a:lvl4pPr marL="1005236" indent="-182770">
              <a:spcBef>
                <a:spcPts val="300"/>
              </a:spcBef>
              <a:buClr>
                <a:schemeClr val="tx1">
                  <a:lumMod val="75000"/>
                  <a:lumOff val="25000"/>
                </a:schemeClr>
              </a:buClr>
              <a:buFont typeface="Lucida Grande"/>
              <a:buChar char="»"/>
              <a:defRPr sz="1400">
                <a:solidFill>
                  <a:schemeClr val="tx1">
                    <a:lumMod val="75000"/>
                    <a:lumOff val="25000"/>
                  </a:schemeClr>
                </a:solidFill>
              </a:defRPr>
            </a:lvl4pPr>
            <a:lvl5pPr marL="1233700" indent="-182770">
              <a:buFont typeface="Lucida Grande"/>
              <a:buChar char="»"/>
              <a:defRPr sz="1100">
                <a:solidFill>
                  <a:schemeClr val="accent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6197602" y="1463045"/>
            <a:ext cx="5388864" cy="502601"/>
          </a:xfrm>
          <a:solidFill>
            <a:schemeClr val="tx2"/>
          </a:solidFill>
        </p:spPr>
        <p:txBody>
          <a:bodyPr lIns="91440" anchor="ctr" anchorCtr="0"/>
          <a:lstStyle>
            <a:lvl1pPr marL="0" indent="0">
              <a:buNone/>
              <a:defRPr sz="1600" b="1" cap="all">
                <a:solidFill>
                  <a:schemeClr val="bg1"/>
                </a:solidFill>
              </a:defRPr>
            </a:lvl1pPr>
            <a:lvl2pPr marL="456926" indent="0">
              <a:buNone/>
              <a:defRPr sz="1998" b="1"/>
            </a:lvl2pPr>
            <a:lvl3pPr marL="913852" indent="0">
              <a:buNone/>
              <a:defRPr sz="1798" b="1"/>
            </a:lvl3pPr>
            <a:lvl4pPr marL="1370778" indent="0">
              <a:buNone/>
              <a:defRPr sz="1600" b="1"/>
            </a:lvl4pPr>
            <a:lvl5pPr marL="1827703" indent="0">
              <a:buNone/>
              <a:defRPr sz="1600" b="1"/>
            </a:lvl5pPr>
            <a:lvl6pPr marL="2284628" indent="0">
              <a:buNone/>
              <a:defRPr sz="1600" b="1"/>
            </a:lvl6pPr>
            <a:lvl7pPr marL="2741554" indent="0">
              <a:buNone/>
              <a:defRPr sz="1600" b="1"/>
            </a:lvl7pPr>
            <a:lvl8pPr marL="3198480" indent="0">
              <a:buNone/>
              <a:defRPr sz="1600" b="1"/>
            </a:lvl8pPr>
            <a:lvl9pPr marL="3655406"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7602" y="2057400"/>
            <a:ext cx="5388864" cy="3794760"/>
          </a:xfrm>
          <a:solidFill>
            <a:schemeClr val="bg2"/>
          </a:solidFill>
        </p:spPr>
        <p:txBody>
          <a:bodyPr lIns="91440" tIns="91440" rIns="137160" bIns="91440"/>
          <a:lstStyle>
            <a:lvl1pPr marL="228462" indent="-228462">
              <a:spcBef>
                <a:spcPts val="1200"/>
              </a:spcBef>
              <a:buClr>
                <a:schemeClr val="tx1"/>
              </a:buClr>
              <a:buFont typeface="Arial"/>
              <a:buChar char="•"/>
              <a:defRPr sz="1798" b="0">
                <a:solidFill>
                  <a:schemeClr val="tx1"/>
                </a:solidFill>
              </a:defRPr>
            </a:lvl1pPr>
            <a:lvl2pPr marL="456926" indent="-228462">
              <a:spcBef>
                <a:spcPts val="600"/>
              </a:spcBef>
              <a:buClr>
                <a:schemeClr val="tx1">
                  <a:lumMod val="75000"/>
                  <a:lumOff val="25000"/>
                </a:schemeClr>
              </a:buClr>
              <a:buFont typeface="Lucida Grande"/>
              <a:buChar char="–"/>
              <a:defRPr sz="1600">
                <a:solidFill>
                  <a:schemeClr val="tx1">
                    <a:lumMod val="75000"/>
                    <a:lumOff val="25000"/>
                  </a:schemeClr>
                </a:solidFill>
              </a:defRPr>
            </a:lvl2pPr>
            <a:lvl3pPr marL="731082" indent="-182770">
              <a:spcBef>
                <a:spcPts val="600"/>
              </a:spcBef>
              <a:buClr>
                <a:schemeClr val="tx1">
                  <a:lumMod val="75000"/>
                  <a:lumOff val="25000"/>
                </a:schemeClr>
              </a:buClr>
              <a:buFont typeface="Arial"/>
              <a:buChar char="•"/>
              <a:defRPr sz="1600">
                <a:solidFill>
                  <a:schemeClr val="tx1">
                    <a:lumMod val="75000"/>
                    <a:lumOff val="25000"/>
                  </a:schemeClr>
                </a:solidFill>
              </a:defRPr>
            </a:lvl3pPr>
            <a:lvl4pPr marL="1005236" indent="-182770">
              <a:spcBef>
                <a:spcPts val="300"/>
              </a:spcBef>
              <a:buClr>
                <a:schemeClr val="tx1">
                  <a:lumMod val="75000"/>
                  <a:lumOff val="25000"/>
                </a:schemeClr>
              </a:buClr>
              <a:buFont typeface="Lucida Grande"/>
              <a:buChar char="»"/>
              <a:defRPr sz="1400">
                <a:solidFill>
                  <a:schemeClr val="tx1">
                    <a:lumMod val="75000"/>
                    <a:lumOff val="25000"/>
                  </a:schemeClr>
                </a:solidFill>
              </a:defRPr>
            </a:lvl4pPr>
            <a:lvl5pPr marL="1233700" indent="-182770">
              <a:buFont typeface="Lucida Grande"/>
              <a:buChar char="»"/>
              <a:defRPr sz="1100">
                <a:solidFill>
                  <a:schemeClr val="accent2"/>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Slide Number Placeholder 8"/>
          <p:cNvSpPr>
            <a:spLocks noGrp="1"/>
          </p:cNvSpPr>
          <p:nvPr>
            <p:ph type="sldNum" sz="quarter" idx="12"/>
          </p:nvPr>
        </p:nvSpPr>
        <p:spPr/>
        <p:txBody>
          <a:bodyPr/>
          <a:lstStyle/>
          <a:p>
            <a:fld id="{4D467D88-DCFD-354C-96A5-D863D5E9364D}" type="slidenum">
              <a:rPr lang="en-US" smtClean="0"/>
              <a:pPr/>
              <a:t>‹#›</a:t>
            </a:fld>
            <a:endParaRPr lang="en-US"/>
          </a:p>
        </p:txBody>
      </p:sp>
      <p:sp>
        <p:nvSpPr>
          <p:cNvPr id="10" name="Footer Placeholder 1"/>
          <p:cNvSpPr>
            <a:spLocks noGrp="1"/>
          </p:cNvSpPr>
          <p:nvPr userDrawn="1">
            <p:ph type="ftr" sz="quarter" idx="11"/>
          </p:nvPr>
        </p:nvSpPr>
        <p:spPr>
          <a:xfrm>
            <a:off x="609600" y="6492240"/>
            <a:ext cx="11404600" cy="219456"/>
          </a:xfrm>
        </p:spPr>
        <p:txBody>
          <a:bodyPr/>
          <a:lstStyle/>
          <a:p>
            <a:pPr algn="ctr"/>
            <a:endParaRPr lang="en-US" sz="800"/>
          </a:p>
        </p:txBody>
      </p:sp>
    </p:spTree>
    <p:extLst>
      <p:ext uri="{BB962C8B-B14F-4D97-AF65-F5344CB8AC3E}">
        <p14:creationId xmlns:p14="http://schemas.microsoft.com/office/powerpoint/2010/main" val="412232497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64417337"/>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22" name="Text Placeholder 4"/>
          <p:cNvSpPr>
            <a:spLocks noGrp="1"/>
          </p:cNvSpPr>
          <p:nvPr>
            <p:ph type="body" sz="quarter" idx="16" hasCustomPrompt="1"/>
          </p:nvPr>
        </p:nvSpPr>
        <p:spPr>
          <a:xfrm>
            <a:off x="557930" y="4379002"/>
            <a:ext cx="3582950" cy="1262324"/>
          </a:xfrm>
        </p:spPr>
        <p:txBody>
          <a:bodyPr/>
          <a:lstStyle>
            <a:lvl1pPr>
              <a:defRPr sz="1500" b="1">
                <a:solidFill>
                  <a:schemeClr val="tx2"/>
                </a:solidFill>
                <a:latin typeface="CVS Health Sans" panose="020B0504020202020204" pitchFamily="34" charset="0"/>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a:extLst>
              <a:ext uri="{FF2B5EF4-FFF2-40B4-BE49-F238E27FC236}">
                <a16:creationId xmlns:a16="http://schemas.microsoft.com/office/drawing/2014/main" id="{EB139D66-8476-4A6C-8269-A32651B9DC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pic>
        <p:nvPicPr>
          <p:cNvPr id="21" name="Picture 20"/>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75169" y="1016179"/>
            <a:ext cx="5222470" cy="4340047"/>
          </a:xfrm>
          <a:prstGeom prst="rect">
            <a:avLst/>
          </a:prstGeom>
        </p:spPr>
      </p:pic>
    </p:spTree>
    <p:extLst>
      <p:ext uri="{BB962C8B-B14F-4D97-AF65-F5344CB8AC3E}">
        <p14:creationId xmlns:p14="http://schemas.microsoft.com/office/powerpoint/2010/main" val="506568522"/>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6" hasCustomPrompt="1"/>
          </p:nvPr>
        </p:nvSpPr>
        <p:spPr>
          <a:xfrm>
            <a:off x="557930" y="4379002"/>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E2CF043F-8065-47E0-BB4A-3C892424C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560610463"/>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bg1"/>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sz="1500" b="1">
                <a:solidFill>
                  <a:schemeClr val="bg1"/>
                </a:solidFill>
                <a:latin typeface="CVS Health Sans" panose="020B0504020202020204" pitchFamily="34" charset="0"/>
              </a:defRPr>
            </a:lvl1pPr>
            <a:lvl2pPr marL="0" indent="0">
              <a:spcBef>
                <a:spcPts val="0"/>
              </a:spcBef>
              <a:spcAft>
                <a:spcPts val="2400"/>
              </a:spcAft>
              <a:buFontTx/>
              <a:buNone/>
              <a:defRPr sz="1300">
                <a:solidFill>
                  <a:schemeClr val="bg1"/>
                </a:solidFill>
              </a:defRPr>
            </a:lvl2pPr>
            <a:lvl3pPr marL="0" indent="0">
              <a:buFontTx/>
              <a:buNone/>
              <a:defRPr sz="1200">
                <a:solidFill>
                  <a:schemeClr val="bg1"/>
                </a:solidFill>
              </a:defRPr>
            </a:lvl3pPr>
            <a:lvl4pPr>
              <a:defRPr>
                <a:solidFill>
                  <a:schemeClr val="bg1"/>
                </a:solidFill>
              </a:defRPr>
            </a:lvl4pPr>
            <a:lvl5pPr>
              <a:defRPr>
                <a:solidFill>
                  <a:schemeClr val="bg1"/>
                </a:solidFill>
              </a:defRPr>
            </a:lvl5pPr>
          </a:lstStyle>
          <a:p>
            <a:pPr lvl="0"/>
            <a:r>
              <a:rPr lang="en-US"/>
              <a:t>Presenter name</a:t>
            </a:r>
          </a:p>
          <a:p>
            <a:pPr lvl="1"/>
            <a:r>
              <a:rPr lang="en-US"/>
              <a:t>Presenter title</a:t>
            </a:r>
          </a:p>
          <a:p>
            <a:pPr lvl="2"/>
            <a:r>
              <a:rPr lang="en-US"/>
              <a:t>Date</a:t>
            </a:r>
          </a:p>
        </p:txBody>
      </p:sp>
      <p:pic>
        <p:nvPicPr>
          <p:cNvPr id="12" name="Graphic 11" descr="CVS Health logo in white.">
            <a:extLst>
              <a:ext uri="{FF2B5EF4-FFF2-40B4-BE49-F238E27FC236}">
                <a16:creationId xmlns:a16="http://schemas.microsoft.com/office/drawing/2014/main" id="{1A4ABFD4-BEC4-40BD-B29A-2C7FFDFAFDC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3104397966"/>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tx2"/>
                </a:solidFill>
              </a:defRPr>
            </a:lvl1pPr>
          </a:lstStyle>
          <a:p>
            <a:r>
              <a:rPr lang="en-US"/>
              <a:t>Click to add title</a:t>
            </a:r>
          </a:p>
        </p:txBody>
      </p:sp>
      <p:sp>
        <p:nvSpPr>
          <p:cNvPr id="3" name="Subtitle 2"/>
          <p:cNvSpPr>
            <a:spLocks noGrp="1"/>
          </p:cNvSpPr>
          <p:nvPr>
            <p:ph type="subTitle" idx="1" hasCustomPrompt="1"/>
          </p:nvPr>
        </p:nvSpPr>
        <p:spPr>
          <a:xfrm>
            <a:off x="557357" y="5578043"/>
            <a:ext cx="10564071" cy="488460"/>
          </a:xfrm>
        </p:spPr>
        <p:txBody>
          <a:bodyPr/>
          <a:lstStyle>
            <a:lvl1pPr marL="0" indent="0" algn="l">
              <a:spcBef>
                <a:spcPts val="0"/>
              </a:spcBef>
              <a:buNone/>
              <a:defRPr sz="1500" b="1">
                <a:solidFill>
                  <a:schemeClr val="tx2"/>
                </a:solidFill>
              </a:defRPr>
            </a:lvl1pPr>
            <a:lvl2pPr marL="0" indent="0" algn="l">
              <a:spcBef>
                <a:spcPts val="0"/>
              </a:spcBef>
              <a:buNone/>
              <a:defRPr>
                <a:solidFill>
                  <a:schemeClr val="tx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tx2"/>
                </a:solidFill>
                <a:latin typeface="+mn-lt"/>
              </a:defRPr>
            </a:lvl1pPr>
            <a:lvl2pPr algn="r">
              <a:defRPr b="1">
                <a:solidFill>
                  <a:schemeClr val="tx2"/>
                </a:solidFill>
                <a:latin typeface="+mn-lt"/>
              </a:defRPr>
            </a:lvl2pPr>
          </a:lstStyle>
          <a:p>
            <a:pPr lvl="0"/>
            <a:r>
              <a:rPr lang="en-US"/>
              <a:t>Click to add date</a:t>
            </a:r>
          </a:p>
          <a:p>
            <a:pPr lvl="1"/>
            <a:endParaRPr lang="en-US"/>
          </a:p>
        </p:txBody>
      </p:sp>
      <p:pic>
        <p:nvPicPr>
          <p:cNvPr id="5" name="Graphic 4" descr="CVS Health logo in white.">
            <a:extLst>
              <a:ext uri="{FF2B5EF4-FFF2-40B4-BE49-F238E27FC236}">
                <a16:creationId xmlns:a16="http://schemas.microsoft.com/office/drawing/2014/main" id="{463D5C17-C939-4A2E-BEF3-DFD46A1A90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59178773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8475144-A8AF-4C31-A022-05A109EC64D7}"/>
              </a:ext>
            </a:extLst>
          </p:cNvPr>
          <p:cNvSpPr/>
          <p:nvPr userDrawn="1"/>
        </p:nvSpPr>
        <p:spPr>
          <a:xfrm>
            <a:off x="1" y="4350554"/>
            <a:ext cx="12192000" cy="2507447"/>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a:latin typeface="+mn-lt"/>
            </a:endParaRPr>
          </a:p>
        </p:txBody>
      </p:sp>
      <p:sp>
        <p:nvSpPr>
          <p:cNvPr id="2" name="Title 1"/>
          <p:cNvSpPr>
            <a:spLocks noGrp="1"/>
          </p:cNvSpPr>
          <p:nvPr>
            <p:ph type="ctrTitle" hasCustomPrompt="1"/>
          </p:nvPr>
        </p:nvSpPr>
        <p:spPr>
          <a:xfrm>
            <a:off x="557357" y="4634747"/>
            <a:ext cx="10564071" cy="795528"/>
          </a:xfrm>
        </p:spPr>
        <p:txBody>
          <a:bodyPr rIns="0" anchor="b" anchorCtr="0"/>
          <a:lstStyle>
            <a:lvl1pPr>
              <a:lnSpc>
                <a:spcPct val="90000"/>
              </a:lnSpc>
              <a:defRPr sz="4000">
                <a:solidFill>
                  <a:schemeClr val="bg1"/>
                </a:solidFill>
              </a:defRPr>
            </a:lvl1pPr>
          </a:lstStyle>
          <a:p>
            <a:r>
              <a:rPr lang="en-US"/>
              <a:t>Click to add title</a:t>
            </a:r>
          </a:p>
        </p:txBody>
      </p:sp>
      <p:sp>
        <p:nvSpPr>
          <p:cNvPr id="31" name="Text Placeholder 4">
            <a:extLst>
              <a:ext uri="{FF2B5EF4-FFF2-40B4-BE49-F238E27FC236}">
                <a16:creationId xmlns:a16="http://schemas.microsoft.com/office/drawing/2014/main" id="{82323A7D-5761-4AEF-8E75-65750A20EB3B}"/>
              </a:ext>
            </a:extLst>
          </p:cNvPr>
          <p:cNvSpPr>
            <a:spLocks noGrp="1"/>
          </p:cNvSpPr>
          <p:nvPr>
            <p:ph type="body" sz="quarter" idx="18" hasCustomPrompt="1"/>
          </p:nvPr>
        </p:nvSpPr>
        <p:spPr>
          <a:xfrm>
            <a:off x="8835800" y="6371584"/>
            <a:ext cx="2798793" cy="201168"/>
          </a:xfrm>
          <a:prstGeom prst="rect">
            <a:avLst/>
          </a:prstGeom>
        </p:spPr>
        <p:txBody>
          <a:bodyPr>
            <a:noAutofit/>
          </a:bodyPr>
          <a:lstStyle>
            <a:lvl1pPr algn="r">
              <a:defRPr sz="1200" b="0">
                <a:solidFill>
                  <a:schemeClr val="bg1"/>
                </a:solidFill>
                <a:latin typeface="+mn-lt"/>
              </a:defRPr>
            </a:lvl1pPr>
            <a:lvl2pPr algn="r">
              <a:defRPr b="1">
                <a:solidFill>
                  <a:schemeClr val="bg1"/>
                </a:solidFill>
                <a:latin typeface="+mn-lt"/>
              </a:defRPr>
            </a:lvl2pPr>
          </a:lstStyle>
          <a:p>
            <a:pPr lvl="0"/>
            <a:r>
              <a:rPr lang="en-US"/>
              <a:t>Click to add date</a:t>
            </a:r>
          </a:p>
          <a:p>
            <a:pPr lvl="1"/>
            <a:endParaRPr lang="en-US"/>
          </a:p>
        </p:txBody>
      </p:sp>
      <p:pic>
        <p:nvPicPr>
          <p:cNvPr id="13" name="Graphic 12" descr="CVS Health logo.">
            <a:extLst>
              <a:ext uri="{FF2B5EF4-FFF2-40B4-BE49-F238E27FC236}">
                <a16:creationId xmlns:a16="http://schemas.microsoft.com/office/drawing/2014/main" id="{5669E773-2D25-4E2A-A2CC-EB0688AE5B8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
        <p:nvSpPr>
          <p:cNvPr id="8" name="Subtitle 2">
            <a:extLst>
              <a:ext uri="{FF2B5EF4-FFF2-40B4-BE49-F238E27FC236}">
                <a16:creationId xmlns:a16="http://schemas.microsoft.com/office/drawing/2014/main" id="{85EBBC54-9455-4FAF-8A7A-A2C1CCBAE409}"/>
              </a:ext>
            </a:extLst>
          </p:cNvPr>
          <p:cNvSpPr>
            <a:spLocks noGrp="1"/>
          </p:cNvSpPr>
          <p:nvPr>
            <p:ph type="subTitle" idx="1" hasCustomPrompt="1"/>
          </p:nvPr>
        </p:nvSpPr>
        <p:spPr>
          <a:xfrm>
            <a:off x="557357" y="5578043"/>
            <a:ext cx="10564071" cy="488460"/>
          </a:xfrm>
        </p:spPr>
        <p:txBody>
          <a:bodyPr/>
          <a:lstStyle>
            <a:lvl1pPr marL="0" indent="0" algn="l">
              <a:spcBef>
                <a:spcPts val="0"/>
              </a:spcBef>
              <a:buNone/>
              <a:defRPr sz="1500" b="1">
                <a:solidFill>
                  <a:schemeClr val="bg1"/>
                </a:solidFill>
              </a:defRPr>
            </a:lvl1pPr>
            <a:lvl2pPr marL="0" indent="0" algn="l">
              <a:spcBef>
                <a:spcPts val="0"/>
              </a:spcBef>
              <a:buNone/>
              <a:defRPr>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add presenter information</a:t>
            </a:r>
          </a:p>
          <a:p>
            <a:pPr lvl="1"/>
            <a:r>
              <a:rPr lang="en-US"/>
              <a:t>Title here</a:t>
            </a:r>
          </a:p>
        </p:txBody>
      </p:sp>
    </p:spTree>
    <p:extLst>
      <p:ext uri="{BB962C8B-B14F-4D97-AF65-F5344CB8AC3E}">
        <p14:creationId xmlns:p14="http://schemas.microsoft.com/office/powerpoint/2010/main" val="189921562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57931" y="2130386"/>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5" name="Text Placeholder 4"/>
          <p:cNvSpPr>
            <a:spLocks noGrp="1"/>
          </p:cNvSpPr>
          <p:nvPr>
            <p:ph type="body" sz="quarter" idx="17" hasCustomPrompt="1"/>
          </p:nvPr>
        </p:nvSpPr>
        <p:spPr>
          <a:xfrm>
            <a:off x="557930" y="4379002"/>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1" name="Graphic 10" descr="CVS Health logo.">
            <a:extLst>
              <a:ext uri="{FF2B5EF4-FFF2-40B4-BE49-F238E27FC236}">
                <a16:creationId xmlns:a16="http://schemas.microsoft.com/office/drawing/2014/main" id="{95320D2B-25CE-401D-AF25-18BF33EDD6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430702"/>
            <a:ext cx="2872536" cy="350455"/>
          </a:xfrm>
          <a:prstGeom prst="rect">
            <a:avLst/>
          </a:prstGeom>
        </p:spPr>
      </p:pic>
    </p:spTree>
    <p:extLst>
      <p:ext uri="{BB962C8B-B14F-4D97-AF65-F5344CB8AC3E}">
        <p14:creationId xmlns:p14="http://schemas.microsoft.com/office/powerpoint/2010/main" val="267165712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Title Slide 7 Parter-brand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FF5A7F6-20C2-4507-801C-E1C205928513}"/>
              </a:ext>
            </a:extLst>
          </p:cNvPr>
          <p:cNvSpPr>
            <a:spLocks noGrp="1"/>
          </p:cNvSpPr>
          <p:nvPr>
            <p:ph type="ctrTitle" hasCustomPrompt="1"/>
          </p:nvPr>
        </p:nvSpPr>
        <p:spPr>
          <a:xfrm>
            <a:off x="557931" y="1637977"/>
            <a:ext cx="4682948" cy="2011680"/>
          </a:xfrm>
        </p:spPr>
        <p:txBody>
          <a:bodyPr rIns="0" anchor="b" anchorCtr="0"/>
          <a:lstStyle>
            <a:lvl1pPr>
              <a:lnSpc>
                <a:spcPct val="90000"/>
              </a:lnSpc>
              <a:defRPr sz="4000">
                <a:solidFill>
                  <a:schemeClr val="tx2"/>
                </a:solidFill>
              </a:defRPr>
            </a:lvl1pPr>
          </a:lstStyle>
          <a:p>
            <a:r>
              <a:rPr lang="en-US"/>
              <a:t>Click to add title</a:t>
            </a:r>
          </a:p>
        </p:txBody>
      </p:sp>
      <p:sp>
        <p:nvSpPr>
          <p:cNvPr id="12" name="Text Placeholder 4">
            <a:extLst>
              <a:ext uri="{FF2B5EF4-FFF2-40B4-BE49-F238E27FC236}">
                <a16:creationId xmlns:a16="http://schemas.microsoft.com/office/drawing/2014/main" id="{CD005736-4228-4541-9830-748A037770AC}"/>
              </a:ext>
            </a:extLst>
          </p:cNvPr>
          <p:cNvSpPr>
            <a:spLocks noGrp="1"/>
          </p:cNvSpPr>
          <p:nvPr>
            <p:ph type="body" sz="quarter" idx="17" hasCustomPrompt="1"/>
          </p:nvPr>
        </p:nvSpPr>
        <p:spPr>
          <a:xfrm>
            <a:off x="557930" y="3886593"/>
            <a:ext cx="3582950" cy="1262324"/>
          </a:xfrm>
        </p:spPr>
        <p:txBody>
          <a:bodyPr/>
          <a:lstStyle>
            <a:lvl1pPr>
              <a:defRPr lang="en-US" sz="1500" b="1" kern="1200" dirty="0">
                <a:solidFill>
                  <a:schemeClr val="tx2"/>
                </a:solidFill>
                <a:latin typeface="CVS Health Sans" panose="020B0504020202020204" pitchFamily="34" charset="0"/>
                <a:ea typeface="+mn-ea"/>
                <a:cs typeface="+mn-cs"/>
              </a:defRPr>
            </a:lvl1pPr>
            <a:lvl2pPr marL="0" indent="0">
              <a:spcBef>
                <a:spcPts val="0"/>
              </a:spcBef>
              <a:spcAft>
                <a:spcPts val="2400"/>
              </a:spcAft>
              <a:buFontTx/>
              <a:buNone/>
              <a:defRPr sz="1300">
                <a:solidFill>
                  <a:schemeClr val="tx2"/>
                </a:solidFill>
              </a:defRPr>
            </a:lvl2pPr>
            <a:lvl3pPr marL="0" indent="0">
              <a:buFontTx/>
              <a:buNone/>
              <a:defRPr sz="1200">
                <a:solidFill>
                  <a:schemeClr val="tx2"/>
                </a:solidFill>
              </a:defRPr>
            </a:lvl3pPr>
            <a:lvl4pPr>
              <a:defRPr>
                <a:solidFill>
                  <a:schemeClr val="bg1"/>
                </a:solidFill>
              </a:defRPr>
            </a:lvl4pPr>
            <a:lvl5pPr>
              <a:defRPr>
                <a:solidFill>
                  <a:schemeClr val="bg1"/>
                </a:solidFill>
              </a:defRPr>
            </a:lvl5pPr>
          </a:lstStyle>
          <a:p>
            <a:pPr marL="0" lvl="0" indent="0" algn="l" defTabSz="457200" rtl="0" eaLnBrk="1" latinLnBrk="0" hangingPunct="1">
              <a:lnSpc>
                <a:spcPct val="108000"/>
              </a:lnSpc>
              <a:spcBef>
                <a:spcPts val="1800"/>
              </a:spcBef>
              <a:buClrTx/>
              <a:buFont typeface="Arial"/>
              <a:buNone/>
            </a:pPr>
            <a:r>
              <a:rPr lang="en-US"/>
              <a:t>Presenter name</a:t>
            </a:r>
          </a:p>
          <a:p>
            <a:pPr lvl="1"/>
            <a:r>
              <a:rPr lang="en-US"/>
              <a:t>Presenter title</a:t>
            </a:r>
          </a:p>
          <a:p>
            <a:pPr lvl="2"/>
            <a:r>
              <a:rPr lang="en-US"/>
              <a:t>Date</a:t>
            </a:r>
          </a:p>
        </p:txBody>
      </p:sp>
      <p:pic>
        <p:nvPicPr>
          <p:cNvPr id="13" name="Graphic 12" descr="CVS Health logo.">
            <a:extLst>
              <a:ext uri="{FF2B5EF4-FFF2-40B4-BE49-F238E27FC236}">
                <a16:creationId xmlns:a16="http://schemas.microsoft.com/office/drawing/2014/main" id="{23593BEE-172F-4A3B-8A76-6967A64A444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7929" y="5836063"/>
            <a:ext cx="2872536" cy="350455"/>
          </a:xfrm>
          <a:prstGeom prst="rect">
            <a:avLst/>
          </a:prstGeom>
        </p:spPr>
      </p:pic>
      <p:sp>
        <p:nvSpPr>
          <p:cNvPr id="3" name="Picture Placeholder 2">
            <a:extLst>
              <a:ext uri="{FF2B5EF4-FFF2-40B4-BE49-F238E27FC236}">
                <a16:creationId xmlns:a16="http://schemas.microsoft.com/office/drawing/2014/main" id="{356871D9-AE12-49B5-A916-42628F61B8D9}"/>
              </a:ext>
            </a:extLst>
          </p:cNvPr>
          <p:cNvSpPr>
            <a:spLocks noGrp="1"/>
          </p:cNvSpPr>
          <p:nvPr>
            <p:ph type="pic" sz="quarter" idx="21" hasCustomPrompt="1"/>
          </p:nvPr>
        </p:nvSpPr>
        <p:spPr>
          <a:xfrm>
            <a:off x="549347" y="566377"/>
            <a:ext cx="1463421" cy="649224"/>
          </a:xfrm>
          <a:solidFill>
            <a:schemeClr val="bg2"/>
          </a:solidFill>
        </p:spPr>
        <p:txBody>
          <a:bodyPr anchor="ctr"/>
          <a:lstStyle>
            <a:lvl1pPr algn="ctr">
              <a:defRPr sz="1100"/>
            </a:lvl1pPr>
          </a:lstStyle>
          <a:p>
            <a:r>
              <a:rPr lang="en-US"/>
              <a:t>PARTNER LOGO</a:t>
            </a:r>
          </a:p>
        </p:txBody>
      </p:sp>
    </p:spTree>
    <p:extLst>
      <p:ext uri="{BB962C8B-B14F-4D97-AF65-F5344CB8AC3E}">
        <p14:creationId xmlns:p14="http://schemas.microsoft.com/office/powerpoint/2010/main" val="361201311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5A95E4-50A0-4442-B665-9A342851EB0B}"/>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Agenda</a:t>
            </a:r>
          </a:p>
        </p:txBody>
      </p:sp>
      <p:sp>
        <p:nvSpPr>
          <p:cNvPr id="5" name="Text Placeholder 4"/>
          <p:cNvSpPr>
            <a:spLocks noGrp="1"/>
          </p:cNvSpPr>
          <p:nvPr>
            <p:ph type="body" sz="quarter" idx="15" hasCustomPrompt="1"/>
          </p:nvPr>
        </p:nvSpPr>
        <p:spPr>
          <a:xfrm>
            <a:off x="557929" y="1755739"/>
            <a:ext cx="8588453" cy="3985305"/>
          </a:xfrm>
        </p:spPr>
        <p:txBody>
          <a:bodyPr/>
          <a:lstStyle>
            <a:lvl1pPr>
              <a:lnSpc>
                <a:spcPct val="100000"/>
              </a:lnSpc>
              <a:spcBef>
                <a:spcPts val="1800"/>
              </a:spcBef>
              <a:spcAft>
                <a:spcPts val="0"/>
              </a:spcAft>
              <a:defRPr sz="1800" b="1">
                <a:solidFill>
                  <a:schemeClr val="tx2"/>
                </a:solidFill>
                <a:latin typeface="+mn-lt"/>
              </a:defRPr>
            </a:lvl1pPr>
            <a:lvl2pPr marL="0" indent="0">
              <a:spcBef>
                <a:spcPts val="0"/>
              </a:spcBef>
              <a:spcAft>
                <a:spcPts val="0"/>
              </a:spcAft>
              <a:buNone/>
              <a:defRPr sz="1300">
                <a:solidFill>
                  <a:schemeClr val="tx2"/>
                </a:solidFill>
                <a:latin typeface="+mn-lt"/>
              </a:defRPr>
            </a:lvl2pPr>
            <a:lvl3pPr marL="177800" indent="-177800">
              <a:spcBef>
                <a:spcPts val="600"/>
              </a:spcBef>
              <a:buFont typeface="Arial" panose="020B0604020202020204" pitchFamily="34" charset="0"/>
              <a:buChar char="•"/>
              <a:defRPr sz="1300" baseline="0">
                <a:latin typeface="+mn-lt"/>
              </a:defRPr>
            </a:lvl3pPr>
            <a:lvl4pPr marL="342900" indent="-165100">
              <a:spcBef>
                <a:spcPts val="600"/>
              </a:spcBef>
              <a:buFont typeface="Arial" panose="020B0604020202020204" pitchFamily="34" charset="0"/>
              <a:buChar char="–"/>
              <a:defRPr sz="1300" baseline="0">
                <a:latin typeface="+mn-lt"/>
              </a:defRPr>
            </a:lvl4pPr>
            <a:lvl5pPr marL="520700" indent="-177800">
              <a:spcBef>
                <a:spcPts val="600"/>
              </a:spcBef>
              <a:buFont typeface="Arial" panose="020B0604020202020204" pitchFamily="34" charset="0"/>
              <a:buChar char="•"/>
              <a:defRPr sz="1300">
                <a:latin typeface="+mn-lt"/>
              </a:defRPr>
            </a:lvl5pPr>
            <a:lvl6pPr marL="685800" indent="-165100">
              <a:spcBef>
                <a:spcPts val="600"/>
              </a:spcBef>
              <a:buFont typeface="Arial" panose="020B0604020202020204" pitchFamily="34" charset="0"/>
              <a:buChar char="–"/>
              <a:defRPr sz="1300" baseline="0">
                <a:latin typeface="+mn-lt"/>
              </a:defRPr>
            </a:lvl6pPr>
            <a:lvl7pPr marL="863600" indent="-177800">
              <a:spcBef>
                <a:spcPts val="600"/>
              </a:spcBef>
              <a:buFont typeface="Arial" panose="020B0604020202020204" pitchFamily="34" charset="0"/>
              <a:buChar char="•"/>
              <a:defRPr sz="1300">
                <a:latin typeface="+mn-lt"/>
              </a:defRPr>
            </a:lvl7pPr>
            <a:lvl8pPr marL="1028700" indent="-165100">
              <a:spcBef>
                <a:spcPts val="600"/>
              </a:spcBef>
              <a:buFont typeface="Arial" panose="020B0604020202020204" pitchFamily="34" charset="0"/>
              <a:buChar char="–"/>
              <a:defRPr sz="1300">
                <a:latin typeface="+mn-lt"/>
              </a:defRPr>
            </a:lvl8pPr>
            <a:lvl9pPr marL="1206500" indent="-177800">
              <a:spcBef>
                <a:spcPts val="600"/>
              </a:spcBef>
              <a:buFont typeface="Arial" panose="020B0604020202020204" pitchFamily="34" charset="0"/>
              <a:buChar char="•"/>
              <a:defRPr sz="1300" baseline="0">
                <a:latin typeface="+mn-lt"/>
              </a:defRPr>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98320113"/>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561DB31-BA0E-469A-88AC-4C37BFB0BE7E}"/>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Agenda</a:t>
            </a:r>
          </a:p>
        </p:txBody>
      </p:sp>
      <p:sp>
        <p:nvSpPr>
          <p:cNvPr id="4" name="Text Placeholder 19">
            <a:extLst>
              <a:ext uri="{FF2B5EF4-FFF2-40B4-BE49-F238E27FC236}">
                <a16:creationId xmlns:a16="http://schemas.microsoft.com/office/drawing/2014/main" id="{CD3DA619-C657-4377-909C-6D3A110F550F}"/>
              </a:ext>
            </a:extLst>
          </p:cNvPr>
          <p:cNvSpPr>
            <a:spLocks noGrp="1"/>
          </p:cNvSpPr>
          <p:nvPr>
            <p:ph type="body" sz="quarter" idx="10" hasCustomPrompt="1"/>
          </p:nvPr>
        </p:nvSpPr>
        <p:spPr>
          <a:xfrm>
            <a:off x="1513652" y="1756549"/>
            <a:ext cx="3914652"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
        <p:nvSpPr>
          <p:cNvPr id="6" name="Text Placeholder 19">
            <a:extLst>
              <a:ext uri="{FF2B5EF4-FFF2-40B4-BE49-F238E27FC236}">
                <a16:creationId xmlns:a16="http://schemas.microsoft.com/office/drawing/2014/main" id="{99D62640-4C2F-4EEE-8702-E19D55A9718A}"/>
              </a:ext>
            </a:extLst>
          </p:cNvPr>
          <p:cNvSpPr>
            <a:spLocks noGrp="1"/>
          </p:cNvSpPr>
          <p:nvPr>
            <p:ph type="body" sz="quarter" idx="11" hasCustomPrompt="1"/>
          </p:nvPr>
        </p:nvSpPr>
        <p:spPr>
          <a:xfrm>
            <a:off x="6293091" y="1756549"/>
            <a:ext cx="3912531" cy="3614737"/>
          </a:xfrm>
          <a:prstGeom prst="rect">
            <a:avLst/>
          </a:prstGeom>
        </p:spPr>
        <p:txBody>
          <a:bodyPr/>
          <a:lstStyle>
            <a:lvl1pPr>
              <a:lnSpc>
                <a:spcPct val="100000"/>
              </a:lnSpc>
              <a:spcBef>
                <a:spcPts val="1800"/>
              </a:spcBef>
              <a:spcAft>
                <a:spcPts val="1800"/>
              </a:spcAft>
              <a:defRPr sz="2000" b="1">
                <a:solidFill>
                  <a:schemeClr val="tx2"/>
                </a:solidFill>
                <a:latin typeface="+mn-lt"/>
              </a:defRPr>
            </a:lvl1pPr>
            <a:lvl2pPr marL="0" indent="0">
              <a:spcBef>
                <a:spcPts val="0"/>
              </a:spcBef>
              <a:spcAft>
                <a:spcPts val="300"/>
              </a:spcAft>
              <a:buNone/>
              <a:tabLst>
                <a:tab pos="568325" algn="r"/>
                <a:tab pos="1028700" algn="l"/>
              </a:tabLst>
              <a:defRPr sz="1300" b="1">
                <a:solidFill>
                  <a:schemeClr val="tx2"/>
                </a:solidFill>
                <a:latin typeface="+mn-lt"/>
              </a:defRPr>
            </a:lvl2pPr>
            <a:lvl3pPr marL="1028700" indent="0">
              <a:spcBef>
                <a:spcPts val="0"/>
              </a:spcBef>
              <a:spcAft>
                <a:spcPts val="1800"/>
              </a:spcAft>
              <a:buNone/>
              <a:defRPr sz="1300">
                <a:solidFill>
                  <a:schemeClr val="tx2"/>
                </a:solidFill>
                <a:latin typeface="+mn-lt"/>
              </a:defRPr>
            </a:lvl3pPr>
            <a:lvl4pPr marL="0" indent="0">
              <a:spcBef>
                <a:spcPts val="0"/>
              </a:spcBef>
              <a:spcAft>
                <a:spcPts val="900"/>
              </a:spcAft>
              <a:buNone/>
              <a:defRPr sz="1300" i="1">
                <a:solidFill>
                  <a:schemeClr val="tx2"/>
                </a:solidFill>
                <a:latin typeface="+mn-lt"/>
              </a:defRPr>
            </a:lvl4pPr>
            <a:lvl5pPr marL="0" indent="0">
              <a:spcBef>
                <a:spcPts val="0"/>
              </a:spcBef>
              <a:spcAft>
                <a:spcPts val="900"/>
              </a:spcAft>
              <a:buFont typeface="Arial" panose="020B0604020202020204" pitchFamily="34" charset="0"/>
              <a:buNone/>
              <a:defRPr sz="1400">
                <a:solidFill>
                  <a:schemeClr val="tx2"/>
                </a:solidFill>
                <a:latin typeface="+mn-lt"/>
              </a:defRPr>
            </a:lvl5pPr>
          </a:lstStyle>
          <a:p>
            <a:pPr lvl="0"/>
            <a:r>
              <a:rPr lang="en-US"/>
              <a:t>Click to edit header</a:t>
            </a:r>
          </a:p>
          <a:p>
            <a:pPr lvl="1"/>
            <a:r>
              <a:rPr lang="en-US"/>
              <a:t>Tab to Time then tab to Agenda item</a:t>
            </a:r>
          </a:p>
          <a:p>
            <a:pPr lvl="2"/>
            <a:r>
              <a:rPr lang="en-US"/>
              <a:t>Speaker name and topic</a:t>
            </a:r>
          </a:p>
          <a:p>
            <a:pPr lvl="3"/>
            <a:r>
              <a:rPr lang="en-US"/>
              <a:t>Additional information</a:t>
            </a:r>
          </a:p>
        </p:txBody>
      </p:sp>
    </p:spTree>
    <p:extLst>
      <p:ext uri="{BB962C8B-B14F-4D97-AF65-F5344CB8AC3E}">
        <p14:creationId xmlns:p14="http://schemas.microsoft.com/office/powerpoint/2010/main" val="3965932178"/>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Divider re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a:defRPr sz="3200" b="1">
                <a:solidFill>
                  <a:schemeClr val="accent2"/>
                </a:solidFill>
                <a:latin typeface="+mj-lt"/>
              </a:defRPr>
            </a:lvl1pPr>
          </a:lstStyle>
          <a:p>
            <a:r>
              <a:rPr lang="en-US"/>
              <a:t>Click to edit title for divider</a:t>
            </a:r>
          </a:p>
        </p:txBody>
      </p:sp>
    </p:spTree>
    <p:extLst>
      <p:ext uri="{BB962C8B-B14F-4D97-AF65-F5344CB8AC3E}">
        <p14:creationId xmlns:p14="http://schemas.microsoft.com/office/powerpoint/2010/main" val="2884888812"/>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Divid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20D3DB-63F4-412F-96CC-3E84E34BE0CE}"/>
              </a:ext>
            </a:extLst>
          </p:cNvPr>
          <p:cNvSpPr/>
          <p:nvPr userDrawn="1"/>
        </p:nvSpPr>
        <p:spPr>
          <a:xfrm>
            <a:off x="1"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140436385"/>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Divider nav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111EDB-A7DC-4D3C-BA73-E639327B03EF}"/>
              </a:ext>
            </a:extLst>
          </p:cNvPr>
          <p:cNvSpPr/>
          <p:nvPr userDrawn="1"/>
        </p:nvSpPr>
        <p:spPr>
          <a:xfrm>
            <a:off x="1" y="0"/>
            <a:ext cx="12192000" cy="6858000"/>
          </a:xfrm>
          <a:prstGeom prst="rect">
            <a:avLst/>
          </a:prstGeom>
          <a:solidFill>
            <a:srgbClr val="0B31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4" name="Title 1">
            <a:extLst>
              <a:ext uri="{FF2B5EF4-FFF2-40B4-BE49-F238E27FC236}">
                <a16:creationId xmlns:a16="http://schemas.microsoft.com/office/drawing/2014/main" id="{A8DD2AFC-8349-4DB3-855A-645AB85DF6B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45933639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Divider white">
    <p:spTree>
      <p:nvGrpSpPr>
        <p:cNvPr id="1" name=""/>
        <p:cNvGrpSpPr/>
        <p:nvPr/>
      </p:nvGrpSpPr>
      <p:grpSpPr>
        <a:xfrm>
          <a:off x="0" y="0"/>
          <a:ext cx="0" cy="0"/>
          <a:chOff x="0" y="0"/>
          <a:chExt cx="0" cy="0"/>
        </a:xfrm>
      </p:grpSpPr>
      <p:pic>
        <p:nvPicPr>
          <p:cNvPr id="5" name="Picture 4" descr="Light heart pattern background.">
            <a:extLst>
              <a:ext uri="{FF2B5EF4-FFF2-40B4-BE49-F238E27FC236}">
                <a16:creationId xmlns:a16="http://schemas.microsoft.com/office/drawing/2014/main" id="{DCF51F69-B135-440B-B1C1-8877F65D92E0}"/>
              </a:ext>
            </a:extLst>
          </p:cNvPr>
          <p:cNvPicPr>
            <a:picLocks noChangeAspect="1"/>
          </p:cNvPicPr>
          <p:nvPr userDrawn="1"/>
        </p:nvPicPr>
        <p:blipFill rotWithShape="1">
          <a:blip r:embed="rId2"/>
          <a:srcRect l="444" t="-1" b="507"/>
          <a:stretch/>
        </p:blipFill>
        <p:spPr>
          <a:xfrm>
            <a:off x="-64" y="0"/>
            <a:ext cx="12192127" cy="6858000"/>
          </a:xfrm>
          <a:prstGeom prst="rect">
            <a:avLst/>
          </a:prstGeom>
        </p:spPr>
      </p:pic>
      <p:sp>
        <p:nvSpPr>
          <p:cNvPr id="4" name="Title 1">
            <a:extLst>
              <a:ext uri="{FF2B5EF4-FFF2-40B4-BE49-F238E27FC236}">
                <a16:creationId xmlns:a16="http://schemas.microsoft.com/office/drawing/2014/main" id="{B3284C44-CBEF-4F9A-AC72-8990858B0EF0}"/>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accent2"/>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92466896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Divider dark">
    <p:spTree>
      <p:nvGrpSpPr>
        <p:cNvPr id="1" name=""/>
        <p:cNvGrpSpPr/>
        <p:nvPr/>
      </p:nvGrpSpPr>
      <p:grpSpPr>
        <a:xfrm>
          <a:off x="0" y="0"/>
          <a:ext cx="0" cy="0"/>
          <a:chOff x="0" y="0"/>
          <a:chExt cx="0" cy="0"/>
        </a:xfrm>
      </p:grpSpPr>
      <p:pic>
        <p:nvPicPr>
          <p:cNvPr id="3" name="Picture 2" descr="Dark heart pattern background.">
            <a:extLst>
              <a:ext uri="{FF2B5EF4-FFF2-40B4-BE49-F238E27FC236}">
                <a16:creationId xmlns:a16="http://schemas.microsoft.com/office/drawing/2014/main" id="{A370D62A-AB1A-457C-AF9D-8363B2583D12}"/>
              </a:ext>
            </a:extLst>
          </p:cNvPr>
          <p:cNvPicPr>
            <a:picLocks noChangeAspect="1"/>
          </p:cNvPicPr>
          <p:nvPr userDrawn="1"/>
        </p:nvPicPr>
        <p:blipFill>
          <a:blip r:embed="rId2"/>
          <a:stretch>
            <a:fillRect/>
          </a:stretch>
        </p:blipFill>
        <p:spPr>
          <a:xfrm>
            <a:off x="782" y="0"/>
            <a:ext cx="12190438" cy="6858000"/>
          </a:xfrm>
          <a:prstGeom prst="rect">
            <a:avLst/>
          </a:prstGeom>
        </p:spPr>
      </p:pic>
      <p:sp>
        <p:nvSpPr>
          <p:cNvPr id="4" name="Title 1">
            <a:extLst>
              <a:ext uri="{FF2B5EF4-FFF2-40B4-BE49-F238E27FC236}">
                <a16:creationId xmlns:a16="http://schemas.microsoft.com/office/drawing/2014/main" id="{ABD1AEB8-3322-4E67-A702-83F309202013}"/>
              </a:ext>
            </a:extLst>
          </p:cNvPr>
          <p:cNvSpPr>
            <a:spLocks noGrp="1"/>
          </p:cNvSpPr>
          <p:nvPr>
            <p:ph type="title" hasCustomPrompt="1"/>
          </p:nvPr>
        </p:nvSpPr>
        <p:spPr>
          <a:xfrm>
            <a:off x="3232111" y="3022967"/>
            <a:ext cx="5727776" cy="812066"/>
          </a:xfrm>
        </p:spPr>
        <p:txBody>
          <a:bodyPr rIns="0" anchor="ctr"/>
          <a:lstStyle>
            <a:lvl1pPr algn="ctr" defTabSz="457200" rtl="0" eaLnBrk="1" latinLnBrk="0" hangingPunct="1">
              <a:lnSpc>
                <a:spcPct val="90000"/>
              </a:lnSpc>
              <a:spcBef>
                <a:spcPct val="0"/>
              </a:spcBef>
              <a:buNone/>
              <a:defRPr lang="en-US" sz="3200" b="1" kern="1200" dirty="0">
                <a:solidFill>
                  <a:schemeClr val="bg1"/>
                </a:solidFill>
                <a:latin typeface="+mj-lt"/>
                <a:ea typeface="+mj-ea"/>
                <a:cs typeface="+mj-cs"/>
              </a:defRPr>
            </a:lvl1pPr>
          </a:lstStyle>
          <a:p>
            <a:r>
              <a:rPr lang="en-US"/>
              <a:t>Click to edit title for divider</a:t>
            </a:r>
          </a:p>
        </p:txBody>
      </p:sp>
    </p:spTree>
    <p:extLst>
      <p:ext uri="{BB962C8B-B14F-4D97-AF65-F5344CB8AC3E}">
        <p14:creationId xmlns:p14="http://schemas.microsoft.com/office/powerpoint/2010/main" val="302056649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Title and Content without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defRPr cap="none" baseline="0">
                <a:solidFill>
                  <a:schemeClr val="tx2"/>
                </a:solidFill>
              </a:defRPr>
            </a:lvl1pPr>
            <a:lvl2pPr>
              <a:defRPr>
                <a:solidFill>
                  <a:schemeClr val="tx2"/>
                </a:solidFill>
              </a:defRPr>
            </a:lvl2pPr>
            <a:lvl3pPr>
              <a:defRPr baseline="0">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Tree>
    <p:extLst>
      <p:ext uri="{BB962C8B-B14F-4D97-AF65-F5344CB8AC3E}">
        <p14:creationId xmlns:p14="http://schemas.microsoft.com/office/powerpoint/2010/main" val="322374980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one-column layout</a:t>
            </a:r>
          </a:p>
        </p:txBody>
      </p:sp>
      <p:sp>
        <p:nvSpPr>
          <p:cNvPr id="3" name="Content Placeholder 2"/>
          <p:cNvSpPr>
            <a:spLocks noGrp="1"/>
          </p:cNvSpPr>
          <p:nvPr>
            <p:ph idx="1" hasCustomPrompt="1"/>
          </p:nvPr>
        </p:nvSpPr>
        <p:spPr bwMode="gray">
          <a:xfrm>
            <a:off x="557929" y="1767532"/>
            <a:ext cx="8588453" cy="3977640"/>
          </a:xfrm>
        </p:spPr>
        <p:txBody>
          <a:bodyPr/>
          <a:lstStyle>
            <a:lvl1pPr>
              <a:lnSpc>
                <a:spcPct val="100000"/>
              </a:lnSpc>
              <a:buClr>
                <a:schemeClr val="tx1"/>
              </a:buClr>
              <a:defRPr sz="1800" b="1" cap="none" baseline="0">
                <a:solidFill>
                  <a:schemeClr val="tx2"/>
                </a:solidFill>
                <a:latin typeface="+mn-lt"/>
              </a:defRPr>
            </a:lvl1pPr>
            <a:lvl2pPr marL="0" indent="0">
              <a:buClr>
                <a:schemeClr val="tx1"/>
              </a:buClr>
              <a:buNone/>
              <a:defRPr sz="1300" baseline="0">
                <a:solidFill>
                  <a:schemeClr val="tx2"/>
                </a:solidFill>
              </a:defRPr>
            </a:lvl2pPr>
            <a:lvl3pPr marL="171450" indent="-171450">
              <a:spcBef>
                <a:spcPts val="1200"/>
              </a:spcBef>
              <a:buClr>
                <a:schemeClr val="tx1"/>
              </a:buClr>
              <a:buFont typeface="Arial" panose="020B0604020202020204" pitchFamily="34" charset="0"/>
              <a:buChar char="•"/>
              <a:defRPr sz="1300" baseline="0">
                <a:solidFill>
                  <a:schemeClr val="tx2"/>
                </a:solidFill>
              </a:defRPr>
            </a:lvl3pPr>
            <a:lvl4pPr marL="342900" indent="-171450">
              <a:buClr>
                <a:schemeClr val="tx1"/>
              </a:buClr>
              <a:buFont typeface="Arial" panose="020B0604020202020204" pitchFamily="34" charset="0"/>
              <a:buChar char="–"/>
              <a:defRPr sz="1300" baseline="0">
                <a:solidFill>
                  <a:schemeClr val="tx2"/>
                </a:solidFill>
              </a:defRPr>
            </a:lvl4pPr>
            <a:lvl5pPr marL="515938" indent="-173038">
              <a:buClr>
                <a:schemeClr val="tx1"/>
              </a:buClr>
              <a:buFont typeface="Arial" panose="020B0604020202020204" pitchFamily="34" charset="0"/>
              <a:buChar char="•"/>
              <a:defRPr sz="1300">
                <a:solidFill>
                  <a:schemeClr val="tx2"/>
                </a:solidFill>
              </a:defRPr>
            </a:lvl5pPr>
            <a:lvl6pPr marL="687388"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lvl="0"/>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112892447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two-column layout</a:t>
            </a:r>
          </a:p>
        </p:txBody>
      </p:sp>
      <p:sp>
        <p:nvSpPr>
          <p:cNvPr id="3" name="Content Placeholder 2"/>
          <p:cNvSpPr>
            <a:spLocks noGrp="1"/>
          </p:cNvSpPr>
          <p:nvPr>
            <p:ph sz="half" idx="1" hasCustomPrompt="1"/>
          </p:nvPr>
        </p:nvSpPr>
        <p:spPr bwMode="gray">
          <a:xfrm>
            <a:off x="557929"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5" name="Content Placeholder 2"/>
          <p:cNvSpPr>
            <a:spLocks noGrp="1"/>
          </p:cNvSpPr>
          <p:nvPr>
            <p:ph sz="half" idx="10" hasCustomPrompt="1"/>
          </p:nvPr>
        </p:nvSpPr>
        <p:spPr bwMode="gray">
          <a:xfrm>
            <a:off x="6384175" y="1767532"/>
            <a:ext cx="5238478" cy="3973512"/>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baseline="0" dirty="0" smtClean="0">
                <a:solidFill>
                  <a:schemeClr val="tx2"/>
                </a:solidFill>
              </a:defRPr>
            </a:lvl2pPr>
            <a:lvl3pPr marL="171450" indent="-171450">
              <a:spcBef>
                <a:spcPts val="1200"/>
              </a:spcBef>
              <a:buClr>
                <a:schemeClr val="tx1"/>
              </a:buClr>
              <a:buFont typeface="Arial" panose="020B0604020202020204" pitchFamily="34" charset="0"/>
              <a:buChar char="•"/>
              <a:defRPr lang="en-US" sz="1300" baseline="0" dirty="0" smtClean="0">
                <a:solidFill>
                  <a:schemeClr val="tx2"/>
                </a:solidFill>
              </a:defRPr>
            </a:lvl3pPr>
            <a:lvl4pPr marL="342900" indent="-171450">
              <a:buClr>
                <a:schemeClr val="tx1"/>
              </a:buClr>
              <a:buFont typeface="Arial" panose="020B0604020202020204" pitchFamily="34" charset="0"/>
              <a:buChar char="–"/>
              <a:defRPr lang="en-US" sz="1300" baseline="0" dirty="0" smtClean="0">
                <a:solidFill>
                  <a:schemeClr val="tx2"/>
                </a:solidFill>
              </a:defRPr>
            </a:lvl4pPr>
            <a:lvl5pPr marL="514350" indent="-171450">
              <a:buClr>
                <a:schemeClr val="tx1"/>
              </a:buClr>
              <a:buFont typeface="Arial" panose="020B0604020202020204" pitchFamily="34" charset="0"/>
              <a:buChar char="•"/>
              <a:defRPr lang="en-US" sz="1300" dirty="0">
                <a:solidFill>
                  <a:schemeClr val="tx2"/>
                </a:solidFill>
              </a:defRPr>
            </a:lvl5pPr>
            <a:lvl6pPr marL="685800" indent="-171450">
              <a:buClr>
                <a:schemeClr val="tx1"/>
              </a:buClr>
              <a:buFont typeface="Arial" panose="020B0604020202020204" pitchFamily="34" charset="0"/>
              <a:buChar char="–"/>
              <a:defRPr sz="1300" baseline="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2784976861"/>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three-column layout</a:t>
            </a:r>
          </a:p>
        </p:txBody>
      </p:sp>
      <p:sp>
        <p:nvSpPr>
          <p:cNvPr id="3" name="Content Placeholder 2"/>
          <p:cNvSpPr>
            <a:spLocks noGrp="1"/>
          </p:cNvSpPr>
          <p:nvPr>
            <p:ph sz="half" idx="1" hasCustomPrompt="1"/>
          </p:nvPr>
        </p:nvSpPr>
        <p:spPr bwMode="gray">
          <a:xfrm>
            <a:off x="557930"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6" name="Content Placeholder 2"/>
          <p:cNvSpPr>
            <a:spLocks noGrp="1"/>
          </p:cNvSpPr>
          <p:nvPr>
            <p:ph sz="half" idx="10" hasCustomPrompt="1"/>
          </p:nvPr>
        </p:nvSpPr>
        <p:spPr bwMode="gray">
          <a:xfrm>
            <a:off x="4371971"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1" hasCustomPrompt="1"/>
          </p:nvPr>
        </p:nvSpPr>
        <p:spPr bwMode="gray">
          <a:xfrm>
            <a:off x="8186012" y="1764792"/>
            <a:ext cx="3434085" cy="3988308"/>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tabLst/>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10733436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four-column layout</a:t>
            </a:r>
          </a:p>
        </p:txBody>
      </p:sp>
      <p:sp>
        <p:nvSpPr>
          <p:cNvPr id="3" name="Content Placeholder 2"/>
          <p:cNvSpPr>
            <a:spLocks noGrp="1"/>
          </p:cNvSpPr>
          <p:nvPr>
            <p:ph sz="half" idx="1" hasCustomPrompt="1"/>
          </p:nvPr>
        </p:nvSpPr>
        <p:spPr bwMode="gray">
          <a:xfrm>
            <a:off x="557929"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2"/>
          <p:cNvSpPr>
            <a:spLocks noGrp="1"/>
          </p:cNvSpPr>
          <p:nvPr>
            <p:ph sz="half" idx="10" hasCustomPrompt="1"/>
          </p:nvPr>
        </p:nvSpPr>
        <p:spPr bwMode="gray">
          <a:xfrm>
            <a:off x="341160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8" name="Content Placeholder 2"/>
          <p:cNvSpPr>
            <a:spLocks noGrp="1"/>
          </p:cNvSpPr>
          <p:nvPr>
            <p:ph sz="half" idx="11" hasCustomPrompt="1"/>
          </p:nvPr>
        </p:nvSpPr>
        <p:spPr bwMode="gray">
          <a:xfrm>
            <a:off x="6256125"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9" name="Content Placeholder 2"/>
          <p:cNvSpPr>
            <a:spLocks noGrp="1"/>
          </p:cNvSpPr>
          <p:nvPr>
            <p:ph sz="half" idx="12" hasCustomPrompt="1"/>
          </p:nvPr>
        </p:nvSpPr>
        <p:spPr bwMode="gray">
          <a:xfrm>
            <a:off x="9100650" y="1764792"/>
            <a:ext cx="2506109" cy="3977640"/>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sz="1300"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sz="1300" dirty="0" smtClean="0">
                <a:solidFill>
                  <a:schemeClr val="tx2"/>
                </a:solidFill>
              </a:defRPr>
            </a:lvl4pPr>
            <a:lvl5pPr marL="511175" indent="-163513">
              <a:buClr>
                <a:schemeClr val="tx1"/>
              </a:buClr>
              <a:buFont typeface="Arial" panose="020B0604020202020204" pitchFamily="34" charset="0"/>
              <a:buChar char="•"/>
              <a:defRPr lang="en-US" sz="1300" dirty="0">
                <a:solidFill>
                  <a:schemeClr val="tx2"/>
                </a:solidFill>
              </a:defRPr>
            </a:lvl5pPr>
            <a:lvl6pPr marL="685800" indent="-174625">
              <a:buClr>
                <a:schemeClr val="tx1"/>
              </a:buClr>
              <a:buFont typeface="Arial" panose="020B0604020202020204" pitchFamily="34" charset="0"/>
              <a:buChar char="–"/>
              <a:defRPr sz="1300">
                <a:solidFill>
                  <a:schemeClr val="tx2"/>
                </a:solidFill>
              </a:defRPr>
            </a:lvl6pPr>
            <a:lvl7pPr marL="860425" indent="-173038">
              <a:buFont typeface="Arial" panose="020B0604020202020204" pitchFamily="34" charset="0"/>
              <a:buChar char="•"/>
              <a:defRPr sz="1300"/>
            </a:lvl7pPr>
            <a:lvl8pPr marL="1031875" indent="-171450">
              <a:buFont typeface="Arial" panose="020B0604020202020204" pitchFamily="34" charset="0"/>
              <a:buChar char="–"/>
              <a:defRPr sz="1300"/>
            </a:lvl8pPr>
            <a:lvl9pPr marL="1203325" indent="-171450">
              <a:buFont typeface="Arial" panose="020B0604020202020204" pitchFamily="34" charset="0"/>
              <a:buChar char="•"/>
              <a:defRPr sz="130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965423067"/>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Five Content Journe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9667726" cy="713232"/>
          </a:xfrm>
        </p:spPr>
        <p:txBody>
          <a:bodyPr/>
          <a:lstStyle>
            <a:lvl1pPr>
              <a:defRPr>
                <a:solidFill>
                  <a:schemeClr val="tx2"/>
                </a:solidFill>
              </a:defRPr>
            </a:lvl1pPr>
          </a:lstStyle>
          <a:p>
            <a:r>
              <a:rPr lang="en-US"/>
              <a:t>Click to add title for five-column journey layout</a:t>
            </a:r>
          </a:p>
        </p:txBody>
      </p:sp>
      <p:sp>
        <p:nvSpPr>
          <p:cNvPr id="8" name="Content Placeholder 2"/>
          <p:cNvSpPr>
            <a:spLocks noGrp="1"/>
          </p:cNvSpPr>
          <p:nvPr>
            <p:ph sz="half" idx="1" hasCustomPrompt="1"/>
          </p:nvPr>
        </p:nvSpPr>
        <p:spPr bwMode="gray">
          <a:xfrm>
            <a:off x="1064941"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9" name="Content Placeholder 2"/>
          <p:cNvSpPr>
            <a:spLocks noGrp="1"/>
          </p:cNvSpPr>
          <p:nvPr>
            <p:ph sz="half" idx="10" hasCustomPrompt="1"/>
          </p:nvPr>
        </p:nvSpPr>
        <p:spPr bwMode="gray">
          <a:xfrm>
            <a:off x="3153647"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1" name="Content Placeholder 2"/>
          <p:cNvSpPr>
            <a:spLocks noGrp="1"/>
          </p:cNvSpPr>
          <p:nvPr>
            <p:ph sz="half" idx="11" hasCustomPrompt="1"/>
          </p:nvPr>
        </p:nvSpPr>
        <p:spPr bwMode="gray">
          <a:xfrm>
            <a:off x="5242353"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2" name="Content Placeholder 2"/>
          <p:cNvSpPr>
            <a:spLocks noGrp="1"/>
          </p:cNvSpPr>
          <p:nvPr>
            <p:ph sz="half" idx="12" hasCustomPrompt="1"/>
          </p:nvPr>
        </p:nvSpPr>
        <p:spPr bwMode="gray">
          <a:xfrm>
            <a:off x="7331059"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
        <p:nvSpPr>
          <p:cNvPr id="14" name="Content Placeholder 2"/>
          <p:cNvSpPr>
            <a:spLocks noGrp="1"/>
          </p:cNvSpPr>
          <p:nvPr>
            <p:ph sz="half" idx="13" hasCustomPrompt="1"/>
          </p:nvPr>
        </p:nvSpPr>
        <p:spPr bwMode="gray">
          <a:xfrm>
            <a:off x="9419765" y="3475038"/>
            <a:ext cx="1673788" cy="2266006"/>
          </a:xfrm>
        </p:spPr>
        <p:txBody>
          <a:bodyPr vert="horz" lIns="0" tIns="0" rIns="0" bIns="0" rtlCol="0">
            <a:noAutofit/>
          </a:bodyPr>
          <a:lstStyle>
            <a:lvl1pPr>
              <a:lnSpc>
                <a:spcPct val="100000"/>
              </a:lnSpc>
              <a:buClr>
                <a:schemeClr val="tx1"/>
              </a:buClr>
              <a:defRPr lang="en-US" sz="1800" b="1" kern="1200" cap="none" baseline="0" dirty="0">
                <a:solidFill>
                  <a:schemeClr val="tx2"/>
                </a:solidFill>
                <a:latin typeface="+mn-lt"/>
                <a:ea typeface="+mn-ea"/>
                <a:cs typeface="+mn-cs"/>
              </a:defRPr>
            </a:lvl1pPr>
            <a:lvl2pPr marL="0" indent="0">
              <a:buClr>
                <a:schemeClr val="tx1"/>
              </a:buClr>
              <a:buNone/>
              <a:defRPr lang="en-US" dirty="0" smtClean="0">
                <a:solidFill>
                  <a:schemeClr val="tx2"/>
                </a:solidFill>
              </a:defRPr>
            </a:lvl2pPr>
            <a:lvl3pPr marL="174625" indent="-174625">
              <a:spcBef>
                <a:spcPts val="1200"/>
              </a:spcBef>
              <a:buClr>
                <a:schemeClr val="tx1"/>
              </a:buClr>
              <a:buFont typeface="Arial" panose="020B0604020202020204" pitchFamily="34" charset="0"/>
              <a:buChar char="•"/>
              <a:defRPr lang="en-US" sz="1300" dirty="0" smtClean="0">
                <a:solidFill>
                  <a:schemeClr val="tx2"/>
                </a:solidFill>
              </a:defRPr>
            </a:lvl3pPr>
            <a:lvl4pPr marL="347663" indent="-173038">
              <a:buClr>
                <a:schemeClr val="tx1"/>
              </a:buClr>
              <a:buFont typeface="Arial" panose="020B0604020202020204" pitchFamily="34" charset="0"/>
              <a:buChar char="–"/>
              <a:defRPr lang="en-US" dirty="0" smtClean="0">
                <a:solidFill>
                  <a:schemeClr val="tx2"/>
                </a:solidFill>
              </a:defRPr>
            </a:lvl4pPr>
            <a:lvl5pPr marL="511175" indent="-163513">
              <a:buClr>
                <a:schemeClr val="tx1"/>
              </a:buClr>
              <a:buFont typeface="Arial" panose="020B0604020202020204" pitchFamily="34" charset="0"/>
              <a:buChar char="•"/>
              <a:defRPr lang="en-US" dirty="0">
                <a:solidFill>
                  <a:schemeClr val="tx2"/>
                </a:solidFill>
              </a:defRPr>
            </a:lvl5pPr>
            <a:lvl6pPr marL="685800" indent="-174625">
              <a:buClr>
                <a:schemeClr val="tx1"/>
              </a:buClr>
              <a:buFont typeface="Arial" panose="020B0604020202020204" pitchFamily="34" charset="0"/>
              <a:buChar char="–"/>
              <a:defRPr>
                <a:solidFill>
                  <a:schemeClr val="tx2"/>
                </a:solidFill>
              </a:defRPr>
            </a:lvl6pPr>
            <a:lvl7pPr marL="857250" indent="-174625">
              <a:defRPr/>
            </a:lvl7pPr>
            <a:lvl8pPr marL="1030288" indent="-173038">
              <a:defRPr/>
            </a:lvl8pPr>
            <a:lvl9pPr marL="1203325" indent="-173038">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p:txBody>
      </p:sp>
    </p:spTree>
    <p:extLst>
      <p:ext uri="{BB962C8B-B14F-4D97-AF65-F5344CB8AC3E}">
        <p14:creationId xmlns:p14="http://schemas.microsoft.com/office/powerpoint/2010/main" val="122493465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layout</a:t>
            </a:r>
          </a:p>
        </p:txBody>
      </p:sp>
      <p:sp>
        <p:nvSpPr>
          <p:cNvPr id="9"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1570035" y="1752601"/>
            <a:ext cx="9051932" cy="2975735"/>
          </a:xfrm>
        </p:spPr>
        <p:txBody>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406512831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solidFill>
                  <a:schemeClr val="tx2"/>
                </a:solidFill>
              </a:defRPr>
            </a:lvl1pPr>
          </a:lstStyle>
          <a:p>
            <a:r>
              <a:rPr lang="en-US"/>
              <a:t>Click to add title for chart with text layout</a:t>
            </a:r>
          </a:p>
        </p:txBody>
      </p:sp>
      <p:sp>
        <p:nvSpPr>
          <p:cNvPr id="13" name="Content Placeholder 2"/>
          <p:cNvSpPr>
            <a:spLocks noGrp="1"/>
          </p:cNvSpPr>
          <p:nvPr>
            <p:ph idx="1" hasCustomPrompt="1"/>
          </p:nvPr>
        </p:nvSpPr>
        <p:spPr bwMode="gray">
          <a:xfrm>
            <a:off x="557928" y="1767531"/>
            <a:ext cx="3439040" cy="297180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None/>
              <a:defRPr baseline="0">
                <a:solidFill>
                  <a:schemeClr val="tx2"/>
                </a:solidFill>
              </a:defRPr>
            </a:lvl2pPr>
            <a:lvl3pPr marL="177800" indent="-177800">
              <a:spcBef>
                <a:spcPts val="1200"/>
              </a:spcBef>
              <a:buClrTx/>
              <a:buFont typeface="Arial" panose="020B0604020202020204" pitchFamily="34" charset="0"/>
              <a:buChar char="•"/>
              <a:defRPr sz="1300" baseline="0">
                <a:solidFill>
                  <a:schemeClr val="tx2"/>
                </a:solidFill>
              </a:defRPr>
            </a:lvl3pPr>
            <a:lvl4pPr marL="342900" indent="-165100">
              <a:buClrTx/>
              <a:buFont typeface="Arial" panose="020B0604020202020204" pitchFamily="34" charset="0"/>
              <a:buChar char="–"/>
              <a:defRPr sz="1300">
                <a:solidFill>
                  <a:schemeClr val="tx2"/>
                </a:solidFill>
              </a:defRPr>
            </a:lvl4pPr>
            <a:lvl5pPr marL="515938" indent="-173038">
              <a:buClrTx/>
              <a:buFont typeface="Arial" panose="020B0604020202020204" pitchFamily="34" charset="0"/>
              <a:buChar char="•"/>
              <a:defRPr sz="1300">
                <a:solidFill>
                  <a:schemeClr val="tx2"/>
                </a:solidFill>
              </a:defRPr>
            </a:lvl5pPr>
            <a:lvl6pPr marL="687388" indent="-171450">
              <a:buClrTx/>
              <a:buFont typeface="Arial" panose="020B0604020202020204" pitchFamily="34" charset="0"/>
              <a:buChar char="–"/>
              <a:defRPr sz="1300">
                <a:solidFill>
                  <a:schemeClr val="tx2"/>
                </a:solidFill>
              </a:defRPr>
            </a:lvl6pPr>
            <a:lvl7pPr marL="860425" indent="-173038">
              <a:buClrTx/>
              <a:buFont typeface="Arial" panose="020B0604020202020204" pitchFamily="34" charset="0"/>
              <a:buChar char="•"/>
              <a:defRPr sz="1300"/>
            </a:lvl7pPr>
            <a:lvl8pPr marL="1031875" indent="-171450">
              <a:buClrTx/>
              <a:buFont typeface="Arial" panose="020B0604020202020204" pitchFamily="34" charset="0"/>
              <a:buChar char="–"/>
              <a:defRPr sz="1300"/>
            </a:lvl8pPr>
            <a:lvl9pPr marL="1203325" indent="-171450">
              <a:buClrTx/>
              <a:buFont typeface="Arial" panose="020B0604020202020204" pitchFamily="34" charset="0"/>
              <a:buChar char="•"/>
              <a:defRPr sz="1300" baseline="0"/>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
        <p:nvSpPr>
          <p:cNvPr id="7" name="Content Placeholder 3">
            <a:extLst>
              <a:ext uri="{FF2B5EF4-FFF2-40B4-BE49-F238E27FC236}">
                <a16:creationId xmlns:a16="http://schemas.microsoft.com/office/drawing/2014/main" id="{579139DC-E144-408E-AD8A-E4105642CD13}"/>
              </a:ext>
            </a:extLst>
          </p:cNvPr>
          <p:cNvSpPr>
            <a:spLocks noGrp="1"/>
          </p:cNvSpPr>
          <p:nvPr>
            <p:ph sz="quarter" idx="10"/>
          </p:nvPr>
        </p:nvSpPr>
        <p:spPr>
          <a:xfrm>
            <a:off x="4447653" y="1764793"/>
            <a:ext cx="7174286" cy="2975735"/>
          </a:xfrm>
        </p:spPr>
        <p:txBody>
          <a:bodyPr>
            <a:noAutofit/>
          </a:bodyPr>
          <a:lstStyle>
            <a:lvl1pPr>
              <a:defRPr>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510735206"/>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comparison slide</a:t>
            </a:r>
          </a:p>
        </p:txBody>
      </p:sp>
      <p:sp>
        <p:nvSpPr>
          <p:cNvPr id="15" name="Content Placeholder 3"/>
          <p:cNvSpPr>
            <a:spLocks noGrp="1"/>
          </p:cNvSpPr>
          <p:nvPr>
            <p:ph sz="half" idx="2" hasCustomPrompt="1"/>
          </p:nvPr>
        </p:nvSpPr>
        <p:spPr>
          <a:xfrm>
            <a:off x="1253474"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404813" indent="-173038">
              <a:spcBef>
                <a:spcPts val="600"/>
              </a:spcBef>
              <a:buClrTx/>
              <a:buFont typeface="Arial" panose="020B0604020202020204" pitchFamily="34" charset="0"/>
              <a:buChar char="•"/>
              <a:defRPr sz="1600">
                <a:solidFill>
                  <a:schemeClr val="tx2"/>
                </a:solidFill>
              </a:defRPr>
            </a:lvl3pPr>
            <a:lvl4pPr marL="631825" indent="-174625">
              <a:spcBef>
                <a:spcPts val="600"/>
              </a:spcBef>
              <a:buClrTx/>
              <a:buFont typeface="Arial" panose="020B0604020202020204" pitchFamily="34" charset="0"/>
              <a:buChar char="•"/>
              <a:defRPr sz="1600">
                <a:solidFill>
                  <a:schemeClr val="tx2"/>
                </a:solidFill>
              </a:defRPr>
            </a:lvl4pPr>
            <a:lvl5pPr marL="804863" indent="-173038">
              <a:spcBef>
                <a:spcPts val="600"/>
              </a:spcBef>
              <a:buClrTx/>
              <a:buFont typeface="Arial" panose="020B0604020202020204" pitchFamily="34" charset="0"/>
              <a:buChar char="–"/>
              <a:defRPr sz="1600">
                <a:solidFill>
                  <a:schemeClr val="tx2"/>
                </a:solidFill>
              </a:defRPr>
            </a:lvl5pPr>
            <a:lvl6pPr marL="977900" indent="-177800">
              <a:buClrTx/>
              <a:defRPr sz="1600"/>
            </a:lvl6pPr>
            <a:lvl7pPr marL="1143000" indent="-165100">
              <a:buClrTx/>
              <a:defRPr sz="1600"/>
            </a:lvl7pPr>
            <a:lvl8pPr marL="1320800" indent="-177800">
              <a:buClrTx/>
              <a:defRPr sz="1600"/>
            </a:lvl8pPr>
            <a:lvl9pPr>
              <a:defRPr sz="1600"/>
            </a:lvl9pPr>
          </a:lstStyle>
          <a:p>
            <a:pPr lvl="0"/>
            <a:r>
              <a:rPr lang="en-US"/>
              <a:t>Header</a:t>
            </a:r>
          </a:p>
          <a:p>
            <a:pPr lvl="1"/>
            <a:r>
              <a:rPr lang="en-US"/>
              <a:t>First-level</a:t>
            </a:r>
          </a:p>
        </p:txBody>
      </p:sp>
      <p:sp>
        <p:nvSpPr>
          <p:cNvPr id="11" name="Rectangle 10">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6" name="Content Placeholder 5"/>
          <p:cNvSpPr>
            <a:spLocks noGrp="1"/>
          </p:cNvSpPr>
          <p:nvPr>
            <p:ph sz="quarter" idx="4" hasCustomPrompt="1"/>
          </p:nvPr>
        </p:nvSpPr>
        <p:spPr>
          <a:xfrm>
            <a:off x="7380297" y="3718012"/>
            <a:ext cx="3493918" cy="2023033"/>
          </a:xfrm>
          <a:noFill/>
        </p:spPr>
        <p:txBody>
          <a:bodyPr lIns="0" tIns="0" rIns="0" bIns="0"/>
          <a:lstStyle>
            <a:lvl1pPr marL="0" indent="0" algn="ctr">
              <a:lnSpc>
                <a:spcPct val="100000"/>
              </a:lnSpc>
              <a:spcBef>
                <a:spcPts val="1200"/>
              </a:spcBef>
              <a:buClrTx/>
              <a:buFont typeface="Arial"/>
              <a:buNone/>
              <a:defRPr sz="1800" b="1">
                <a:solidFill>
                  <a:schemeClr val="accent2"/>
                </a:solidFill>
                <a:latin typeface="+mn-lt"/>
              </a:defRPr>
            </a:lvl1pPr>
            <a:lvl2pPr marL="0" indent="0" algn="ctr">
              <a:spcBef>
                <a:spcPts val="1200"/>
              </a:spcBef>
              <a:buClrTx/>
              <a:buFontTx/>
              <a:buNone/>
              <a:defRPr sz="1500">
                <a:solidFill>
                  <a:schemeClr val="tx2"/>
                </a:solidFill>
              </a:defRPr>
            </a:lvl2pPr>
            <a:lvl3pPr marL="231775" indent="0">
              <a:spcBef>
                <a:spcPts val="600"/>
              </a:spcBef>
              <a:buClrTx/>
              <a:buFont typeface="Arial" panose="020B0604020202020204" pitchFamily="34" charset="0"/>
              <a:buNone/>
              <a:defRPr sz="1600">
                <a:solidFill>
                  <a:schemeClr val="bg1"/>
                </a:solidFill>
              </a:defRPr>
            </a:lvl3pPr>
            <a:lvl4pPr marL="631825" indent="-174625">
              <a:spcBef>
                <a:spcPts val="600"/>
              </a:spcBef>
              <a:buClrTx/>
              <a:buFont typeface="Arial" panose="020B0604020202020204" pitchFamily="34" charset="0"/>
              <a:buChar char="•"/>
              <a:defRPr sz="1600">
                <a:solidFill>
                  <a:schemeClr val="bg1"/>
                </a:solidFill>
              </a:defRPr>
            </a:lvl4pPr>
            <a:lvl5pPr marL="804863" indent="-173038">
              <a:spcBef>
                <a:spcPts val="600"/>
              </a:spcBef>
              <a:buClrTx/>
              <a:buFont typeface="Arial" panose="020B0604020202020204" pitchFamily="34" charset="0"/>
              <a:buChar char="–"/>
              <a:defRPr sz="1600">
                <a:solidFill>
                  <a:schemeClr val="bg1"/>
                </a:solidFill>
              </a:defRPr>
            </a:lvl5pPr>
            <a:lvl6pPr>
              <a:spcBef>
                <a:spcPts val="600"/>
              </a:spcBef>
              <a:buClrTx/>
              <a:defRPr sz="1600">
                <a:solidFill>
                  <a:schemeClr val="bg1"/>
                </a:solidFill>
              </a:defRPr>
            </a:lvl6pPr>
            <a:lvl7pPr>
              <a:spcBef>
                <a:spcPts val="600"/>
              </a:spcBef>
              <a:buClrTx/>
              <a:defRPr sz="1600">
                <a:solidFill>
                  <a:schemeClr val="bg1"/>
                </a:solidFill>
              </a:defRPr>
            </a:lvl7pPr>
            <a:lvl8pPr>
              <a:spcBef>
                <a:spcPts val="600"/>
              </a:spcBef>
              <a:buClrTx/>
              <a:defRPr sz="1600">
                <a:solidFill>
                  <a:schemeClr val="bg1"/>
                </a:solidFill>
              </a:defRPr>
            </a:lvl8pPr>
            <a:lvl9pPr>
              <a:defRPr sz="1600"/>
            </a:lvl9pPr>
          </a:lstStyle>
          <a:p>
            <a:pPr lvl="0"/>
            <a:r>
              <a:rPr lang="en-US"/>
              <a:t>Header</a:t>
            </a:r>
          </a:p>
          <a:p>
            <a:pPr lvl="1"/>
            <a:r>
              <a:rPr lang="en-US"/>
              <a:t>First-level</a:t>
            </a:r>
          </a:p>
        </p:txBody>
      </p:sp>
      <p:pic>
        <p:nvPicPr>
          <p:cNvPr id="7" name="Graphic 6" descr="CVS Health logo.">
            <a:extLst>
              <a:ext uri="{FF2B5EF4-FFF2-40B4-BE49-F238E27FC236}">
                <a16:creationId xmlns:a16="http://schemas.microsoft.com/office/drawing/2014/main" id="{99394496-8368-4B56-8235-99713340C2D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14837632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One panel">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9F4177E-CDDD-476F-9590-4FA690787A3F}"/>
              </a:ext>
            </a:extLst>
          </p:cNvPr>
          <p:cNvSpPr/>
          <p:nvPr userDrawn="1"/>
        </p:nvSpPr>
        <p:spPr>
          <a:xfrm>
            <a:off x="0" y="0"/>
            <a:ext cx="405815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3" name="Title 1">
            <a:extLst>
              <a:ext uri="{FF2B5EF4-FFF2-40B4-BE49-F238E27FC236}">
                <a16:creationId xmlns:a16="http://schemas.microsoft.com/office/drawing/2014/main" id="{7C794590-BFF7-4D91-A4D6-07347CD385E0}"/>
              </a:ext>
            </a:extLst>
          </p:cNvPr>
          <p:cNvSpPr>
            <a:spLocks noGrp="1"/>
          </p:cNvSpPr>
          <p:nvPr>
            <p:ph type="title" hasCustomPrompt="1"/>
          </p:nvPr>
        </p:nvSpPr>
        <p:spPr>
          <a:xfrm>
            <a:off x="579707" y="1"/>
            <a:ext cx="2959073" cy="6425581"/>
          </a:xfrm>
        </p:spPr>
        <p:txBody>
          <a:bodyPr anchor="ctr"/>
          <a:lstStyle>
            <a:lvl1pPr>
              <a:defRPr>
                <a:solidFill>
                  <a:schemeClr val="tx2"/>
                </a:solidFill>
              </a:defRPr>
            </a:lvl1pPr>
          </a:lstStyle>
          <a:p>
            <a:r>
              <a:rPr lang="en-US"/>
              <a:t>Click to add title </a:t>
            </a:r>
            <a:br>
              <a:rPr lang="en-US"/>
            </a:br>
            <a:r>
              <a:rPr lang="en-US"/>
              <a:t>here for one panel comparison slide</a:t>
            </a:r>
          </a:p>
        </p:txBody>
      </p:sp>
      <p:sp>
        <p:nvSpPr>
          <p:cNvPr id="7" name="Content Placeholder 3">
            <a:extLst>
              <a:ext uri="{FF2B5EF4-FFF2-40B4-BE49-F238E27FC236}">
                <a16:creationId xmlns:a16="http://schemas.microsoft.com/office/drawing/2014/main" id="{39BBBC8D-0164-48BE-8C39-97B2E9C688A7}"/>
              </a:ext>
            </a:extLst>
          </p:cNvPr>
          <p:cNvSpPr>
            <a:spLocks noGrp="1"/>
          </p:cNvSpPr>
          <p:nvPr>
            <p:ph sz="half" idx="2" hasCustomPrompt="1"/>
          </p:nvPr>
        </p:nvSpPr>
        <p:spPr bwMode="gray">
          <a:xfrm>
            <a:off x="4907514" y="2971853"/>
            <a:ext cx="2368913" cy="2592183"/>
          </a:xfrm>
        </p:spPr>
        <p:txBody>
          <a:bodyPr vert="horz" lIns="0" tIns="0" rIns="0" bIns="0" rtlCol="0">
            <a:noAutofit/>
          </a:bodyPr>
          <a:lstStyle>
            <a:lvl1pPr algn="ctr">
              <a:lnSpc>
                <a:spcPct val="100000"/>
              </a:lnSpc>
              <a:buClrTx/>
              <a:defRPr lang="en-US" sz="1800" b="1" kern="1200" cap="none" baseline="0" dirty="0">
                <a:solidFill>
                  <a:schemeClr val="accent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8" name="Content Placeholder 3">
            <a:extLst>
              <a:ext uri="{FF2B5EF4-FFF2-40B4-BE49-F238E27FC236}">
                <a16:creationId xmlns:a16="http://schemas.microsoft.com/office/drawing/2014/main" id="{E1CA36B9-1028-43DB-A308-5411C7D185BC}"/>
              </a:ext>
            </a:extLst>
          </p:cNvPr>
          <p:cNvSpPr>
            <a:spLocks noGrp="1"/>
          </p:cNvSpPr>
          <p:nvPr>
            <p:ph sz="half" idx="18" hasCustomPrompt="1"/>
          </p:nvPr>
        </p:nvSpPr>
        <p:spPr bwMode="gray">
          <a:xfrm>
            <a:off x="8972065" y="2971853"/>
            <a:ext cx="2368913" cy="2592183"/>
          </a:xfrm>
        </p:spPr>
        <p:txBody>
          <a:bodyPr vert="horz" lIns="0" tIns="0" rIns="0" bIns="0" rtlCol="0">
            <a:noAutofit/>
          </a:bodyPr>
          <a:lstStyle>
            <a:lvl1pPr algn="ctr">
              <a:lnSpc>
                <a:spcPct val="100000"/>
              </a:lnSpc>
              <a:buClrTx/>
              <a:defRPr lang="en-US" sz="1800" b="1" cap="none" baseline="0" dirty="0" smtClean="0">
                <a:solidFill>
                  <a:schemeClr val="accent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9" name="TextBox 8">
            <a:extLst>
              <a:ext uri="{FF2B5EF4-FFF2-40B4-BE49-F238E27FC236}">
                <a16:creationId xmlns:a16="http://schemas.microsoft.com/office/drawing/2014/main" id="{4EFE9336-BB34-4CCC-8274-05D8119178BD}"/>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mn-lt"/>
              </a:rPr>
              <a:t>©2022 CVS Health and/or one of its affiliates. Confidential and proprietary.</a:t>
            </a:r>
          </a:p>
        </p:txBody>
      </p:sp>
      <p:sp>
        <p:nvSpPr>
          <p:cNvPr id="11" name="Content Placeholder 8">
            <a:extLst>
              <a:ext uri="{FF2B5EF4-FFF2-40B4-BE49-F238E27FC236}">
                <a16:creationId xmlns:a16="http://schemas.microsoft.com/office/drawing/2014/main" id="{668665DB-9D44-4B88-9F03-E82A2FF5D152}"/>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pic>
        <p:nvPicPr>
          <p:cNvPr id="10" name="Graphic 9" descr="CVS Health logo">
            <a:extLst>
              <a:ext uri="{FF2B5EF4-FFF2-40B4-BE49-F238E27FC236}">
                <a16:creationId xmlns:a16="http://schemas.microsoft.com/office/drawing/2014/main" id="{4556B8A3-577E-4258-B8ED-A7943CC515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9901937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hree points">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430E9904-95CA-4355-B234-1DDA8EC1512E}"/>
              </a:ext>
            </a:extLst>
          </p:cNvPr>
          <p:cNvSpPr>
            <a:spLocks noGrp="1"/>
          </p:cNvSpPr>
          <p:nvPr>
            <p:ph type="title" hasCustomPrompt="1"/>
          </p:nvPr>
        </p:nvSpPr>
        <p:spPr>
          <a:xfrm>
            <a:off x="579707" y="1"/>
            <a:ext cx="2959073" cy="6425581"/>
          </a:xfrm>
        </p:spPr>
        <p:txBody>
          <a:bodyPr anchor="ctr"/>
          <a:lstStyle>
            <a:lvl1pPr>
              <a:defRPr>
                <a:solidFill>
                  <a:schemeClr val="tx2"/>
                </a:solidFill>
              </a:defRPr>
            </a:lvl1pPr>
          </a:lstStyle>
          <a:p>
            <a:r>
              <a:rPr lang="en-US"/>
              <a:t>Click to add title here for two panel comparison slide</a:t>
            </a:r>
          </a:p>
        </p:txBody>
      </p:sp>
      <p:sp>
        <p:nvSpPr>
          <p:cNvPr id="27" name="Rectangle 26">
            <a:extLst>
              <a:ext uri="{FF2B5EF4-FFF2-40B4-BE49-F238E27FC236}">
                <a16:creationId xmlns:a16="http://schemas.microsoft.com/office/drawing/2014/main" id="{CFACB8A6-3813-48D2-B8CE-038DD1E42B32}"/>
              </a:ext>
            </a:extLst>
          </p:cNvPr>
          <p:cNvSpPr/>
          <p:nvPr userDrawn="1"/>
        </p:nvSpPr>
        <p:spPr>
          <a:xfrm>
            <a:off x="218718" y="6241774"/>
            <a:ext cx="5587246" cy="6162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3" name="Rectangle 22">
            <a:extLst>
              <a:ext uri="{FF2B5EF4-FFF2-40B4-BE49-F238E27FC236}">
                <a16:creationId xmlns:a16="http://schemas.microsoft.com/office/drawing/2014/main" id="{B5FE79D5-35B2-49F2-B15D-DA1A165F3786}"/>
              </a:ext>
            </a:extLst>
          </p:cNvPr>
          <p:cNvSpPr/>
          <p:nvPr userDrawn="1"/>
        </p:nvSpPr>
        <p:spPr>
          <a:xfrm>
            <a:off x="4062895" y="0"/>
            <a:ext cx="405815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2" name="Rectangle 21">
            <a:extLst>
              <a:ext uri="{FF2B5EF4-FFF2-40B4-BE49-F238E27FC236}">
                <a16:creationId xmlns:a16="http://schemas.microsoft.com/office/drawing/2014/main" id="{D8E8E372-A3D9-43BC-A3BE-4011C8DA5B98}"/>
              </a:ext>
            </a:extLst>
          </p:cNvPr>
          <p:cNvSpPr/>
          <p:nvPr userDrawn="1"/>
        </p:nvSpPr>
        <p:spPr>
          <a:xfrm>
            <a:off x="8121046" y="0"/>
            <a:ext cx="407095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21" name="Content Placeholder 3">
            <a:extLst>
              <a:ext uri="{FF2B5EF4-FFF2-40B4-BE49-F238E27FC236}">
                <a16:creationId xmlns:a16="http://schemas.microsoft.com/office/drawing/2014/main" id="{3E63A43E-9184-464B-AD62-08609C3C2EFC}"/>
              </a:ext>
            </a:extLst>
          </p:cNvPr>
          <p:cNvSpPr>
            <a:spLocks noGrp="1"/>
          </p:cNvSpPr>
          <p:nvPr>
            <p:ph sz="half" idx="2" hasCustomPrompt="1"/>
          </p:nvPr>
        </p:nvSpPr>
        <p:spPr bwMode="gray">
          <a:xfrm>
            <a:off x="4907514" y="2971853"/>
            <a:ext cx="2368913" cy="2592183"/>
          </a:xfrm>
        </p:spPr>
        <p:txBody>
          <a:bodyPr vert="horz" lIns="0" tIns="0" rIns="0" bIns="0" rtlCol="0">
            <a:noAutofit/>
          </a:bodyPr>
          <a:lstStyle>
            <a:lvl1pPr algn="ctr">
              <a:lnSpc>
                <a:spcPct val="100000"/>
              </a:lnSpc>
              <a:buClrTx/>
              <a:defRPr lang="en-US" sz="1800" b="1" kern="1200" cap="none" baseline="0" dirty="0">
                <a:solidFill>
                  <a:schemeClr val="tx2"/>
                </a:solidFill>
                <a:latin typeface="+mn-lt"/>
                <a:ea typeface="+mn-ea"/>
                <a:cs typeface="+mn-cs"/>
              </a:defRPr>
            </a:lvl1pPr>
            <a:lvl2pPr marL="0" indent="0" algn="ctr">
              <a:spcBef>
                <a:spcPts val="1800"/>
              </a:spcBef>
              <a:buClrTx/>
              <a:buFontTx/>
              <a:buNone/>
              <a:defRPr lang="en-US" sz="1500" baseline="0" dirty="0" smtClean="0">
                <a:solidFill>
                  <a:schemeClr val="tx2"/>
                </a:solidFill>
              </a:defRPr>
            </a:lvl2pPr>
            <a:lvl3pPr marL="171450" indent="0">
              <a:buClrTx/>
              <a:buFont typeface="Arial" panose="020B0604020202020204" pitchFamily="34" charset="0"/>
              <a:buNone/>
              <a:defRPr lang="en-US" sz="1600" baseline="0" dirty="0" smtClean="0">
                <a:solidFill>
                  <a:schemeClr val="tx2"/>
                </a:solidFill>
              </a:defRPr>
            </a:lvl3pPr>
            <a:lvl4pPr>
              <a:buClrTx/>
              <a:defRPr lang="en-US" sz="1600" baseline="0" dirty="0" smtClean="0">
                <a:solidFill>
                  <a:schemeClr val="tx2"/>
                </a:solidFill>
              </a:defRPr>
            </a:lvl4pPr>
            <a:lvl5pPr>
              <a:buClrTx/>
              <a:defRPr lang="en-US" sz="1600" baseline="0" dirty="0">
                <a:solidFill>
                  <a:schemeClr val="tx2"/>
                </a:solidFill>
              </a:defRPr>
            </a:lvl5pPr>
            <a:lvl6pPr>
              <a:buClrTx/>
              <a:defRPr sz="1600" baseline="0">
                <a:solidFill>
                  <a:schemeClr val="tx2"/>
                </a:solidFill>
              </a:defRPr>
            </a:lvl6pPr>
            <a:lvl7pPr>
              <a:buClrTx/>
              <a:defRPr sz="1600" baseline="0">
                <a:solidFill>
                  <a:schemeClr val="tx2"/>
                </a:solidFill>
              </a:defRPr>
            </a:lvl7pPr>
            <a:lvl8pPr>
              <a:buClrTx/>
              <a:defRPr sz="1600" baseline="0">
                <a:solidFill>
                  <a:schemeClr val="tx2"/>
                </a:solidFill>
              </a:defRPr>
            </a:lvl8pPr>
            <a:lvl9pPr>
              <a:buClrTx/>
              <a:defRPr sz="1600">
                <a:solidFill>
                  <a:schemeClr val="tx2"/>
                </a:solidFill>
              </a:defRPr>
            </a:lvl9pPr>
          </a:lstStyle>
          <a:p>
            <a:pPr marL="0" lvl="0" indent="0" algn="ctr" defTabSz="457200" rtl="0" eaLnBrk="1" latinLnBrk="0" hangingPunct="1">
              <a:lnSpc>
                <a:spcPct val="100000"/>
              </a:lnSpc>
              <a:spcBef>
                <a:spcPts val="1800"/>
              </a:spcBef>
              <a:buClrTx/>
              <a:buFont typeface="Arial"/>
              <a:buNone/>
            </a:pPr>
            <a:r>
              <a:rPr lang="en-US"/>
              <a:t>Header</a:t>
            </a:r>
          </a:p>
          <a:p>
            <a:pPr lvl="1"/>
            <a:r>
              <a:rPr lang="en-US"/>
              <a:t>First-level</a:t>
            </a:r>
          </a:p>
        </p:txBody>
      </p:sp>
      <p:sp>
        <p:nvSpPr>
          <p:cNvPr id="24" name="Content Placeholder 3">
            <a:extLst>
              <a:ext uri="{FF2B5EF4-FFF2-40B4-BE49-F238E27FC236}">
                <a16:creationId xmlns:a16="http://schemas.microsoft.com/office/drawing/2014/main" id="{6C89E4A5-6F21-4ECD-BCA6-5B29AF1FC1C0}"/>
              </a:ext>
            </a:extLst>
          </p:cNvPr>
          <p:cNvSpPr>
            <a:spLocks noGrp="1"/>
          </p:cNvSpPr>
          <p:nvPr>
            <p:ph sz="half" idx="18" hasCustomPrompt="1"/>
          </p:nvPr>
        </p:nvSpPr>
        <p:spPr bwMode="gray">
          <a:xfrm>
            <a:off x="8972065" y="2971853"/>
            <a:ext cx="2368913" cy="2592183"/>
          </a:xfrm>
        </p:spPr>
        <p:txBody>
          <a:bodyPr vert="horz" lIns="0" tIns="0" rIns="0" bIns="0" rtlCol="0">
            <a:noAutofit/>
          </a:bodyPr>
          <a:lstStyle>
            <a:lvl1pPr algn="ctr">
              <a:lnSpc>
                <a:spcPct val="100000"/>
              </a:lnSpc>
              <a:buClrTx/>
              <a:defRPr lang="en-US" sz="1800" b="1" cap="none" baseline="0" dirty="0" smtClean="0">
                <a:solidFill>
                  <a:schemeClr val="tx2"/>
                </a:solidFill>
                <a:latin typeface="+mn-lt"/>
              </a:defRPr>
            </a:lvl1pPr>
            <a:lvl2pPr marL="0" indent="0" algn="ctr">
              <a:spcBef>
                <a:spcPts val="1800"/>
              </a:spcBef>
              <a:buClrTx/>
              <a:buFontTx/>
              <a:buNone/>
              <a:defRPr lang="en-US" sz="1500" dirty="0" smtClean="0">
                <a:solidFill>
                  <a:schemeClr val="tx2"/>
                </a:solidFill>
              </a:defRPr>
            </a:lvl2pPr>
            <a:lvl3pPr marL="171450" indent="0">
              <a:buClrTx/>
              <a:buFont typeface="Arial" panose="020B0604020202020204" pitchFamily="34" charset="0"/>
              <a:buNone/>
              <a:defRPr lang="en-US" sz="1600" baseline="0" dirty="0" smtClean="0">
                <a:solidFill>
                  <a:schemeClr val="bg1"/>
                </a:solidFill>
              </a:defRPr>
            </a:lvl3pPr>
            <a:lvl4pPr>
              <a:buClrTx/>
              <a:defRPr lang="en-US" sz="1600" baseline="0" dirty="0" smtClean="0">
                <a:solidFill>
                  <a:schemeClr val="bg1"/>
                </a:solidFill>
              </a:defRPr>
            </a:lvl4pPr>
            <a:lvl5pPr>
              <a:buClrTx/>
              <a:defRPr lang="en-US" sz="1600" baseline="0" dirty="0">
                <a:solidFill>
                  <a:schemeClr val="bg1"/>
                </a:solidFill>
              </a:defRPr>
            </a:lvl5pPr>
            <a:lvl6pPr>
              <a:buClrTx/>
              <a:defRPr sz="1600" baseline="0">
                <a:solidFill>
                  <a:schemeClr val="bg1"/>
                </a:solidFill>
              </a:defRPr>
            </a:lvl6pPr>
            <a:lvl7pPr>
              <a:buClrTx/>
              <a:defRPr sz="1600">
                <a:solidFill>
                  <a:schemeClr val="bg1"/>
                </a:solidFill>
              </a:defRPr>
            </a:lvl7pPr>
            <a:lvl8pPr>
              <a:buClrTx/>
              <a:defRPr sz="1600" baseline="0">
                <a:solidFill>
                  <a:schemeClr val="bg1"/>
                </a:solidFill>
              </a:defRPr>
            </a:lvl8pPr>
            <a:lvl9pPr>
              <a:buClrTx/>
              <a:defRPr sz="1600">
                <a:solidFill>
                  <a:schemeClr val="bg1"/>
                </a:solidFill>
              </a:defRPr>
            </a:lvl9pPr>
          </a:lstStyle>
          <a:p>
            <a:pPr lvl="0"/>
            <a:r>
              <a:rPr lang="en-US"/>
              <a:t>Header</a:t>
            </a:r>
          </a:p>
          <a:p>
            <a:pPr lvl="1"/>
            <a:r>
              <a:rPr lang="en-US"/>
              <a:t>First-level</a:t>
            </a:r>
          </a:p>
        </p:txBody>
      </p:sp>
      <p:sp>
        <p:nvSpPr>
          <p:cNvPr id="20" name="TextBox 19">
            <a:extLst>
              <a:ext uri="{FF2B5EF4-FFF2-40B4-BE49-F238E27FC236}">
                <a16:creationId xmlns:a16="http://schemas.microsoft.com/office/drawing/2014/main" id="{01B46839-35D8-438B-B7A2-2B753DFD7A66}"/>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mn-lt"/>
              </a:rPr>
              <a:t>©2022 CVS Health and/or one of its affiliates. Confidential and proprietary.</a:t>
            </a:r>
          </a:p>
        </p:txBody>
      </p:sp>
      <p:sp>
        <p:nvSpPr>
          <p:cNvPr id="11" name="Content Placeholder 8">
            <a:extLst>
              <a:ext uri="{FF2B5EF4-FFF2-40B4-BE49-F238E27FC236}">
                <a16:creationId xmlns:a16="http://schemas.microsoft.com/office/drawing/2014/main" id="{F5E0B0A3-49E5-4641-8D2C-BC31AF6815C4}"/>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pic>
        <p:nvPicPr>
          <p:cNvPr id="12" name="Graphic 11" descr="CVS Health logo in white.">
            <a:extLst>
              <a:ext uri="{FF2B5EF4-FFF2-40B4-BE49-F238E27FC236}">
                <a16:creationId xmlns:a16="http://schemas.microsoft.com/office/drawing/2014/main" id="{DE198919-F3A5-469C-A629-47C58263767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050592567"/>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ext and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557929" y="1765300"/>
            <a:ext cx="4884168" cy="3977640"/>
          </a:xfrm>
        </p:spPr>
        <p:txBody>
          <a:bodyPr/>
          <a:lstStyle>
            <a:lvl1pPr>
              <a:defRPr cap="none" baseline="0">
                <a:solidFill>
                  <a:schemeClr val="tx2"/>
                </a:solidFill>
              </a:defRPr>
            </a:lvl1pPr>
            <a:lvl2pPr>
              <a:defRPr baseline="0">
                <a:solidFill>
                  <a:schemeClr val="tx2"/>
                </a:solidFill>
              </a:defRPr>
            </a:lvl2pPr>
            <a:lvl3pPr>
              <a:defRPr>
                <a:solidFill>
                  <a:schemeClr val="tx2"/>
                </a:solidFill>
              </a:defRPr>
            </a:lvl3pPr>
            <a:lvl4pPr>
              <a:defRPr>
                <a:solidFill>
                  <a:schemeClr val="tx2"/>
                </a:solidFill>
              </a:defRPr>
            </a:lvl4pPr>
            <a:lvl5pPr>
              <a:defRPr baseline="0">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8163FE3F-97F2-42A9-B07A-B67697B4DB0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96432693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Text and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a:t>
            </a:r>
            <a:br>
              <a:rPr lang="en-US"/>
            </a:br>
            <a:r>
              <a:rPr lang="en-US"/>
              <a:t>for image and text slide</a:t>
            </a:r>
          </a:p>
        </p:txBody>
      </p:sp>
      <p:sp>
        <p:nvSpPr>
          <p:cNvPr id="6" name="Content Placeholder 2"/>
          <p:cNvSpPr>
            <a:spLocks noGrp="1"/>
          </p:cNvSpPr>
          <p:nvPr>
            <p:ph idx="1" hasCustomPrompt="1"/>
          </p:nvPr>
        </p:nvSpPr>
        <p:spPr bwMode="gray">
          <a:xfrm>
            <a:off x="6740693" y="1765300"/>
            <a:ext cx="4884168" cy="3977640"/>
          </a:xfrm>
        </p:spPr>
        <p:txBody>
          <a:bodyPr/>
          <a:lstStyle>
            <a:lvl1pPr>
              <a:buClrTx/>
              <a:defRPr cap="none" baseline="0">
                <a:solidFill>
                  <a:schemeClr val="tx2"/>
                </a:solidFill>
              </a:defRPr>
            </a:lvl1pPr>
            <a:lvl2pPr>
              <a:buClrTx/>
              <a:defRPr>
                <a:solidFill>
                  <a:schemeClr val="tx2"/>
                </a:solidFill>
              </a:defRPr>
            </a:lvl2pPr>
            <a:lvl3pPr>
              <a:buClrTx/>
              <a:defRPr>
                <a:solidFill>
                  <a:schemeClr val="tx2"/>
                </a:solidFill>
              </a:defRPr>
            </a:lvl3pPr>
            <a:lvl4pPr>
              <a:buClrTx/>
              <a:defRPr>
                <a:solidFill>
                  <a:schemeClr val="tx2"/>
                </a:solidFill>
              </a:defRPr>
            </a:lvl4pPr>
            <a:lvl5pPr>
              <a:buClrTx/>
              <a:defRPr>
                <a:solidFill>
                  <a:schemeClr val="tx2"/>
                </a:solidFill>
              </a:defRPr>
            </a:lvl5pPr>
            <a:lvl6pPr>
              <a:buClrTx/>
              <a:defRPr/>
            </a:lvl6pPr>
            <a:lvl7pPr>
              <a:buClrTx/>
              <a:defRPr/>
            </a:lvl7pPr>
            <a:lvl8pPr>
              <a:buClrTx/>
              <a:defRPr/>
            </a:lvl8pPr>
            <a:lvl9pPr>
              <a:buClrTx/>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spTree>
    <p:extLst>
      <p:ext uri="{BB962C8B-B14F-4D97-AF65-F5344CB8AC3E}">
        <p14:creationId xmlns:p14="http://schemas.microsoft.com/office/powerpoint/2010/main" val="407062170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Text and Infographic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8" name="Rectangle 7">
            <a:extLst>
              <a:ext uri="{FF2B5EF4-FFF2-40B4-BE49-F238E27FC236}">
                <a16:creationId xmlns:a16="http://schemas.microsoft.com/office/drawing/2014/main" id="{65139F72-CEC0-495F-8477-192D60A880E2}"/>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7" name="Graphic 6" descr="CVS Health logo.">
            <a:extLst>
              <a:ext uri="{FF2B5EF4-FFF2-40B4-BE49-F238E27FC236}">
                <a16:creationId xmlns:a16="http://schemas.microsoft.com/office/drawing/2014/main" id="{B59DA53D-FB46-42C9-9A73-236B2FE105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011719596"/>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ext and Infographic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6" name="Content Placeholder 2"/>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7" name="Rectangle 6">
            <a:extLst>
              <a:ext uri="{FF2B5EF4-FFF2-40B4-BE49-F238E27FC236}">
                <a16:creationId xmlns:a16="http://schemas.microsoft.com/office/drawing/2014/main" id="{65139F72-CEC0-495F-8477-192D60A880E2}"/>
              </a:ext>
            </a:extLst>
          </p:cNvPr>
          <p:cNvSpPr/>
          <p:nvPr userDrawn="1"/>
        </p:nvSpPr>
        <p:spPr>
          <a:xfrm>
            <a:off x="-1"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1" name="Content Placeholder 8">
            <a:extLst>
              <a:ext uri="{FF2B5EF4-FFF2-40B4-BE49-F238E27FC236}">
                <a16:creationId xmlns:a16="http://schemas.microsoft.com/office/drawing/2014/main" id="{F35D44D1-CF2C-4331-B380-083F7ABF73CB}"/>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©2022 CVS Health and/or one of its affiliates. Confidential and proprietary.</a:t>
            </a:r>
          </a:p>
        </p:txBody>
      </p:sp>
      <p:sp>
        <p:nvSpPr>
          <p:cNvPr id="8" name="Content Placeholder 8">
            <a:extLst>
              <a:ext uri="{FF2B5EF4-FFF2-40B4-BE49-F238E27FC236}">
                <a16:creationId xmlns:a16="http://schemas.microsoft.com/office/drawing/2014/main" id="{CB4B9DEE-1CF0-47D1-934E-DB4356D62FF1}"/>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Tree>
    <p:extLst>
      <p:ext uri="{BB962C8B-B14F-4D97-AF65-F5344CB8AC3E}">
        <p14:creationId xmlns:p14="http://schemas.microsoft.com/office/powerpoint/2010/main" val="1258859766"/>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ext and Infographic Righ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272A0B-3F66-4BE5-ABC2-DBBCAA26670E}"/>
              </a:ext>
            </a:extLst>
          </p:cNvPr>
          <p:cNvSpPr>
            <a:spLocks noGrp="1"/>
          </p:cNvSpPr>
          <p:nvPr>
            <p:ph type="title" hasCustomPrompt="1"/>
          </p:nvPr>
        </p:nvSpPr>
        <p:spPr>
          <a:xfrm>
            <a:off x="557929" y="530351"/>
            <a:ext cx="4884168"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1964CD8D-F9FC-4E28-9F6A-6AB51FF354D5}"/>
              </a:ext>
            </a:extLst>
          </p:cNvPr>
          <p:cNvSpPr>
            <a:spLocks noGrp="1"/>
          </p:cNvSpPr>
          <p:nvPr>
            <p:ph idx="1" hasCustomPrompt="1"/>
          </p:nvPr>
        </p:nvSpPr>
        <p:spPr bwMode="gray">
          <a:xfrm>
            <a:off x="557929" y="1767532"/>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2AA3D8E1-3CCE-42A5-88D6-38F615FADD4D}"/>
              </a:ext>
            </a:extLst>
          </p:cNvPr>
          <p:cNvSpPr/>
          <p:nvPr userDrawn="1"/>
        </p:nvSpPr>
        <p:spPr>
          <a:xfrm>
            <a:off x="6096000"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pic>
        <p:nvPicPr>
          <p:cNvPr id="6" name="Graphic 5" descr="CVS Health logo.">
            <a:extLst>
              <a:ext uri="{FF2B5EF4-FFF2-40B4-BE49-F238E27FC236}">
                <a16:creationId xmlns:a16="http://schemas.microsoft.com/office/drawing/2014/main" id="{C97A688A-13B1-4480-9A65-4362859FC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765833472"/>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ext and infographic Left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61167E6-91BB-4319-852F-02EF2DA543CE}"/>
              </a:ext>
            </a:extLst>
          </p:cNvPr>
          <p:cNvSpPr>
            <a:spLocks noGrp="1"/>
          </p:cNvSpPr>
          <p:nvPr>
            <p:ph type="title" hasCustomPrompt="1"/>
          </p:nvPr>
        </p:nvSpPr>
        <p:spPr>
          <a:xfrm>
            <a:off x="6733589" y="530351"/>
            <a:ext cx="4884168" cy="713232"/>
          </a:xfrm>
        </p:spPr>
        <p:txBody>
          <a:bodyPr/>
          <a:lstStyle>
            <a:lvl1pPr>
              <a:defRPr>
                <a:solidFill>
                  <a:schemeClr val="tx2"/>
                </a:solidFill>
              </a:defRPr>
            </a:lvl1pPr>
          </a:lstStyle>
          <a:p>
            <a:r>
              <a:rPr lang="en-US"/>
              <a:t>Click to add title for text and infographic</a:t>
            </a:r>
          </a:p>
        </p:txBody>
      </p:sp>
      <p:sp>
        <p:nvSpPr>
          <p:cNvPr id="4" name="Content Placeholder 2">
            <a:extLst>
              <a:ext uri="{FF2B5EF4-FFF2-40B4-BE49-F238E27FC236}">
                <a16:creationId xmlns:a16="http://schemas.microsoft.com/office/drawing/2014/main" id="{69A642C1-A41C-40AD-BDFB-B8D181AC8784}"/>
              </a:ext>
            </a:extLst>
          </p:cNvPr>
          <p:cNvSpPr>
            <a:spLocks noGrp="1"/>
          </p:cNvSpPr>
          <p:nvPr>
            <p:ph idx="1" hasCustomPrompt="1"/>
          </p:nvPr>
        </p:nvSpPr>
        <p:spPr bwMode="gray">
          <a:xfrm>
            <a:off x="6740693" y="1765300"/>
            <a:ext cx="4884168" cy="3977640"/>
          </a:xfrm>
        </p:spPr>
        <p:txBody>
          <a:bodyPr/>
          <a:lstStyle>
            <a:lvl1pPr>
              <a:defRPr cap="none"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lvl6pPr>
            <a:lvl7pPr>
              <a:defRPr/>
            </a:lvl7pPr>
            <a:lvl8pPr>
              <a:defRPr/>
            </a:lvl8pPr>
            <a:lvl9pPr>
              <a:defRPr/>
            </a:lvl9pPr>
          </a:lstStyle>
          <a:p>
            <a:pPr lvl="0"/>
            <a:r>
              <a:rPr lang="en-US"/>
              <a:t>Body text</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5" name="Rectangle 4">
            <a:extLst>
              <a:ext uri="{FF2B5EF4-FFF2-40B4-BE49-F238E27FC236}">
                <a16:creationId xmlns:a16="http://schemas.microsoft.com/office/drawing/2014/main" id="{12FD3486-B3F5-43BE-9108-5DEA0679272C}"/>
              </a:ext>
            </a:extLst>
          </p:cNvPr>
          <p:cNvSpPr/>
          <p:nvPr userDrawn="1"/>
        </p:nvSpPr>
        <p:spPr>
          <a:xfrm>
            <a:off x="-1" y="0"/>
            <a:ext cx="6096001" cy="6858000"/>
          </a:xfrm>
          <a:prstGeom prst="rect">
            <a:avLst/>
          </a:prstGeom>
          <a:solidFill>
            <a:srgbClr val="E9E9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7" name="Content Placeholder 8">
            <a:extLst>
              <a:ext uri="{FF2B5EF4-FFF2-40B4-BE49-F238E27FC236}">
                <a16:creationId xmlns:a16="http://schemas.microsoft.com/office/drawing/2014/main" id="{3B4598AE-016B-45A4-877F-62C42E458969}"/>
              </a:ext>
            </a:extLst>
          </p:cNvPr>
          <p:cNvSpPr txBox="1">
            <a:spLocks/>
          </p:cNvSpPr>
          <p:nvPr userDrawn="1"/>
        </p:nvSpPr>
        <p:spPr>
          <a:xfrm>
            <a:off x="859760" y="6376946"/>
            <a:ext cx="3860217" cy="228600"/>
          </a:xfrm>
          <a:prstGeom prst="rect">
            <a:avLst/>
          </a:prstGeom>
        </p:spPr>
        <p:txBody>
          <a:bodyPr lIns="0" tIns="0" rIns="0" b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800">
                <a:solidFill>
                  <a:schemeClr val="tx2"/>
                </a:solidFill>
                <a:latin typeface="+mn-lt"/>
                <a:cs typeface="Arial" panose="020B0604020202020204" pitchFamily="34" charset="0"/>
              </a:rPr>
              <a:t>©2022 CVS Health and/or one of its affiliates. Confidential and proprietary.</a:t>
            </a:r>
          </a:p>
        </p:txBody>
      </p:sp>
      <p:sp>
        <p:nvSpPr>
          <p:cNvPr id="8" name="Content Placeholder 8">
            <a:extLst>
              <a:ext uri="{FF2B5EF4-FFF2-40B4-BE49-F238E27FC236}">
                <a16:creationId xmlns:a16="http://schemas.microsoft.com/office/drawing/2014/main" id="{535CA040-9CF0-49AA-B5D4-DC4BFA2479C1}"/>
              </a:ext>
            </a:extLst>
          </p:cNvPr>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Tree>
    <p:extLst>
      <p:ext uri="{BB962C8B-B14F-4D97-AF65-F5344CB8AC3E}">
        <p14:creationId xmlns:p14="http://schemas.microsoft.com/office/powerpoint/2010/main" val="332969925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Quote or high impac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1764792"/>
            <a:ext cx="4701240" cy="1463040"/>
          </a:xfrm>
        </p:spPr>
        <p:txBody>
          <a:bodyPr rIns="0" anchor="b"/>
          <a:lstStyle>
            <a:lvl1pPr marL="171450" indent="-171450">
              <a:lnSpc>
                <a:spcPct val="95000"/>
              </a:lnSpc>
              <a:tabLst>
                <a:tab pos="171450" algn="l"/>
              </a:tabLst>
              <a:defRPr>
                <a:solidFill>
                  <a:schemeClr val="tx2"/>
                </a:solidFill>
              </a:defRPr>
            </a:lvl1pPr>
          </a:lstStyle>
          <a:p>
            <a:r>
              <a:rPr lang="en-US"/>
              <a:t>“	Click to add quote with image. Image should reflect the content of the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713418" y="3590383"/>
            <a:ext cx="4573191" cy="161925"/>
          </a:xfrm>
          <a:prstGeom prst="rect">
            <a:avLst/>
          </a:prstGeom>
          <a:noFill/>
        </p:spPr>
        <p:txBody>
          <a:bodyPr>
            <a:noAutofit/>
          </a:bodyPr>
          <a:lstStyle>
            <a:lvl1pPr>
              <a:defRPr sz="1300" cap="none" baseline="0">
                <a:solidFill>
                  <a:schemeClr val="tx2"/>
                </a:solidFill>
              </a:defRPr>
            </a:lvl1pPr>
          </a:lstStyle>
          <a:p>
            <a:pPr lvl="0"/>
            <a:r>
              <a:rPr lang="en-US"/>
              <a:t>Click to add author</a:t>
            </a:r>
          </a:p>
        </p:txBody>
      </p:sp>
      <p:sp>
        <p:nvSpPr>
          <p:cNvPr id="4" name="Picture Placeholder 6">
            <a:extLst>
              <a:ext uri="{FF2B5EF4-FFF2-40B4-BE49-F238E27FC236}">
                <a16:creationId xmlns:a16="http://schemas.microsoft.com/office/drawing/2014/main" id="{12697E3D-9970-40A4-9967-1A38ED528B30}"/>
              </a:ext>
            </a:extLst>
          </p:cNvPr>
          <p:cNvSpPr>
            <a:spLocks noGrp="1"/>
          </p:cNvSpPr>
          <p:nvPr>
            <p:ph type="pic" sz="quarter" idx="16" hasCustomPrompt="1"/>
          </p:nvPr>
        </p:nvSpPr>
        <p:spPr>
          <a:xfrm>
            <a:off x="6096000" y="0"/>
            <a:ext cx="6096001" cy="6858000"/>
          </a:xfrm>
          <a:prstGeom prst="rect">
            <a:avLst/>
          </a:prstGeom>
          <a:solidFill>
            <a:schemeClr val="bg1">
              <a:lumMod val="85000"/>
            </a:schemeClr>
          </a:solidFill>
        </p:spPr>
        <p:txBody>
          <a:bodyPr anchor="ctr"/>
          <a:lstStyle>
            <a:lvl1pPr algn="ctr">
              <a:spcBef>
                <a:spcPts val="0"/>
              </a:spcBef>
              <a:spcAft>
                <a:spcPts val="0"/>
              </a:spcAft>
              <a:defRPr sz="6600" b="1">
                <a:solidFill>
                  <a:schemeClr val="bg2"/>
                </a:solidFill>
              </a:defRPr>
            </a:lvl1pPr>
          </a:lstStyle>
          <a:p>
            <a:br>
              <a:rPr lang="en-US"/>
            </a:br>
            <a:r>
              <a:rPr lang="en-US"/>
              <a:t>IMAGE</a:t>
            </a:r>
            <a:br>
              <a:rPr lang="en-US"/>
            </a:br>
            <a:br>
              <a:rPr lang="en-US"/>
            </a:br>
            <a:br>
              <a:rPr lang="en-US"/>
            </a:br>
            <a:endParaRPr lang="en-US"/>
          </a:p>
        </p:txBody>
      </p:sp>
      <p:pic>
        <p:nvPicPr>
          <p:cNvPr id="5" name="Graphic 4" descr="CVS Health logo in white.">
            <a:extLst>
              <a:ext uri="{FF2B5EF4-FFF2-40B4-BE49-F238E27FC236}">
                <a16:creationId xmlns:a16="http://schemas.microsoft.com/office/drawing/2014/main" id="{5C21479B-88BC-46B4-90DB-3F9721D742E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22664971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Quote or high impac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512868" y="2180108"/>
            <a:ext cx="7170763" cy="1463040"/>
          </a:xfrm>
        </p:spPr>
        <p:txBody>
          <a:bodyPr rIns="0"/>
          <a:lstStyle>
            <a:lvl1pPr>
              <a:defRPr>
                <a:solidFill>
                  <a:schemeClr val="tx2"/>
                </a:solidFill>
              </a:defRPr>
            </a:lvl1pPr>
          </a:lstStyle>
          <a:p>
            <a:r>
              <a:rPr lang="en-US"/>
              <a:t>Click to add quote.</a:t>
            </a:r>
          </a:p>
        </p:txBody>
      </p:sp>
      <p:sp>
        <p:nvSpPr>
          <p:cNvPr id="7" name="Text Placeholder 7">
            <a:extLst>
              <a:ext uri="{FF2B5EF4-FFF2-40B4-BE49-F238E27FC236}">
                <a16:creationId xmlns:a16="http://schemas.microsoft.com/office/drawing/2014/main" id="{9B722800-BF6A-4FA2-8F5B-598FB160C2FB}"/>
              </a:ext>
            </a:extLst>
          </p:cNvPr>
          <p:cNvSpPr>
            <a:spLocks noGrp="1"/>
          </p:cNvSpPr>
          <p:nvPr>
            <p:ph type="body" sz="quarter" idx="13" hasCustomPrompt="1"/>
          </p:nvPr>
        </p:nvSpPr>
        <p:spPr>
          <a:xfrm>
            <a:off x="2512867" y="4020922"/>
            <a:ext cx="4573191" cy="161925"/>
          </a:xfrm>
          <a:prstGeom prst="rect">
            <a:avLst/>
          </a:prstGeom>
          <a:noFill/>
        </p:spPr>
        <p:txBody>
          <a:bodyPr>
            <a:noAutofit/>
          </a:bodyPr>
          <a:lstStyle>
            <a:lvl1pPr>
              <a:defRPr sz="1300" cap="all" baseline="0">
                <a:solidFill>
                  <a:schemeClr val="tx2"/>
                </a:solidFill>
              </a:defRPr>
            </a:lvl1pPr>
          </a:lstStyle>
          <a:p>
            <a:pPr lvl="0"/>
            <a:r>
              <a:rPr lang="en-US"/>
              <a:t>click to add AUTHOR</a:t>
            </a:r>
          </a:p>
        </p:txBody>
      </p:sp>
    </p:spTree>
    <p:extLst>
      <p:ext uri="{BB962C8B-B14F-4D97-AF65-F5344CB8AC3E}">
        <p14:creationId xmlns:p14="http://schemas.microsoft.com/office/powerpoint/2010/main" val="118811895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Next step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C5CE5400-9551-4441-A3A1-727FA1855083}"/>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Next steps</a:t>
            </a:r>
          </a:p>
        </p:txBody>
      </p:sp>
      <p:sp>
        <p:nvSpPr>
          <p:cNvPr id="5" name="Content Placeholder 2"/>
          <p:cNvSpPr>
            <a:spLocks noGrp="1"/>
          </p:cNvSpPr>
          <p:nvPr>
            <p:ph sz="half" idx="1" hasCustomPrompt="1"/>
          </p:nvPr>
        </p:nvSpPr>
        <p:spPr bwMode="gray">
          <a:xfrm>
            <a:off x="1970635"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1</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6" name="Content Placeholder 2"/>
          <p:cNvSpPr>
            <a:spLocks noGrp="1"/>
          </p:cNvSpPr>
          <p:nvPr>
            <p:ph sz="half" idx="10" hasCustomPrompt="1"/>
          </p:nvPr>
        </p:nvSpPr>
        <p:spPr bwMode="gray">
          <a:xfrm>
            <a:off x="4820143" y="2110424"/>
            <a:ext cx="2506109" cy="3630620"/>
          </a:xfrm>
        </p:spPr>
        <p:txBody>
          <a:bodyPr vert="horz" lIns="0" tIns="0" rIns="0" bIns="0" rtlCol="0">
            <a:noAutofit/>
          </a:bodyPr>
          <a:lstStyle>
            <a:lvl1pPr algn="ctr">
              <a:lnSpc>
                <a:spcPct val="100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2</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
        <p:nvSpPr>
          <p:cNvPr id="10" name="Content Placeholder 2"/>
          <p:cNvSpPr>
            <a:spLocks noGrp="1"/>
          </p:cNvSpPr>
          <p:nvPr>
            <p:ph sz="half" idx="11" hasCustomPrompt="1"/>
          </p:nvPr>
        </p:nvSpPr>
        <p:spPr bwMode="gray">
          <a:xfrm>
            <a:off x="7664668" y="2110424"/>
            <a:ext cx="2506109" cy="3630620"/>
          </a:xfrm>
        </p:spPr>
        <p:txBody>
          <a:bodyPr vert="horz" lIns="0" tIns="0" rIns="0" bIns="0" rtlCol="0">
            <a:noAutofit/>
          </a:bodyPr>
          <a:lstStyle>
            <a:lvl1pPr algn="ctr">
              <a:lnSpc>
                <a:spcPct val="105000"/>
              </a:lnSpc>
              <a:buClrTx/>
              <a:defRPr lang="en-US" sz="3200" b="1" kern="1200" cap="none" baseline="0" dirty="0">
                <a:solidFill>
                  <a:schemeClr val="accent2"/>
                </a:solidFill>
                <a:latin typeface="+mn-lt"/>
                <a:ea typeface="+mn-ea"/>
                <a:cs typeface="+mn-cs"/>
              </a:defRPr>
            </a:lvl1pPr>
            <a:lvl2pPr marL="0" indent="0" algn="ctr">
              <a:spcBef>
                <a:spcPts val="4200"/>
              </a:spcBef>
              <a:buClrTx/>
              <a:buNone/>
              <a:defRPr lang="en-US" sz="1300" dirty="0" smtClean="0">
                <a:solidFill>
                  <a:schemeClr val="tx2"/>
                </a:solidFill>
              </a:defRPr>
            </a:lvl2pPr>
            <a:lvl3pPr marL="174625" indent="-174625" algn="l">
              <a:spcBef>
                <a:spcPts val="1200"/>
              </a:spcBef>
              <a:buClrTx/>
              <a:buFont typeface="Arial" panose="020B0604020202020204" pitchFamily="34" charset="0"/>
              <a:buChar char="•"/>
              <a:defRPr lang="en-US" sz="1300" baseline="0" dirty="0" smtClean="0">
                <a:solidFill>
                  <a:schemeClr val="tx2"/>
                </a:solidFill>
              </a:defRPr>
            </a:lvl3pPr>
            <a:lvl4pPr marL="347663" indent="-173038" algn="l">
              <a:buClrTx/>
              <a:buFont typeface="Arial" panose="020B0604020202020204" pitchFamily="34" charset="0"/>
              <a:buChar char="–"/>
              <a:defRPr lang="en-US" sz="1300" baseline="0" dirty="0" smtClean="0">
                <a:solidFill>
                  <a:schemeClr val="tx2"/>
                </a:solidFill>
              </a:defRPr>
            </a:lvl4pPr>
            <a:lvl5pPr marL="511175" indent="-163513" algn="l">
              <a:buClrTx/>
              <a:buFont typeface="Arial" panose="020B0604020202020204" pitchFamily="34" charset="0"/>
              <a:buChar char="•"/>
              <a:defRPr lang="en-US" sz="1300" dirty="0">
                <a:solidFill>
                  <a:schemeClr val="tx2"/>
                </a:solidFill>
              </a:defRPr>
            </a:lvl5pPr>
            <a:lvl6pPr marL="685800" indent="-174625" algn="l">
              <a:buClrTx/>
              <a:buFont typeface="Arial" panose="020B0604020202020204" pitchFamily="34" charset="0"/>
              <a:buChar char="–"/>
              <a:defRPr sz="1300" baseline="0">
                <a:solidFill>
                  <a:schemeClr val="tx2"/>
                </a:solidFill>
              </a:defRPr>
            </a:lvl6pPr>
            <a:lvl7pPr marL="860425" indent="-173038" algn="l">
              <a:buClrTx/>
              <a:buFont typeface="Arial" panose="020B0604020202020204" pitchFamily="34" charset="0"/>
              <a:buChar char="•"/>
              <a:defRPr sz="1300"/>
            </a:lvl7pPr>
            <a:lvl8pPr marL="1031875" indent="-171450" algn="l">
              <a:buClrTx/>
              <a:buFont typeface="Arial" panose="020B0604020202020204" pitchFamily="34" charset="0"/>
              <a:buChar char="–"/>
              <a:defRPr sz="1300"/>
            </a:lvl8pPr>
            <a:lvl9pPr marL="1203325" indent="-171450" algn="l">
              <a:buClrTx/>
              <a:buFont typeface="Arial" panose="020B0604020202020204" pitchFamily="34" charset="0"/>
              <a:buChar char="•"/>
              <a:defRPr sz="1300"/>
            </a:lvl9pPr>
          </a:lstStyle>
          <a:p>
            <a:pPr marL="0" lvl="0" indent="0" algn="ctr" defTabSz="457200" rtl="0" eaLnBrk="1" latinLnBrk="0" hangingPunct="1">
              <a:lnSpc>
                <a:spcPct val="108000"/>
              </a:lnSpc>
              <a:spcBef>
                <a:spcPts val="1800"/>
              </a:spcBef>
              <a:buClrTx/>
              <a:buFont typeface="Arial"/>
              <a:buNone/>
            </a:pPr>
            <a:r>
              <a:rPr lang="en-US"/>
              <a:t>3</a:t>
            </a:r>
          </a:p>
          <a:p>
            <a:pPr lvl="1"/>
            <a:r>
              <a:rPr lang="en-US"/>
              <a:t>Body text</a:t>
            </a:r>
          </a:p>
          <a:p>
            <a:pPr lvl="2"/>
            <a:r>
              <a:rPr lang="en-US"/>
              <a:t>First-level</a:t>
            </a:r>
          </a:p>
          <a:p>
            <a:pPr lvl="3"/>
            <a:r>
              <a:rPr lang="en-US"/>
              <a:t>Second-level</a:t>
            </a:r>
          </a:p>
          <a:p>
            <a:pPr lvl="4"/>
            <a:r>
              <a:rPr lang="en-US"/>
              <a:t>Third-level</a:t>
            </a:r>
          </a:p>
          <a:p>
            <a:pPr lvl="5"/>
            <a:r>
              <a:rPr lang="en-US"/>
              <a:t>Fourth-level</a:t>
            </a:r>
          </a:p>
          <a:p>
            <a:pPr lvl="6"/>
            <a:r>
              <a:rPr lang="en-US"/>
              <a:t>Fifth-level</a:t>
            </a:r>
          </a:p>
          <a:p>
            <a:pPr lvl="7"/>
            <a:r>
              <a:rPr lang="en-US"/>
              <a:t>Sixth-level</a:t>
            </a:r>
          </a:p>
          <a:p>
            <a:pPr lvl="8"/>
            <a:r>
              <a:rPr lang="en-US"/>
              <a:t>Seventh-level</a:t>
            </a:r>
          </a:p>
        </p:txBody>
      </p:sp>
    </p:spTree>
    <p:extLst>
      <p:ext uri="{BB962C8B-B14F-4D97-AF65-F5344CB8AC3E}">
        <p14:creationId xmlns:p14="http://schemas.microsoft.com/office/powerpoint/2010/main" val="104315606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18200F-1EB3-4B0D-BB1C-940C25A49887}"/>
              </a:ext>
            </a:extLst>
          </p:cNvPr>
          <p:cNvSpPr>
            <a:spLocks noGrp="1"/>
          </p:cNvSpPr>
          <p:nvPr>
            <p:ph type="title" hasCustomPrompt="1"/>
          </p:nvPr>
        </p:nvSpPr>
        <p:spPr>
          <a:xfrm>
            <a:off x="557929" y="530351"/>
            <a:ext cx="9667726" cy="713232"/>
          </a:xfrm>
        </p:spPr>
        <p:txBody>
          <a:bodyPr/>
          <a:lstStyle>
            <a:lvl1pPr>
              <a:defRPr sz="4800">
                <a:solidFill>
                  <a:schemeClr val="accent6"/>
                </a:solidFill>
              </a:defRPr>
            </a:lvl1pPr>
          </a:lstStyle>
          <a:p>
            <a:r>
              <a:rPr lang="en-US"/>
              <a:t>In closing</a:t>
            </a:r>
          </a:p>
        </p:txBody>
      </p:sp>
      <p:sp>
        <p:nvSpPr>
          <p:cNvPr id="4" name="Content Placeholder 2"/>
          <p:cNvSpPr>
            <a:spLocks noGrp="1"/>
          </p:cNvSpPr>
          <p:nvPr>
            <p:ph idx="1" hasCustomPrompt="1"/>
          </p:nvPr>
        </p:nvSpPr>
        <p:spPr bwMode="gray">
          <a:xfrm>
            <a:off x="557929" y="1767532"/>
            <a:ext cx="8588453" cy="3977640"/>
          </a:xfrm>
        </p:spPr>
        <p:txBody>
          <a:bodyPr/>
          <a:lstStyle>
            <a:lvl1pPr>
              <a:lnSpc>
                <a:spcPct val="100000"/>
              </a:lnSpc>
              <a:buClrTx/>
              <a:defRPr lang="en-US" sz="1800" b="1" kern="1200" cap="none" baseline="0" dirty="0">
                <a:solidFill>
                  <a:schemeClr val="tx2"/>
                </a:solidFill>
                <a:latin typeface="+mn-lt"/>
                <a:ea typeface="+mn-ea"/>
                <a:cs typeface="+mn-cs"/>
              </a:defRPr>
            </a:lvl1pPr>
            <a:lvl2pPr marL="0" indent="0">
              <a:buClrTx/>
              <a:buFontTx/>
              <a:buNone/>
              <a:defRPr baseline="0">
                <a:solidFill>
                  <a:schemeClr val="tx2"/>
                </a:solidFill>
              </a:defRPr>
            </a:lvl2pPr>
            <a:lvl3pPr marL="173038" indent="-173038">
              <a:buClrTx/>
              <a:buFont typeface="Arial" panose="020B0604020202020204" pitchFamily="34" charset="0"/>
              <a:buChar char="•"/>
              <a:defRPr baseline="0">
                <a:solidFill>
                  <a:schemeClr val="tx2"/>
                </a:solidFill>
              </a:defRPr>
            </a:lvl3pPr>
            <a:lvl4pPr marL="347663" indent="-174625">
              <a:buClrTx/>
              <a:buFont typeface="Arial" panose="020B0604020202020204" pitchFamily="34" charset="0"/>
              <a:buChar char="–"/>
              <a:defRPr>
                <a:solidFill>
                  <a:schemeClr val="tx2"/>
                </a:solidFill>
              </a:defRPr>
            </a:lvl4pPr>
            <a:lvl5pPr marL="509588" indent="-161925">
              <a:buClrTx/>
              <a:buFont typeface="Arial" panose="020B0604020202020204" pitchFamily="34" charset="0"/>
              <a:buChar char="•"/>
              <a:defRPr baseline="0">
                <a:solidFill>
                  <a:schemeClr val="tx2"/>
                </a:solidFill>
              </a:defRPr>
            </a:lvl5pPr>
            <a:lvl6pPr marL="682625" indent="-173038">
              <a:buClrTx/>
              <a:buFont typeface="Arial" panose="020B0604020202020204" pitchFamily="34" charset="0"/>
              <a:buChar char="–"/>
              <a:defRPr/>
            </a:lvl6pPr>
            <a:lvl7pPr marL="857250" indent="-174625">
              <a:buClrTx/>
              <a:buFont typeface="Arial" panose="020B0604020202020204" pitchFamily="34" charset="0"/>
              <a:buChar char="•"/>
              <a:defRPr/>
            </a:lvl7pPr>
            <a:lvl8pPr marL="1030288" indent="-173038">
              <a:buClrTx/>
              <a:buFont typeface="Arial" panose="020B0604020202020204" pitchFamily="34" charset="0"/>
              <a:buChar char="–"/>
              <a:defRPr/>
            </a:lvl8pPr>
            <a:lvl9pPr marL="1203325" indent="-173038">
              <a:buClrTx/>
              <a:buFont typeface="Arial" panose="020B0604020202020204" pitchFamily="34" charset="0"/>
              <a:buChar char="•"/>
              <a:defRPr/>
            </a:lvl9pPr>
          </a:lstStyle>
          <a:p>
            <a:pPr marL="0" lvl="0" indent="0" algn="l" defTabSz="457200" rtl="0" eaLnBrk="1" latinLnBrk="0" hangingPunct="1">
              <a:lnSpc>
                <a:spcPct val="100000"/>
              </a:lnSpc>
              <a:spcBef>
                <a:spcPts val="1800"/>
              </a:spcBef>
              <a:buClr>
                <a:schemeClr val="tx1"/>
              </a:buClr>
              <a:buFont typeface="Arial"/>
              <a:buNone/>
            </a:pPr>
            <a:r>
              <a:rPr lang="en-US"/>
              <a:t>Click to add 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3666531886"/>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a:t>Click to add title</a:t>
            </a:r>
          </a:p>
        </p:txBody>
      </p:sp>
    </p:spTree>
    <p:extLst>
      <p:ext uri="{BB962C8B-B14F-4D97-AF65-F5344CB8AC3E}">
        <p14:creationId xmlns:p14="http://schemas.microsoft.com/office/powerpoint/2010/main" val="89827307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894208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Blank Accessibilit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51F70-C83F-4915-A55C-CF9D7C4CEB76}"/>
              </a:ext>
            </a:extLst>
          </p:cNvPr>
          <p:cNvSpPr>
            <a:spLocks noGrp="1"/>
          </p:cNvSpPr>
          <p:nvPr>
            <p:ph type="title" hasCustomPrompt="1"/>
          </p:nvPr>
        </p:nvSpPr>
        <p:spPr>
          <a:xfrm>
            <a:off x="557930" y="-344516"/>
            <a:ext cx="11026126" cy="264306"/>
          </a:xfrm>
        </p:spPr>
        <p:txBody>
          <a:bodyPr anchor="b"/>
          <a:lstStyle>
            <a:lvl1pPr>
              <a:defRPr sz="1400"/>
            </a:lvl1pPr>
          </a:lstStyle>
          <a:p>
            <a:r>
              <a:rPr lang="en-US"/>
              <a:t>Title for slide built on the blank accessibility master</a:t>
            </a:r>
          </a:p>
        </p:txBody>
      </p:sp>
    </p:spTree>
    <p:extLst>
      <p:ext uri="{BB962C8B-B14F-4D97-AF65-F5344CB8AC3E}">
        <p14:creationId xmlns:p14="http://schemas.microsoft.com/office/powerpoint/2010/main" val="279447278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Closing with Image">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AD57F1C3-026C-4E29-99D9-D207AB9AE851}"/>
              </a:ext>
            </a:extLst>
          </p:cNvPr>
          <p:cNvSpPr>
            <a:spLocks noGrp="1"/>
          </p:cNvSpPr>
          <p:nvPr>
            <p:ph type="pic" sz="quarter" idx="16" hasCustomPrompt="1"/>
          </p:nvPr>
        </p:nvSpPr>
        <p:spPr>
          <a:xfrm>
            <a:off x="1" y="0"/>
            <a:ext cx="12192000" cy="6858000"/>
          </a:xfrm>
          <a:prstGeom prst="rect">
            <a:avLst/>
          </a:prstGeom>
          <a:solidFill>
            <a:schemeClr val="bg1">
              <a:lumMod val="85000"/>
            </a:schemeClr>
          </a:solidFill>
        </p:spPr>
        <p:txBody>
          <a:bodyPr anchor="ctr"/>
          <a:lstStyle>
            <a:lvl1pPr marL="0" marR="0" indent="0" algn="ctr" defTabSz="457200" rtl="0" eaLnBrk="1" fontAlgn="auto" latinLnBrk="0" hangingPunct="1">
              <a:lnSpc>
                <a:spcPct val="100000"/>
              </a:lnSpc>
              <a:spcBef>
                <a:spcPts val="0"/>
              </a:spcBef>
              <a:spcAft>
                <a:spcPts val="0"/>
              </a:spcAft>
              <a:buClrTx/>
              <a:buSzTx/>
              <a:buFont typeface="Arial"/>
              <a:buNone/>
              <a:tabLst/>
              <a:defRPr>
                <a:solidFill>
                  <a:schemeClr val="accent6"/>
                </a:solidFill>
                <a:latin typeface="CVS Health Sans" panose="020B0504020202020204" pitchFamily="34" charset="0"/>
              </a:defRPr>
            </a:lvl1pPr>
          </a:lstStyle>
          <a:p>
            <a:r>
              <a:rPr lang="en-US"/>
              <a:t>BE SURE IMAGE IS </a:t>
            </a:r>
            <a:br>
              <a:rPr lang="en-US"/>
            </a:br>
            <a:r>
              <a:rPr lang="en-US"/>
              <a:t>DARK ENOUGH SO TYPE AND </a:t>
            </a:r>
            <a:br>
              <a:rPr lang="en-US"/>
            </a:br>
            <a:r>
              <a:rPr lang="en-US"/>
              <a:t>LOGO ARE READABLE</a:t>
            </a:r>
          </a:p>
          <a:p>
            <a:br>
              <a:rPr lang="en-US"/>
            </a:br>
            <a:r>
              <a:rPr lang="en-US"/>
              <a:t>Be sure to send image to </a:t>
            </a:r>
            <a:br>
              <a:rPr lang="en-US"/>
            </a:br>
            <a:r>
              <a:rPr lang="en-US"/>
              <a:t>back so logo sits on top of image</a:t>
            </a:r>
            <a:br>
              <a:rPr lang="en-US"/>
            </a:br>
            <a:br>
              <a:rPr lang="en-US"/>
            </a:br>
            <a:br>
              <a:rPr lang="en-US"/>
            </a:br>
            <a:br>
              <a:rPr lang="en-US"/>
            </a:br>
            <a:br>
              <a:rPr lang="en-US"/>
            </a:br>
            <a:br>
              <a:rPr lang="en-US"/>
            </a:br>
            <a:br>
              <a:rPr lang="en-US"/>
            </a:br>
            <a:br>
              <a:rPr lang="en-US"/>
            </a:br>
            <a:br>
              <a:rPr lang="en-US"/>
            </a:br>
            <a:endParaRPr lang="en-US"/>
          </a:p>
        </p:txBody>
      </p:sp>
      <p:sp>
        <p:nvSpPr>
          <p:cNvPr id="8" name="Title 7">
            <a:extLst>
              <a:ext uri="{FF2B5EF4-FFF2-40B4-BE49-F238E27FC236}">
                <a16:creationId xmlns:a16="http://schemas.microsoft.com/office/drawing/2014/main" id="{1C551DC1-11AC-42C9-8CB3-4FB83FD45BC9}"/>
              </a:ext>
            </a:extLst>
          </p:cNvPr>
          <p:cNvSpPr>
            <a:spLocks noGrp="1"/>
          </p:cNvSpPr>
          <p:nvPr>
            <p:ph type="title" hasCustomPrompt="1"/>
          </p:nvPr>
        </p:nvSpPr>
        <p:spPr>
          <a:xfrm>
            <a:off x="847938" y="1188272"/>
            <a:ext cx="3775713" cy="713232"/>
          </a:xfrm>
        </p:spPr>
        <p:txBody>
          <a:bodyPr/>
          <a:lstStyle>
            <a:lvl1pPr>
              <a:defRPr sz="4800">
                <a:solidFill>
                  <a:schemeClr val="bg1"/>
                </a:solidFill>
              </a:defRPr>
            </a:lvl1pPr>
          </a:lstStyle>
          <a:p>
            <a:r>
              <a:rPr lang="en-US"/>
              <a:t>Closing slide</a:t>
            </a:r>
          </a:p>
        </p:txBody>
      </p:sp>
      <p:pic>
        <p:nvPicPr>
          <p:cNvPr id="4" name="Graphic 3" descr="CVS Health logo.">
            <a:extLst>
              <a:ext uri="{FF2B5EF4-FFF2-40B4-BE49-F238E27FC236}">
                <a16:creationId xmlns:a16="http://schemas.microsoft.com/office/drawing/2014/main" id="{4241CE38-4CEB-4E8B-816C-5C169EC9AE0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3013776797"/>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C86AF3C-6D1C-4D8B-80F4-510F140C3483}"/>
              </a:ext>
            </a:extLst>
          </p:cNvPr>
          <p:cNvSpPr>
            <a:spLocks noGrp="1"/>
          </p:cNvSpPr>
          <p:nvPr>
            <p:ph type="title" hasCustomPrompt="1"/>
          </p:nvPr>
        </p:nvSpPr>
        <p:spPr>
          <a:xfrm>
            <a:off x="1098732" y="3017954"/>
            <a:ext cx="9994538" cy="713232"/>
          </a:xfrm>
        </p:spPr>
        <p:txBody>
          <a:bodyPr/>
          <a:lstStyle>
            <a:lvl1pPr algn="ctr">
              <a:defRPr sz="5400">
                <a:solidFill>
                  <a:schemeClr val="accent2"/>
                </a:solidFill>
              </a:defRPr>
            </a:lvl1pPr>
          </a:lstStyle>
          <a:p>
            <a:r>
              <a:rPr lang="en-US"/>
              <a:t>Closing slide</a:t>
            </a:r>
          </a:p>
        </p:txBody>
      </p:sp>
    </p:spTree>
    <p:extLst>
      <p:ext uri="{BB962C8B-B14F-4D97-AF65-F5344CB8AC3E}">
        <p14:creationId xmlns:p14="http://schemas.microsoft.com/office/powerpoint/2010/main" val="82526699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CVS logo on white">
    <p:spTree>
      <p:nvGrpSpPr>
        <p:cNvPr id="1" name=""/>
        <p:cNvGrpSpPr/>
        <p:nvPr/>
      </p:nvGrpSpPr>
      <p:grpSpPr>
        <a:xfrm>
          <a:off x="0" y="0"/>
          <a:ext cx="0" cy="0"/>
          <a:chOff x="0" y="0"/>
          <a:chExt cx="0" cy="0"/>
        </a:xfrm>
      </p:grpSpPr>
      <p:pic>
        <p:nvPicPr>
          <p:cNvPr id="12" name="Graphic 11" descr="CVS Health logo.">
            <a:extLst>
              <a:ext uri="{FF2B5EF4-FFF2-40B4-BE49-F238E27FC236}">
                <a16:creationId xmlns:a16="http://schemas.microsoft.com/office/drawing/2014/main" id="{3B724D08-4F05-4A11-9EB9-CD3B1FE6110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6318" y="3030094"/>
            <a:ext cx="6539366" cy="797815"/>
          </a:xfrm>
          <a:prstGeom prst="rect">
            <a:avLst/>
          </a:prstGeom>
        </p:spPr>
      </p:pic>
      <p:sp>
        <p:nvSpPr>
          <p:cNvPr id="11" name="Rectangle 10">
            <a:extLst>
              <a:ext uri="{FF2B5EF4-FFF2-40B4-BE49-F238E27FC236}">
                <a16:creationId xmlns:a16="http://schemas.microsoft.com/office/drawing/2014/main" id="{E1268719-E45D-4DB9-A5CE-3920E9240B44}"/>
              </a:ext>
            </a:extLst>
          </p:cNvPr>
          <p:cNvSpPr/>
          <p:nvPr userDrawn="1"/>
        </p:nvSpPr>
        <p:spPr>
          <a:xfrm>
            <a:off x="1" y="5779008"/>
            <a:ext cx="12192000" cy="1078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3" name="Title 1">
            <a:extLst>
              <a:ext uri="{FF2B5EF4-FFF2-40B4-BE49-F238E27FC236}">
                <a16:creationId xmlns:a16="http://schemas.microsoft.com/office/drawing/2014/main" id="{67519E24-EA44-44E4-8587-7A08DC99D588}"/>
              </a:ext>
            </a:extLst>
          </p:cNvPr>
          <p:cNvSpPr>
            <a:spLocks noGrp="1"/>
          </p:cNvSpPr>
          <p:nvPr>
            <p:ph type="title" hasCustomPrompt="1"/>
          </p:nvPr>
        </p:nvSpPr>
        <p:spPr>
          <a:xfrm>
            <a:off x="557930" y="-347472"/>
            <a:ext cx="11026126" cy="264306"/>
          </a:xfrm>
        </p:spPr>
        <p:txBody>
          <a:bodyPr anchor="b"/>
          <a:lstStyle>
            <a:lvl1pPr>
              <a:defRPr sz="1400">
                <a:solidFill>
                  <a:schemeClr val="tx2"/>
                </a:solidFill>
              </a:defRPr>
            </a:lvl1pPr>
          </a:lstStyle>
          <a:p>
            <a:r>
              <a:rPr lang="en-US"/>
              <a:t>CVS Health logo on white background</a:t>
            </a:r>
          </a:p>
        </p:txBody>
      </p:sp>
    </p:spTree>
    <p:extLst>
      <p:ext uri="{BB962C8B-B14F-4D97-AF65-F5344CB8AC3E}">
        <p14:creationId xmlns:p14="http://schemas.microsoft.com/office/powerpoint/2010/main" val="242185005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CVS logo on re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1268719-E45D-4DB9-A5CE-3920E9240B44}"/>
              </a:ext>
            </a:extLst>
          </p:cNvPr>
          <p:cNvSpPr/>
          <p:nvPr userDrawn="1"/>
        </p:nvSpPr>
        <p:spPr>
          <a:xfrm>
            <a:off x="1" y="0"/>
            <a:ext cx="12192000" cy="6858000"/>
          </a:xfrm>
          <a:prstGeom prst="rect">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1">
              <a:latin typeface="+mn-lt"/>
              <a:cs typeface="Arial" panose="020B0604020202020204" pitchFamily="34" charset="0"/>
            </a:endParaRPr>
          </a:p>
        </p:txBody>
      </p:sp>
      <p:sp>
        <p:nvSpPr>
          <p:cNvPr id="11" name="Title 1">
            <a:extLst>
              <a:ext uri="{FF2B5EF4-FFF2-40B4-BE49-F238E27FC236}">
                <a16:creationId xmlns:a16="http://schemas.microsoft.com/office/drawing/2014/main" id="{E33B14B6-B371-42B3-8BC3-E203B9570C03}"/>
              </a:ext>
            </a:extLst>
          </p:cNvPr>
          <p:cNvSpPr>
            <a:spLocks noGrp="1"/>
          </p:cNvSpPr>
          <p:nvPr>
            <p:ph type="title" hasCustomPrompt="1"/>
          </p:nvPr>
        </p:nvSpPr>
        <p:spPr>
          <a:xfrm>
            <a:off x="557930" y="-347472"/>
            <a:ext cx="11026126" cy="264306"/>
          </a:xfrm>
        </p:spPr>
        <p:txBody>
          <a:bodyPr anchor="b"/>
          <a:lstStyle>
            <a:lvl1pPr>
              <a:defRPr sz="1400">
                <a:solidFill>
                  <a:schemeClr val="tx2"/>
                </a:solidFill>
              </a:defRPr>
            </a:lvl1pPr>
          </a:lstStyle>
          <a:p>
            <a:r>
              <a:rPr lang="en-US"/>
              <a:t>CVS Health logo on red background</a:t>
            </a:r>
          </a:p>
        </p:txBody>
      </p:sp>
      <p:pic>
        <p:nvPicPr>
          <p:cNvPr id="12" name="Graphic 11" descr="CVS Health logo in white.">
            <a:extLst>
              <a:ext uri="{FF2B5EF4-FFF2-40B4-BE49-F238E27FC236}">
                <a16:creationId xmlns:a16="http://schemas.microsoft.com/office/drawing/2014/main" id="{B559DD0B-4B08-444F-A6AA-A5A2ED1474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826318" y="3030094"/>
            <a:ext cx="6539366" cy="797815"/>
          </a:xfrm>
          <a:prstGeom prst="rect">
            <a:avLst/>
          </a:prstGeom>
        </p:spPr>
      </p:pic>
    </p:spTree>
    <p:extLst>
      <p:ext uri="{BB962C8B-B14F-4D97-AF65-F5344CB8AC3E}">
        <p14:creationId xmlns:p14="http://schemas.microsoft.com/office/powerpoint/2010/main" val="13989875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599">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2" y="960559"/>
            <a:ext cx="11188701" cy="757255"/>
          </a:xfrm>
          <a:prstGeom prst="rect">
            <a:avLst/>
          </a:prstGeom>
        </p:spPr>
        <p:txBody>
          <a:bodyPr lIns="0" tIns="0" rIns="0" bIns="0">
            <a:noAutofit/>
          </a:bodyPr>
          <a:lstStyle>
            <a:lvl1pPr marL="0" indent="0">
              <a:buNone/>
              <a:defRPr sz="1799"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721299734"/>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93192"/>
            <a:ext cx="10972800" cy="822960"/>
          </a:xfrm>
        </p:spPr>
        <p:txBody>
          <a:bodyPr/>
          <a:lstStyle/>
          <a:p>
            <a:r>
              <a:rPr lang="en-US"/>
              <a:t>Click to edit Master title style</a:t>
            </a:r>
          </a:p>
        </p:txBody>
      </p:sp>
      <p:sp>
        <p:nvSpPr>
          <p:cNvPr id="3" name="Content Placeholder 2"/>
          <p:cNvSpPr>
            <a:spLocks noGrp="1"/>
          </p:cNvSpPr>
          <p:nvPr>
            <p:ph sz="half" idx="1"/>
          </p:nvPr>
        </p:nvSpPr>
        <p:spPr bwMode="gray">
          <a:xfrm>
            <a:off x="609610" y="1463040"/>
            <a:ext cx="5238479" cy="4389120"/>
          </a:xfrm>
        </p:spPr>
        <p:txBody>
          <a:bodyPr vert="horz" lIns="0" tIns="0" rIns="91440" bIns="0" rtlCol="0">
            <a:noAutofit/>
          </a:bodyPr>
          <a:lstStyle>
            <a:lvl1pPr>
              <a:defRPr lang="en-US" cap="none" baseline="0"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bwMode="gray">
          <a:xfrm>
            <a:off x="6343922" y="1463040"/>
            <a:ext cx="5238479" cy="4389120"/>
          </a:xfrm>
        </p:spPr>
        <p:txBody>
          <a:bodyPr vert="horz" lIns="0" tIns="0" rIns="91440" bIns="0" rtlCol="0">
            <a:noAutofit/>
          </a:bodyPr>
          <a:lstStyle>
            <a:lvl1pPr>
              <a:defRPr lang="en-US" cap="none" baseline="0"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4D467D88-DCFD-354C-96A5-D863D5E9364D}" type="slidenum">
              <a:rPr lang="en-US" smtClean="0"/>
              <a:pPr/>
              <a:t>‹#›</a:t>
            </a:fld>
            <a:endParaRPr lang="en-US"/>
          </a:p>
        </p:txBody>
      </p:sp>
      <p:sp>
        <p:nvSpPr>
          <p:cNvPr id="8" name="Footer Placeholder 1"/>
          <p:cNvSpPr>
            <a:spLocks noGrp="1"/>
          </p:cNvSpPr>
          <p:nvPr userDrawn="1">
            <p:ph type="ftr" sz="quarter" idx="11"/>
          </p:nvPr>
        </p:nvSpPr>
        <p:spPr>
          <a:xfrm>
            <a:off x="609600" y="6492240"/>
            <a:ext cx="11404600" cy="219456"/>
          </a:xfrm>
        </p:spPr>
        <p:txBody>
          <a:bodyPr/>
          <a:lstStyle/>
          <a:p>
            <a:pPr algn="ctr"/>
            <a:r>
              <a:rPr lang="en-US" sz="800"/>
              <a:t>©2019 CVS Health and/or one of its affiliates: Confidential &amp; Proprietary</a:t>
            </a:r>
          </a:p>
        </p:txBody>
      </p:sp>
      <p:sp>
        <p:nvSpPr>
          <p:cNvPr id="9" name="TextBox 35"/>
          <p:cNvSpPr txBox="1">
            <a:spLocks noChangeArrowheads="1"/>
          </p:cNvSpPr>
          <p:nvPr userDrawn="1"/>
        </p:nvSpPr>
        <p:spPr bwMode="auto">
          <a:xfrm>
            <a:off x="620185" y="6464300"/>
            <a:ext cx="3475567" cy="215900"/>
          </a:xfrm>
          <a:prstGeom prst="rect">
            <a:avLst/>
          </a:prstGeom>
          <a:noFill/>
          <a:ln w="9525">
            <a:noFill/>
            <a:miter lim="800000"/>
            <a:headEnd/>
            <a:tailEnd/>
          </a:ln>
        </p:spPr>
        <p:txBody>
          <a:bodyPr lIns="0" tIns="0" rIns="0" bIns="0">
            <a:spAutoFit/>
          </a:bodyPr>
          <a:lstStyle/>
          <a:p>
            <a:r>
              <a:rPr lang="en-US" sz="1400" b="1">
                <a:latin typeface="HelveticaNeueLT Std Lt" pitchFamily="34" charset="0"/>
              </a:rPr>
              <a:t>Digital </a:t>
            </a:r>
          </a:p>
        </p:txBody>
      </p:sp>
    </p:spTree>
    <p:extLst>
      <p:ext uri="{BB962C8B-B14F-4D97-AF65-F5344CB8AC3E}">
        <p14:creationId xmlns:p14="http://schemas.microsoft.com/office/powerpoint/2010/main" val="1739608113"/>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bwMode="gray"/>
        <p:txBody>
          <a:bodyPr/>
          <a:lstStyle>
            <a:lvl1pPr>
              <a:defRPr cap="none" baseline="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4D467D88-DCFD-354C-96A5-D863D5E9364D}" type="slidenum">
              <a:rPr lang="en-US" smtClean="0"/>
              <a:pPr/>
              <a:t>‹#›</a:t>
            </a:fld>
            <a:endParaRPr lang="en-US"/>
          </a:p>
        </p:txBody>
      </p:sp>
      <p:sp>
        <p:nvSpPr>
          <p:cNvPr id="7" name="Footer Placeholder 1"/>
          <p:cNvSpPr>
            <a:spLocks noGrp="1"/>
          </p:cNvSpPr>
          <p:nvPr userDrawn="1">
            <p:ph type="ftr" sz="quarter" idx="11"/>
          </p:nvPr>
        </p:nvSpPr>
        <p:spPr>
          <a:xfrm>
            <a:off x="609600" y="6492240"/>
            <a:ext cx="11404600" cy="219456"/>
          </a:xfrm>
        </p:spPr>
        <p:txBody>
          <a:bodyPr/>
          <a:lstStyle/>
          <a:p>
            <a:pPr algn="ctr"/>
            <a:r>
              <a:rPr lang="en-US" sz="800"/>
              <a:t>©2019 CVS Health and/or one of its affiliates: Confidential &amp; Proprietary</a:t>
            </a:r>
          </a:p>
        </p:txBody>
      </p:sp>
      <p:sp>
        <p:nvSpPr>
          <p:cNvPr id="8" name="TextBox 35"/>
          <p:cNvSpPr txBox="1">
            <a:spLocks noChangeArrowheads="1"/>
          </p:cNvSpPr>
          <p:nvPr userDrawn="1"/>
        </p:nvSpPr>
        <p:spPr bwMode="auto">
          <a:xfrm>
            <a:off x="620185" y="6464300"/>
            <a:ext cx="3475567" cy="215900"/>
          </a:xfrm>
          <a:prstGeom prst="rect">
            <a:avLst/>
          </a:prstGeom>
          <a:noFill/>
          <a:ln w="9525">
            <a:noFill/>
            <a:miter lim="800000"/>
            <a:headEnd/>
            <a:tailEnd/>
          </a:ln>
        </p:spPr>
        <p:txBody>
          <a:bodyPr lIns="0" tIns="0" rIns="0" bIns="0">
            <a:spAutoFit/>
          </a:bodyPr>
          <a:lstStyle/>
          <a:p>
            <a:r>
              <a:rPr lang="en-US" sz="1400" b="1">
                <a:latin typeface="HelveticaNeueLT Std Lt" pitchFamily="34" charset="0"/>
              </a:rPr>
              <a:t>Digital </a:t>
            </a:r>
          </a:p>
        </p:txBody>
      </p:sp>
    </p:spTree>
    <p:extLst>
      <p:ext uri="{BB962C8B-B14F-4D97-AF65-F5344CB8AC3E}">
        <p14:creationId xmlns:p14="http://schemas.microsoft.com/office/powerpoint/2010/main" val="3060823148"/>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sz="2598">
                <a:solidFill>
                  <a:schemeClr val="tx2"/>
                </a:solidFill>
              </a:defRPr>
            </a:lvl1pPr>
          </a:lstStyle>
          <a:p>
            <a:r>
              <a:rPr lang="en-US"/>
              <a:t>Click to add title</a:t>
            </a:r>
          </a:p>
        </p:txBody>
      </p:sp>
      <p:sp>
        <p:nvSpPr>
          <p:cNvPr id="3" name="Text Placeholder 8">
            <a:extLst>
              <a:ext uri="{FF2B5EF4-FFF2-40B4-BE49-F238E27FC236}">
                <a16:creationId xmlns:a16="http://schemas.microsoft.com/office/drawing/2014/main" id="{B8021B34-0B0D-44E7-A626-32E071681433}"/>
              </a:ext>
            </a:extLst>
          </p:cNvPr>
          <p:cNvSpPr>
            <a:spLocks noGrp="1"/>
          </p:cNvSpPr>
          <p:nvPr>
            <p:ph type="body" sz="quarter" idx="13" hasCustomPrompt="1"/>
          </p:nvPr>
        </p:nvSpPr>
        <p:spPr>
          <a:xfrm>
            <a:off x="557933" y="960561"/>
            <a:ext cx="11188701" cy="757255"/>
          </a:xfrm>
          <a:prstGeom prst="rect">
            <a:avLst/>
          </a:prstGeom>
        </p:spPr>
        <p:txBody>
          <a:bodyPr lIns="0" tIns="0" rIns="0" bIns="0">
            <a:noAutofit/>
          </a:bodyPr>
          <a:lstStyle>
            <a:lvl1pPr marL="0" indent="0">
              <a:buNone/>
              <a:defRPr sz="1798" b="0">
                <a:solidFill>
                  <a:schemeClr val="tx2"/>
                </a:solidFill>
              </a:defRPr>
            </a:lvl1pPr>
          </a:lstStyle>
          <a:p>
            <a:pPr lvl="0"/>
            <a:r>
              <a:rPr lang="en-US" noProof="0"/>
              <a:t>Click to add subtitle</a:t>
            </a:r>
          </a:p>
        </p:txBody>
      </p:sp>
    </p:spTree>
    <p:extLst>
      <p:ext uri="{BB962C8B-B14F-4D97-AF65-F5344CB8AC3E}">
        <p14:creationId xmlns:p14="http://schemas.microsoft.com/office/powerpoint/2010/main" val="390828166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57929" y="649224"/>
            <a:ext cx="9667726" cy="713232"/>
          </a:xfrm>
        </p:spPr>
        <p:txBody>
          <a:bodyPr/>
          <a:lstStyle>
            <a:lvl1pPr>
              <a:defRPr>
                <a:solidFill>
                  <a:schemeClr val="tx2"/>
                </a:solidFill>
              </a:defRPr>
            </a:lvl1pPr>
          </a:lstStyle>
          <a:p>
            <a:r>
              <a:rPr lang="en-US"/>
              <a:t>Click to add title for one-column layout</a:t>
            </a:r>
          </a:p>
        </p:txBody>
      </p:sp>
      <p:sp>
        <p:nvSpPr>
          <p:cNvPr id="4" name="Content Placeholder 2"/>
          <p:cNvSpPr>
            <a:spLocks noGrp="1"/>
          </p:cNvSpPr>
          <p:nvPr>
            <p:ph idx="1" hasCustomPrompt="1"/>
          </p:nvPr>
        </p:nvSpPr>
        <p:spPr bwMode="gray">
          <a:xfrm>
            <a:off x="557929" y="1774880"/>
            <a:ext cx="8588453" cy="3987745"/>
          </a:xfrm>
        </p:spPr>
        <p:txBody>
          <a:bodyPr/>
          <a:lstStyle>
            <a:lvl1pPr>
              <a:defRPr sz="2000" b="1" cap="none" baseline="0">
                <a:solidFill>
                  <a:schemeClr val="tx2"/>
                </a:solidFill>
              </a:defRPr>
            </a:lvl1pPr>
            <a:lvl2pPr marL="0" indent="0">
              <a:buFontTx/>
              <a:buNone/>
              <a:defRPr sz="1500">
                <a:solidFill>
                  <a:schemeClr val="tx2"/>
                </a:solidFill>
              </a:defRPr>
            </a:lvl2pPr>
            <a:lvl3pPr marL="173038" indent="-173038">
              <a:spcBef>
                <a:spcPts val="1200"/>
              </a:spcBef>
              <a:buFont typeface="Arial" panose="020B0604020202020204" pitchFamily="34" charset="0"/>
              <a:buChar char="•"/>
              <a:defRPr sz="1500">
                <a:solidFill>
                  <a:schemeClr val="tx2"/>
                </a:solidFill>
              </a:defRPr>
            </a:lvl3pPr>
            <a:lvl4pPr marL="347663" indent="-174625">
              <a:spcBef>
                <a:spcPts val="600"/>
              </a:spcBef>
              <a:buFont typeface="Arial" panose="020B0604020202020204" pitchFamily="34" charset="0"/>
              <a:buChar char="–"/>
              <a:defRPr sz="1500">
                <a:solidFill>
                  <a:schemeClr val="tx2"/>
                </a:solidFill>
              </a:defRPr>
            </a:lvl4pPr>
            <a:lvl5pPr marL="509588" indent="-161925">
              <a:spcBef>
                <a:spcPts val="600"/>
              </a:spcBef>
              <a:buFont typeface="Arial" panose="020B0604020202020204" pitchFamily="34" charset="0"/>
              <a:buChar char="•"/>
              <a:defRPr sz="1500">
                <a:solidFill>
                  <a:schemeClr val="tx2"/>
                </a:solidFill>
              </a:defRPr>
            </a:lvl5pPr>
            <a:lvl6pPr marL="682625" indent="-173038">
              <a:buFont typeface="Arial" panose="020B0604020202020204" pitchFamily="34" charset="0"/>
              <a:buChar char="–"/>
              <a:defRPr sz="1500" baseline="0"/>
            </a:lvl6pPr>
            <a:lvl7pPr marL="857250" indent="-174625">
              <a:spcBef>
                <a:spcPts val="600"/>
              </a:spcBef>
              <a:buFont typeface="Arial" panose="020B0604020202020204" pitchFamily="34" charset="0"/>
              <a:buChar char="•"/>
              <a:defRPr sz="1500" baseline="0">
                <a:solidFill>
                  <a:schemeClr val="tx2"/>
                </a:solidFill>
              </a:defRPr>
            </a:lvl7pPr>
            <a:lvl8pPr marL="1030288" indent="-173038">
              <a:spcBef>
                <a:spcPts val="600"/>
              </a:spcBef>
              <a:buFont typeface="Arial" panose="020B0604020202020204" pitchFamily="34" charset="0"/>
              <a:buChar char="–"/>
              <a:defRPr sz="1500" baseline="0">
                <a:solidFill>
                  <a:schemeClr val="tx2"/>
                </a:solidFill>
              </a:defRPr>
            </a:lvl8pPr>
            <a:lvl9pPr marL="1203325" indent="-173038">
              <a:spcBef>
                <a:spcPts val="600"/>
              </a:spcBef>
              <a:buFont typeface="Arial" panose="020B0604020202020204" pitchFamily="34" charset="0"/>
              <a:buChar char="•"/>
              <a:defRPr sz="1500" baseline="0">
                <a:solidFill>
                  <a:schemeClr val="tx2"/>
                </a:solidFill>
              </a:defRPr>
            </a:lvl9pPr>
          </a:lstStyle>
          <a:p>
            <a:pPr lvl="0"/>
            <a:r>
              <a:rPr lang="en-US"/>
              <a:t>Header</a:t>
            </a:r>
          </a:p>
          <a:p>
            <a:pPr lvl="1"/>
            <a:r>
              <a:rPr lang="en-US"/>
              <a:t>Body text</a:t>
            </a:r>
          </a:p>
          <a:p>
            <a:pPr lvl="2"/>
            <a:r>
              <a:rPr lang="en-US"/>
              <a:t>First-level bullet</a:t>
            </a:r>
          </a:p>
          <a:p>
            <a:pPr lvl="3"/>
            <a:r>
              <a:rPr lang="en-US"/>
              <a:t>Second-level bullet</a:t>
            </a:r>
          </a:p>
          <a:p>
            <a:pPr lvl="4"/>
            <a:r>
              <a:rPr lang="en-US"/>
              <a:t>Third-level bullet</a:t>
            </a:r>
          </a:p>
          <a:p>
            <a:pPr lvl="5"/>
            <a:r>
              <a:rPr lang="en-US"/>
              <a:t>Fourth-level bullet</a:t>
            </a:r>
          </a:p>
          <a:p>
            <a:pPr lvl="6"/>
            <a:r>
              <a:rPr lang="en-US"/>
              <a:t>Fifth-level bullet</a:t>
            </a:r>
          </a:p>
          <a:p>
            <a:pPr lvl="7"/>
            <a:r>
              <a:rPr lang="en-US"/>
              <a:t>Sixth-level bullet</a:t>
            </a:r>
          </a:p>
          <a:p>
            <a:pPr lvl="8"/>
            <a:r>
              <a:rPr lang="en-US"/>
              <a:t>Seventh-level bullet</a:t>
            </a:r>
          </a:p>
        </p:txBody>
      </p:sp>
    </p:spTree>
    <p:extLst>
      <p:ext uri="{BB962C8B-B14F-4D97-AF65-F5344CB8AC3E}">
        <p14:creationId xmlns:p14="http://schemas.microsoft.com/office/powerpoint/2010/main" val="42469984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oleObject" Target="../embeddings/oleObject1.bin"/><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slideLayout" Target="../slideLayouts/slideLayout78.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42" Type="http://schemas.openxmlformats.org/officeDocument/2006/relationships/slideLayout" Target="../slideLayouts/slideLayout81.xml"/><Relationship Id="rId47" Type="http://schemas.openxmlformats.org/officeDocument/2006/relationships/theme" Target="../theme/theme2.xml"/><Relationship Id="rId50" Type="http://schemas.openxmlformats.org/officeDocument/2006/relationships/image" Target="../media/image3.emf"/><Relationship Id="rId7" Type="http://schemas.openxmlformats.org/officeDocument/2006/relationships/slideLayout" Target="../slideLayouts/slideLayout4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9" Type="http://schemas.openxmlformats.org/officeDocument/2006/relationships/slideLayout" Target="../slideLayouts/slideLayout68.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slideLayout" Target="../slideLayouts/slideLayout79.xml"/><Relationship Id="rId45" Type="http://schemas.openxmlformats.org/officeDocument/2006/relationships/slideLayout" Target="../slideLayouts/slideLayout84.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49" Type="http://schemas.openxmlformats.org/officeDocument/2006/relationships/oleObject" Target="../embeddings/oleObject2.bin"/><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4" Type="http://schemas.openxmlformats.org/officeDocument/2006/relationships/slideLayout" Target="../slideLayouts/slideLayout83.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 Id="rId43" Type="http://schemas.openxmlformats.org/officeDocument/2006/relationships/slideLayout" Target="../slideLayouts/slideLayout82.xml"/><Relationship Id="rId48" Type="http://schemas.openxmlformats.org/officeDocument/2006/relationships/tags" Target="../tags/tag4.xml"/><Relationship Id="rId8" Type="http://schemas.openxmlformats.org/officeDocument/2006/relationships/slideLayout" Target="../slideLayouts/slideLayout47.xml"/><Relationship Id="rId3" Type="http://schemas.openxmlformats.org/officeDocument/2006/relationships/slideLayout" Target="../slideLayouts/slideLayout42.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slideLayout" Target="../slideLayouts/slideLayout77.xml"/><Relationship Id="rId46" Type="http://schemas.openxmlformats.org/officeDocument/2006/relationships/slideLayout" Target="../slideLayouts/slideLayout85.xml"/><Relationship Id="rId20" Type="http://schemas.openxmlformats.org/officeDocument/2006/relationships/slideLayout" Target="../slideLayouts/slideLayout59.xml"/><Relationship Id="rId41" Type="http://schemas.openxmlformats.org/officeDocument/2006/relationships/slideLayout" Target="../slideLayouts/slideLayout80.xml"/><Relationship Id="rId1" Type="http://schemas.openxmlformats.org/officeDocument/2006/relationships/slideLayout" Target="../slideLayouts/slideLayout40.xml"/><Relationship Id="rId6"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image" Target="../media/image5.emf"/><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oleObject" Target="../embeddings/oleObject3.bin"/><Relationship Id="rId2" Type="http://schemas.openxmlformats.org/officeDocument/2006/relationships/slideLayout" Target="../slideLayouts/slideLayout87.xml"/><Relationship Id="rId16" Type="http://schemas.openxmlformats.org/officeDocument/2006/relationships/tags" Target="../tags/tag6.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tags" Target="../tags/tag5.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9" Type="http://schemas.openxmlformats.org/officeDocument/2006/relationships/slideLayout" Target="../slideLayouts/slideLayout137.xml"/><Relationship Id="rId21" Type="http://schemas.openxmlformats.org/officeDocument/2006/relationships/slideLayout" Target="../slideLayouts/slideLayout119.xml"/><Relationship Id="rId34" Type="http://schemas.openxmlformats.org/officeDocument/2006/relationships/slideLayout" Target="../slideLayouts/slideLayout132.xml"/><Relationship Id="rId42" Type="http://schemas.openxmlformats.org/officeDocument/2006/relationships/slideLayout" Target="../slideLayouts/slideLayout140.xml"/><Relationship Id="rId47" Type="http://schemas.openxmlformats.org/officeDocument/2006/relationships/slideLayout" Target="../slideLayouts/slideLayout145.xml"/><Relationship Id="rId50" Type="http://schemas.openxmlformats.org/officeDocument/2006/relationships/oleObject" Target="../embeddings/oleObject6.bin"/><Relationship Id="rId7" Type="http://schemas.openxmlformats.org/officeDocument/2006/relationships/slideLayout" Target="../slideLayouts/slideLayout105.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9" Type="http://schemas.openxmlformats.org/officeDocument/2006/relationships/slideLayout" Target="../slideLayouts/slideLayout127.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slideLayout" Target="../slideLayouts/slideLayout130.xml"/><Relationship Id="rId37" Type="http://schemas.openxmlformats.org/officeDocument/2006/relationships/slideLayout" Target="../slideLayouts/slideLayout135.xml"/><Relationship Id="rId40" Type="http://schemas.openxmlformats.org/officeDocument/2006/relationships/slideLayout" Target="../slideLayouts/slideLayout138.xml"/><Relationship Id="rId45" Type="http://schemas.openxmlformats.org/officeDocument/2006/relationships/slideLayout" Target="../slideLayouts/slideLayout143.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36" Type="http://schemas.openxmlformats.org/officeDocument/2006/relationships/slideLayout" Target="../slideLayouts/slideLayout134.xml"/><Relationship Id="rId49" Type="http://schemas.openxmlformats.org/officeDocument/2006/relationships/tags" Target="../tags/tag9.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slideLayout" Target="../slideLayouts/slideLayout129.xml"/><Relationship Id="rId44" Type="http://schemas.openxmlformats.org/officeDocument/2006/relationships/slideLayout" Target="../slideLayouts/slideLayout142.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slideLayout" Target="../slideLayouts/slideLayout128.xml"/><Relationship Id="rId35" Type="http://schemas.openxmlformats.org/officeDocument/2006/relationships/slideLayout" Target="../slideLayouts/slideLayout133.xml"/><Relationship Id="rId43" Type="http://schemas.openxmlformats.org/officeDocument/2006/relationships/slideLayout" Target="../slideLayouts/slideLayout141.xml"/><Relationship Id="rId48" Type="http://schemas.openxmlformats.org/officeDocument/2006/relationships/theme" Target="../theme/theme4.xml"/><Relationship Id="rId8" Type="http://schemas.openxmlformats.org/officeDocument/2006/relationships/slideLayout" Target="../slideLayouts/slideLayout106.xml"/><Relationship Id="rId51" Type="http://schemas.openxmlformats.org/officeDocument/2006/relationships/image" Target="../media/image3.emf"/><Relationship Id="rId3" Type="http://schemas.openxmlformats.org/officeDocument/2006/relationships/slideLayout" Target="../slideLayouts/slideLayout101.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33" Type="http://schemas.openxmlformats.org/officeDocument/2006/relationships/slideLayout" Target="../slideLayouts/slideLayout131.xml"/><Relationship Id="rId38" Type="http://schemas.openxmlformats.org/officeDocument/2006/relationships/slideLayout" Target="../slideLayouts/slideLayout136.xml"/><Relationship Id="rId46" Type="http://schemas.openxmlformats.org/officeDocument/2006/relationships/slideLayout" Target="../slideLayouts/slideLayout144.xml"/><Relationship Id="rId20" Type="http://schemas.openxmlformats.org/officeDocument/2006/relationships/slideLayout" Target="../slideLayouts/slideLayout118.xml"/><Relationship Id="rId41" Type="http://schemas.openxmlformats.org/officeDocument/2006/relationships/slideLayout" Target="../slideLayouts/slideLayout139.xml"/><Relationship Id="rId1" Type="http://schemas.openxmlformats.org/officeDocument/2006/relationships/slideLayout" Target="../slideLayouts/slideLayout99.xml"/><Relationship Id="rId6" Type="http://schemas.openxmlformats.org/officeDocument/2006/relationships/slideLayout" Target="../slideLayouts/slideLayout10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58.xml"/><Relationship Id="rId18" Type="http://schemas.openxmlformats.org/officeDocument/2006/relationships/slideLayout" Target="../slideLayouts/slideLayout163.xml"/><Relationship Id="rId26" Type="http://schemas.openxmlformats.org/officeDocument/2006/relationships/slideLayout" Target="../slideLayouts/slideLayout171.xml"/><Relationship Id="rId21" Type="http://schemas.openxmlformats.org/officeDocument/2006/relationships/slideLayout" Target="../slideLayouts/slideLayout166.xml"/><Relationship Id="rId34" Type="http://schemas.openxmlformats.org/officeDocument/2006/relationships/slideLayout" Target="../slideLayouts/slideLayout179.xml"/><Relationship Id="rId7" Type="http://schemas.openxmlformats.org/officeDocument/2006/relationships/slideLayout" Target="../slideLayouts/slideLayout152.xml"/><Relationship Id="rId12" Type="http://schemas.openxmlformats.org/officeDocument/2006/relationships/slideLayout" Target="../slideLayouts/slideLayout157.xml"/><Relationship Id="rId17" Type="http://schemas.openxmlformats.org/officeDocument/2006/relationships/slideLayout" Target="../slideLayouts/slideLayout162.xml"/><Relationship Id="rId25" Type="http://schemas.openxmlformats.org/officeDocument/2006/relationships/slideLayout" Target="../slideLayouts/slideLayout170.xml"/><Relationship Id="rId33" Type="http://schemas.openxmlformats.org/officeDocument/2006/relationships/slideLayout" Target="../slideLayouts/slideLayout178.xml"/><Relationship Id="rId38" Type="http://schemas.openxmlformats.org/officeDocument/2006/relationships/image" Target="../media/image5.emf"/><Relationship Id="rId2" Type="http://schemas.openxmlformats.org/officeDocument/2006/relationships/slideLayout" Target="../slideLayouts/slideLayout147.xml"/><Relationship Id="rId16" Type="http://schemas.openxmlformats.org/officeDocument/2006/relationships/slideLayout" Target="../slideLayouts/slideLayout161.xml"/><Relationship Id="rId20" Type="http://schemas.openxmlformats.org/officeDocument/2006/relationships/slideLayout" Target="../slideLayouts/slideLayout165.xml"/><Relationship Id="rId29" Type="http://schemas.openxmlformats.org/officeDocument/2006/relationships/slideLayout" Target="../slideLayouts/slideLayout174.xml"/><Relationship Id="rId1" Type="http://schemas.openxmlformats.org/officeDocument/2006/relationships/slideLayout" Target="../slideLayouts/slideLayout146.xml"/><Relationship Id="rId6" Type="http://schemas.openxmlformats.org/officeDocument/2006/relationships/slideLayout" Target="../slideLayouts/slideLayout151.xml"/><Relationship Id="rId11" Type="http://schemas.openxmlformats.org/officeDocument/2006/relationships/slideLayout" Target="../slideLayouts/slideLayout156.xml"/><Relationship Id="rId24" Type="http://schemas.openxmlformats.org/officeDocument/2006/relationships/slideLayout" Target="../slideLayouts/slideLayout169.xml"/><Relationship Id="rId32" Type="http://schemas.openxmlformats.org/officeDocument/2006/relationships/slideLayout" Target="../slideLayouts/slideLayout177.xml"/><Relationship Id="rId37" Type="http://schemas.openxmlformats.org/officeDocument/2006/relationships/oleObject" Target="../embeddings/oleObject7.bin"/><Relationship Id="rId5" Type="http://schemas.openxmlformats.org/officeDocument/2006/relationships/slideLayout" Target="../slideLayouts/slideLayout150.xml"/><Relationship Id="rId15" Type="http://schemas.openxmlformats.org/officeDocument/2006/relationships/slideLayout" Target="../slideLayouts/slideLayout160.xml"/><Relationship Id="rId23" Type="http://schemas.openxmlformats.org/officeDocument/2006/relationships/slideLayout" Target="../slideLayouts/slideLayout168.xml"/><Relationship Id="rId28" Type="http://schemas.openxmlformats.org/officeDocument/2006/relationships/slideLayout" Target="../slideLayouts/slideLayout173.xml"/><Relationship Id="rId36" Type="http://schemas.openxmlformats.org/officeDocument/2006/relationships/tags" Target="../tags/tag10.xml"/><Relationship Id="rId10" Type="http://schemas.openxmlformats.org/officeDocument/2006/relationships/slideLayout" Target="../slideLayouts/slideLayout155.xml"/><Relationship Id="rId19" Type="http://schemas.openxmlformats.org/officeDocument/2006/relationships/slideLayout" Target="../slideLayouts/slideLayout164.xml"/><Relationship Id="rId31" Type="http://schemas.openxmlformats.org/officeDocument/2006/relationships/slideLayout" Target="../slideLayouts/slideLayout176.xml"/><Relationship Id="rId4" Type="http://schemas.openxmlformats.org/officeDocument/2006/relationships/slideLayout" Target="../slideLayouts/slideLayout149.xml"/><Relationship Id="rId9" Type="http://schemas.openxmlformats.org/officeDocument/2006/relationships/slideLayout" Target="../slideLayouts/slideLayout154.xml"/><Relationship Id="rId14" Type="http://schemas.openxmlformats.org/officeDocument/2006/relationships/slideLayout" Target="../slideLayouts/slideLayout159.xml"/><Relationship Id="rId22" Type="http://schemas.openxmlformats.org/officeDocument/2006/relationships/slideLayout" Target="../slideLayouts/slideLayout167.xml"/><Relationship Id="rId27" Type="http://schemas.openxmlformats.org/officeDocument/2006/relationships/slideLayout" Target="../slideLayouts/slideLayout172.xml"/><Relationship Id="rId30" Type="http://schemas.openxmlformats.org/officeDocument/2006/relationships/slideLayout" Target="../slideLayouts/slideLayout175.xml"/><Relationship Id="rId35" Type="http://schemas.openxmlformats.org/officeDocument/2006/relationships/theme" Target="../theme/theme5.xml"/><Relationship Id="rId8" Type="http://schemas.openxmlformats.org/officeDocument/2006/relationships/slideLayout" Target="../slideLayouts/slideLayout153.xml"/><Relationship Id="rId3" Type="http://schemas.openxmlformats.org/officeDocument/2006/relationships/slideLayout" Target="../slideLayouts/slideLayout14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92.xml"/><Relationship Id="rId18" Type="http://schemas.openxmlformats.org/officeDocument/2006/relationships/slideLayout" Target="../slideLayouts/slideLayout197.xml"/><Relationship Id="rId26" Type="http://schemas.openxmlformats.org/officeDocument/2006/relationships/slideLayout" Target="../slideLayouts/slideLayout205.xml"/><Relationship Id="rId39" Type="http://schemas.openxmlformats.org/officeDocument/2006/relationships/slideLayout" Target="../slideLayouts/slideLayout218.xml"/><Relationship Id="rId21" Type="http://schemas.openxmlformats.org/officeDocument/2006/relationships/slideLayout" Target="../slideLayouts/slideLayout200.xml"/><Relationship Id="rId34" Type="http://schemas.openxmlformats.org/officeDocument/2006/relationships/slideLayout" Target="../slideLayouts/slideLayout213.xml"/><Relationship Id="rId42" Type="http://schemas.openxmlformats.org/officeDocument/2006/relationships/slideLayout" Target="../slideLayouts/slideLayout221.xml"/><Relationship Id="rId47" Type="http://schemas.openxmlformats.org/officeDocument/2006/relationships/image" Target="../media/image8.emf"/><Relationship Id="rId7" Type="http://schemas.openxmlformats.org/officeDocument/2006/relationships/slideLayout" Target="../slideLayouts/slideLayout186.xml"/><Relationship Id="rId2" Type="http://schemas.openxmlformats.org/officeDocument/2006/relationships/slideLayout" Target="../slideLayouts/slideLayout181.xml"/><Relationship Id="rId16" Type="http://schemas.openxmlformats.org/officeDocument/2006/relationships/slideLayout" Target="../slideLayouts/slideLayout195.xml"/><Relationship Id="rId29" Type="http://schemas.openxmlformats.org/officeDocument/2006/relationships/slideLayout" Target="../slideLayouts/slideLayout208.xml"/><Relationship Id="rId11" Type="http://schemas.openxmlformats.org/officeDocument/2006/relationships/slideLayout" Target="../slideLayouts/slideLayout190.xml"/><Relationship Id="rId24" Type="http://schemas.openxmlformats.org/officeDocument/2006/relationships/slideLayout" Target="../slideLayouts/slideLayout203.xml"/><Relationship Id="rId32" Type="http://schemas.openxmlformats.org/officeDocument/2006/relationships/slideLayout" Target="../slideLayouts/slideLayout211.xml"/><Relationship Id="rId37" Type="http://schemas.openxmlformats.org/officeDocument/2006/relationships/slideLayout" Target="../slideLayouts/slideLayout216.xml"/><Relationship Id="rId40" Type="http://schemas.openxmlformats.org/officeDocument/2006/relationships/slideLayout" Target="../slideLayouts/slideLayout219.xml"/><Relationship Id="rId45" Type="http://schemas.openxmlformats.org/officeDocument/2006/relationships/tags" Target="../tags/tag11.xml"/><Relationship Id="rId5" Type="http://schemas.openxmlformats.org/officeDocument/2006/relationships/slideLayout" Target="../slideLayouts/slideLayout184.xml"/><Relationship Id="rId15" Type="http://schemas.openxmlformats.org/officeDocument/2006/relationships/slideLayout" Target="../slideLayouts/slideLayout194.xml"/><Relationship Id="rId23" Type="http://schemas.openxmlformats.org/officeDocument/2006/relationships/slideLayout" Target="../slideLayouts/slideLayout202.xml"/><Relationship Id="rId28" Type="http://schemas.openxmlformats.org/officeDocument/2006/relationships/slideLayout" Target="../slideLayouts/slideLayout207.xml"/><Relationship Id="rId36" Type="http://schemas.openxmlformats.org/officeDocument/2006/relationships/slideLayout" Target="../slideLayouts/slideLayout215.xml"/><Relationship Id="rId49" Type="http://schemas.openxmlformats.org/officeDocument/2006/relationships/image" Target="../media/image7.svg"/><Relationship Id="rId10" Type="http://schemas.openxmlformats.org/officeDocument/2006/relationships/slideLayout" Target="../slideLayouts/slideLayout189.xml"/><Relationship Id="rId19" Type="http://schemas.openxmlformats.org/officeDocument/2006/relationships/slideLayout" Target="../slideLayouts/slideLayout198.xml"/><Relationship Id="rId31" Type="http://schemas.openxmlformats.org/officeDocument/2006/relationships/slideLayout" Target="../slideLayouts/slideLayout210.xml"/><Relationship Id="rId44" Type="http://schemas.openxmlformats.org/officeDocument/2006/relationships/theme" Target="../theme/theme6.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14" Type="http://schemas.openxmlformats.org/officeDocument/2006/relationships/slideLayout" Target="../slideLayouts/slideLayout193.xml"/><Relationship Id="rId22" Type="http://schemas.openxmlformats.org/officeDocument/2006/relationships/slideLayout" Target="../slideLayouts/slideLayout201.xml"/><Relationship Id="rId27" Type="http://schemas.openxmlformats.org/officeDocument/2006/relationships/slideLayout" Target="../slideLayouts/slideLayout206.xml"/><Relationship Id="rId30" Type="http://schemas.openxmlformats.org/officeDocument/2006/relationships/slideLayout" Target="../slideLayouts/slideLayout209.xml"/><Relationship Id="rId35" Type="http://schemas.openxmlformats.org/officeDocument/2006/relationships/slideLayout" Target="../slideLayouts/slideLayout214.xml"/><Relationship Id="rId43" Type="http://schemas.openxmlformats.org/officeDocument/2006/relationships/slideLayout" Target="../slideLayouts/slideLayout222.xml"/><Relationship Id="rId48" Type="http://schemas.openxmlformats.org/officeDocument/2006/relationships/image" Target="../media/image6.png"/><Relationship Id="rId8" Type="http://schemas.openxmlformats.org/officeDocument/2006/relationships/slideLayout" Target="../slideLayouts/slideLayout187.xml"/><Relationship Id="rId3" Type="http://schemas.openxmlformats.org/officeDocument/2006/relationships/slideLayout" Target="../slideLayouts/slideLayout182.xml"/><Relationship Id="rId12" Type="http://schemas.openxmlformats.org/officeDocument/2006/relationships/slideLayout" Target="../slideLayouts/slideLayout191.xml"/><Relationship Id="rId17" Type="http://schemas.openxmlformats.org/officeDocument/2006/relationships/slideLayout" Target="../slideLayouts/slideLayout196.xml"/><Relationship Id="rId25" Type="http://schemas.openxmlformats.org/officeDocument/2006/relationships/slideLayout" Target="../slideLayouts/slideLayout204.xml"/><Relationship Id="rId33" Type="http://schemas.openxmlformats.org/officeDocument/2006/relationships/slideLayout" Target="../slideLayouts/slideLayout212.xml"/><Relationship Id="rId38" Type="http://schemas.openxmlformats.org/officeDocument/2006/relationships/slideLayout" Target="../slideLayouts/slideLayout217.xml"/><Relationship Id="rId46" Type="http://schemas.openxmlformats.org/officeDocument/2006/relationships/oleObject" Target="../embeddings/oleObject8.bin"/><Relationship Id="rId20" Type="http://schemas.openxmlformats.org/officeDocument/2006/relationships/slideLayout" Target="../slideLayouts/slideLayout199.xml"/><Relationship Id="rId41" Type="http://schemas.openxmlformats.org/officeDocument/2006/relationships/slideLayout" Target="../slideLayouts/slideLayout220.xml"/><Relationship Id="rId1" Type="http://schemas.openxmlformats.org/officeDocument/2006/relationships/slideLayout" Target="../slideLayouts/slideLayout180.xml"/><Relationship Id="rId6" Type="http://schemas.openxmlformats.org/officeDocument/2006/relationships/slideLayout" Target="../slideLayouts/slideLayout185.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7" Type="http://schemas.openxmlformats.org/officeDocument/2006/relationships/image" Target="../media/image1.emf"/><Relationship Id="rId2" Type="http://schemas.openxmlformats.org/officeDocument/2006/relationships/slideLayout" Target="../slideLayouts/slideLayout224.xml"/><Relationship Id="rId1" Type="http://schemas.openxmlformats.org/officeDocument/2006/relationships/slideLayout" Target="../slideLayouts/slideLayout223.xml"/><Relationship Id="rId6" Type="http://schemas.openxmlformats.org/officeDocument/2006/relationships/oleObject" Target="../embeddings/oleObject9.bin"/><Relationship Id="rId5" Type="http://schemas.openxmlformats.org/officeDocument/2006/relationships/tags" Target="../tags/tag13.xml"/><Relationship Id="rId4" Type="http://schemas.openxmlformats.org/officeDocument/2006/relationships/tags" Target="../tags/tag12.xml"/></Relationships>
</file>

<file path=ppt/slideMasters/_rels/slideMaster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theme" Target="../theme/theme8.xml"/><Relationship Id="rId7" Type="http://schemas.openxmlformats.org/officeDocument/2006/relationships/image" Target="../media/image6.png"/><Relationship Id="rId2" Type="http://schemas.openxmlformats.org/officeDocument/2006/relationships/slideLayout" Target="../slideLayouts/slideLayout226.xml"/><Relationship Id="rId1" Type="http://schemas.openxmlformats.org/officeDocument/2006/relationships/slideLayout" Target="../slideLayouts/slideLayout225.x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tags" Target="../tags/tag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A196335A-FE7D-461E-8B42-D5C64BBC86FE}"/>
              </a:ext>
            </a:extLst>
          </p:cNvPr>
          <p:cNvGraphicFramePr>
            <a:graphicFrameLocks noChangeAspect="1"/>
          </p:cNvGraphicFramePr>
          <p:nvPr>
            <p:custDataLst>
              <p:tags r:id="rId41"/>
            </p:custDataLst>
            <p:extLst>
              <p:ext uri="{D42A27DB-BD31-4B8C-83A1-F6EECF244321}">
                <p14:modId xmlns:p14="http://schemas.microsoft.com/office/powerpoint/2010/main" val="3354252229"/>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3" imgW="395" imgH="396" progId="TCLayout.ActiveDocument.1">
                  <p:embed/>
                </p:oleObj>
              </mc:Choice>
              <mc:Fallback>
                <p:oleObj name="think-cell Slide" r:id="rId43" imgW="395" imgH="396" progId="TCLayout.ActiveDocument.1">
                  <p:embed/>
                  <p:pic>
                    <p:nvPicPr>
                      <p:cNvPr id="5" name="Object 4" hidden="1">
                        <a:extLst>
                          <a:ext uri="{FF2B5EF4-FFF2-40B4-BE49-F238E27FC236}">
                            <a16:creationId xmlns:a16="http://schemas.microsoft.com/office/drawing/2014/main" id="{A196335A-FE7D-461E-8B42-D5C64BBC86FE}"/>
                          </a:ext>
                        </a:extLst>
                      </p:cNvPr>
                      <p:cNvPicPr/>
                      <p:nvPr/>
                    </p:nvPicPr>
                    <p:blipFill>
                      <a:blip r:embed="rId44"/>
                      <a:stretch>
                        <a:fillRect/>
                      </a:stretch>
                    </p:blipFill>
                    <p:spPr>
                      <a:xfrm>
                        <a:off x="1589"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F406AA17-A6CB-4D33-A89F-F01EB0D83BBB}"/>
              </a:ext>
            </a:extLst>
          </p:cNvPr>
          <p:cNvSpPr/>
          <p:nvPr>
            <p:custDataLst>
              <p:tags r:id="rId42"/>
            </p:custDataLst>
          </p:nvPr>
        </p:nvSpPr>
        <p:spPr bwMode="gray">
          <a:xfrm>
            <a:off x="0" y="0"/>
            <a:ext cx="158791" cy="158750"/>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lvl="0" indent="0" algn="ctr"/>
            <a:endParaRPr lang="en-US" sz="2600" b="1" i="0" baseline="0">
              <a:solidFill>
                <a:schemeClr val="bg1"/>
              </a:solidFill>
              <a:latin typeface="CVS Health Sans" panose="020B0504020202020204" pitchFamily="34" charset="0"/>
              <a:ea typeface="+mj-ea"/>
              <a:cs typeface="+mj-cs"/>
              <a:sym typeface="CVS Health Sans" panose="020B0504020202020204" pitchFamily="34" charset="0"/>
            </a:endParaRPr>
          </a:p>
        </p:txBody>
      </p:sp>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79"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
        <p:nvSpPr>
          <p:cNvPr id="13" name="TextBox 12">
            <a:extLst>
              <a:ext uri="{FF2B5EF4-FFF2-40B4-BE49-F238E27FC236}">
                <a16:creationId xmlns:a16="http://schemas.microsoft.com/office/drawing/2014/main" id="{E6118871-4A8C-4517-9A46-8863C34DC7FC}"/>
              </a:ext>
            </a:extLst>
          </p:cNvPr>
          <p:cNvSpPr txBox="1"/>
          <p:nvPr/>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CVS Health Sans" panose="020B0504020202020204" pitchFamily="34" charset="0"/>
              </a:rPr>
              <a:t>©2022 CVS Health and/or one of its affiliates. Confidential and proprietary.</a:t>
            </a:r>
          </a:p>
        </p:txBody>
      </p:sp>
    </p:spTree>
    <p:extLst>
      <p:ext uri="{BB962C8B-B14F-4D97-AF65-F5344CB8AC3E}">
        <p14:creationId xmlns:p14="http://schemas.microsoft.com/office/powerpoint/2010/main" val="271647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4173" r:id="rId39"/>
  </p:sldLayoutIdLst>
  <p:hf hdr="0" dt="0"/>
  <p:txStyles>
    <p:title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200" rtl="0" eaLnBrk="1"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latinLnBrk="0" hangingPunct="1">
        <a:lnSpc>
          <a:spcPct val="100000"/>
        </a:lnSpc>
        <a:spcBef>
          <a:spcPts val="600"/>
        </a:spcBef>
        <a:buClrTx/>
        <a:buFont typeface="Lucida Grande"/>
        <a:buChar char="–"/>
        <a:defRPr sz="1300" kern="1200" baseline="0">
          <a:solidFill>
            <a:schemeClr val="tx2"/>
          </a:solidFill>
          <a:latin typeface="+mn-lt"/>
          <a:ea typeface="+mn-ea"/>
          <a:cs typeface="+mn-cs"/>
        </a:defRPr>
      </a:lvl3pPr>
      <a:lvl4pPr marL="514350" indent="-171450" algn="l" defTabSz="457200" rtl="0" eaLnBrk="1"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775E1CC-9396-4128-A76B-A1560CE1B813}"/>
              </a:ext>
            </a:extLst>
          </p:cNvPr>
          <p:cNvGraphicFramePr>
            <a:graphicFrameLocks noChangeAspect="1"/>
          </p:cNvGraphicFramePr>
          <p:nvPr userDrawn="1">
            <p:custDataLst>
              <p:tags r:id="rId48"/>
            </p:custDataLst>
            <p:extLst>
              <p:ext uri="{D42A27DB-BD31-4B8C-83A1-F6EECF244321}">
                <p14:modId xmlns:p14="http://schemas.microsoft.com/office/powerpoint/2010/main" val="24833488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16" imgH="416" progId="TCLayout.ActiveDocument.1">
                  <p:embed/>
                </p:oleObj>
              </mc:Choice>
              <mc:Fallback>
                <p:oleObj name="think-cell Slide" r:id="rId49" imgW="416" imgH="416" progId="TCLayout.ActiveDocument.1">
                  <p:embed/>
                  <p:pic>
                    <p:nvPicPr>
                      <p:cNvPr id="6" name="Object 5" hidden="1">
                        <a:extLst>
                          <a:ext uri="{FF2B5EF4-FFF2-40B4-BE49-F238E27FC236}">
                            <a16:creationId xmlns:a16="http://schemas.microsoft.com/office/drawing/2014/main" id="{8775E1CC-9396-4128-A76B-A1560CE1B813}"/>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1"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1" name="Content Placeholder 8"/>
          <p:cNvSpPr txBox="1">
            <a:spLocks/>
          </p:cNvSpPr>
          <p:nvPr/>
        </p:nvSpPr>
        <p:spPr>
          <a:xfrm>
            <a:off x="859760" y="6321767"/>
            <a:ext cx="8047075" cy="228600"/>
          </a:xfrm>
          <a:prstGeom prst="rect">
            <a:avLst/>
          </a:prstGeom>
        </p:spPr>
        <p:txBody>
          <a:bodyPr lIns="0" tIns="0" rIns="0" bIns="0" anchor="b"/>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800">
                <a:solidFill>
                  <a:schemeClr val="tx2"/>
                </a:solidFill>
                <a:latin typeface="+mn-lt"/>
                <a:cs typeface="Arial" panose="020B0604020202020204" pitchFamily="34" charset="0"/>
              </a:rPr>
              <a:t>©2021 CVS Health and/or one of its affiliates. Confidential and proprietary.</a:t>
            </a: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80"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Tree>
    <p:extLst>
      <p:ext uri="{BB962C8B-B14F-4D97-AF65-F5344CB8AC3E}">
        <p14:creationId xmlns:p14="http://schemas.microsoft.com/office/powerpoint/2010/main" val="3101865239"/>
      </p:ext>
    </p:extLst>
  </p:cSld>
  <p:clrMap bg1="lt1" tx1="dk1" bg2="lt2" tx2="dk2" accent1="accent1" accent2="accent2" accent3="accent3" accent4="accent4" accent5="accent5" accent6="accent6" hlink="hlink" folHlink="folHlink"/>
  <p:sldLayoutIdLst>
    <p:sldLayoutId id="2147484416" r:id="rId1"/>
    <p:sldLayoutId id="2147484417" r:id="rId2"/>
    <p:sldLayoutId id="2147484115" r:id="rId3"/>
    <p:sldLayoutId id="2147484384" r:id="rId4"/>
    <p:sldLayoutId id="2147484117" r:id="rId5"/>
    <p:sldLayoutId id="2147484118" r:id="rId6"/>
    <p:sldLayoutId id="2147484385" r:id="rId7"/>
    <p:sldLayoutId id="2147484386" r:id="rId8"/>
    <p:sldLayoutId id="2147484387" r:id="rId9"/>
    <p:sldLayoutId id="2147484388" r:id="rId10"/>
    <p:sldLayoutId id="2147484389" r:id="rId11"/>
    <p:sldLayoutId id="2147484390" r:id="rId12"/>
    <p:sldLayoutId id="2147484391" r:id="rId13"/>
    <p:sldLayoutId id="2147484392" r:id="rId14"/>
    <p:sldLayoutId id="2147484393" r:id="rId15"/>
    <p:sldLayoutId id="2147484394" r:id="rId16"/>
    <p:sldLayoutId id="2147484395" r:id="rId17"/>
    <p:sldLayoutId id="2147484396" r:id="rId18"/>
    <p:sldLayoutId id="2147484397" r:id="rId19"/>
    <p:sldLayoutId id="2147484398" r:id="rId20"/>
    <p:sldLayoutId id="2147484399" r:id="rId21"/>
    <p:sldLayoutId id="2147484400" r:id="rId22"/>
    <p:sldLayoutId id="2147484401" r:id="rId23"/>
    <p:sldLayoutId id="2147484402" r:id="rId24"/>
    <p:sldLayoutId id="2147484403" r:id="rId25"/>
    <p:sldLayoutId id="2147484404" r:id="rId26"/>
    <p:sldLayoutId id="2147484405" r:id="rId27"/>
    <p:sldLayoutId id="2147484406" r:id="rId28"/>
    <p:sldLayoutId id="2147484407" r:id="rId29"/>
    <p:sldLayoutId id="2147484408" r:id="rId30"/>
    <p:sldLayoutId id="2147484409" r:id="rId31"/>
    <p:sldLayoutId id="2147484410" r:id="rId32"/>
    <p:sldLayoutId id="2147484411" r:id="rId33"/>
    <p:sldLayoutId id="2147484412" r:id="rId34"/>
    <p:sldLayoutId id="2147484413" r:id="rId35"/>
    <p:sldLayoutId id="2147484414" r:id="rId36"/>
    <p:sldLayoutId id="2147484415" r:id="rId37"/>
    <p:sldLayoutId id="2147484150" r:id="rId38"/>
    <p:sldLayoutId id="2147484151" r:id="rId39"/>
    <p:sldLayoutId id="2147484418" r:id="rId40"/>
    <p:sldLayoutId id="2147484153" r:id="rId41"/>
    <p:sldLayoutId id="2147484154" r:id="rId42"/>
    <p:sldLayoutId id="2147484155" r:id="rId43"/>
    <p:sldLayoutId id="2147484156" r:id="rId44"/>
    <p:sldLayoutId id="2147484157" r:id="rId45"/>
    <p:sldLayoutId id="2147484158" r:id="rId46"/>
  </p:sldLayoutIdLst>
  <p:hf hdr="0" dt="0"/>
  <p:txStyles>
    <p:titleStyle>
      <a:lvl1pPr algn="l" defTabSz="457063"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457063" rtl="0" eaLnBrk="1" latinLnBrk="0" hangingPunct="1">
        <a:defRPr sz="1800" kern="1200">
          <a:solidFill>
            <a:schemeClr val="tx1"/>
          </a:solidFill>
          <a:latin typeface="+mn-lt"/>
          <a:ea typeface="+mn-ea"/>
          <a:cs typeface="+mn-cs"/>
        </a:defRPr>
      </a:lvl1pPr>
      <a:lvl2pPr marL="457063" algn="l" defTabSz="457063" rtl="0" eaLnBrk="1" latinLnBrk="0" hangingPunct="1">
        <a:defRPr sz="1800" kern="1200">
          <a:solidFill>
            <a:schemeClr val="tx1"/>
          </a:solidFill>
          <a:latin typeface="+mn-lt"/>
          <a:ea typeface="+mn-ea"/>
          <a:cs typeface="+mn-cs"/>
        </a:defRPr>
      </a:lvl2pPr>
      <a:lvl3pPr marL="914126" algn="l" defTabSz="457063" rtl="0" eaLnBrk="1" latinLnBrk="0" hangingPunct="1">
        <a:defRPr sz="1800" kern="1200">
          <a:solidFill>
            <a:schemeClr val="tx1"/>
          </a:solidFill>
          <a:latin typeface="+mn-lt"/>
          <a:ea typeface="+mn-ea"/>
          <a:cs typeface="+mn-cs"/>
        </a:defRPr>
      </a:lvl3pPr>
      <a:lvl4pPr marL="1371189" algn="l" defTabSz="457063" rtl="0" eaLnBrk="1" latinLnBrk="0" hangingPunct="1">
        <a:defRPr sz="1800" kern="1200">
          <a:solidFill>
            <a:schemeClr val="tx1"/>
          </a:solidFill>
          <a:latin typeface="+mn-lt"/>
          <a:ea typeface="+mn-ea"/>
          <a:cs typeface="+mn-cs"/>
        </a:defRPr>
      </a:lvl4pPr>
      <a:lvl5pPr marL="1828251" algn="l" defTabSz="457063" rtl="0" eaLnBrk="1" latinLnBrk="0" hangingPunct="1">
        <a:defRPr sz="1800" kern="1200">
          <a:solidFill>
            <a:schemeClr val="tx1"/>
          </a:solidFill>
          <a:latin typeface="+mn-lt"/>
          <a:ea typeface="+mn-ea"/>
          <a:cs typeface="+mn-cs"/>
        </a:defRPr>
      </a:lvl5pPr>
      <a:lvl6pPr marL="2285314" algn="l" defTabSz="457063" rtl="0" eaLnBrk="1" latinLnBrk="0" hangingPunct="1">
        <a:defRPr sz="1800" kern="1200">
          <a:solidFill>
            <a:schemeClr val="tx1"/>
          </a:solidFill>
          <a:latin typeface="+mn-lt"/>
          <a:ea typeface="+mn-ea"/>
          <a:cs typeface="+mn-cs"/>
        </a:defRPr>
      </a:lvl6pPr>
      <a:lvl7pPr marL="2742377" algn="l" defTabSz="457063" rtl="0" eaLnBrk="1" latinLnBrk="0" hangingPunct="1">
        <a:defRPr sz="1800" kern="1200">
          <a:solidFill>
            <a:schemeClr val="tx1"/>
          </a:solidFill>
          <a:latin typeface="+mn-lt"/>
          <a:ea typeface="+mn-ea"/>
          <a:cs typeface="+mn-cs"/>
        </a:defRPr>
      </a:lvl7pPr>
      <a:lvl8pPr marL="3199440" algn="l" defTabSz="457063" rtl="0" eaLnBrk="1" latinLnBrk="0" hangingPunct="1">
        <a:defRPr sz="1800" kern="1200">
          <a:solidFill>
            <a:schemeClr val="tx1"/>
          </a:solidFill>
          <a:latin typeface="+mn-lt"/>
          <a:ea typeface="+mn-ea"/>
          <a:cs typeface="+mn-cs"/>
        </a:defRPr>
      </a:lvl8pPr>
      <a:lvl9pPr marL="3656503" algn="l" defTabSz="4570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7">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5"/>
            </p:custDataLst>
            <p:extLst>
              <p:ext uri="{D42A27DB-BD31-4B8C-83A1-F6EECF244321}">
                <p14:modId xmlns:p14="http://schemas.microsoft.com/office/powerpoint/2010/main" val="283245405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7" imgW="395" imgH="394" progId="TCLayout.ActiveDocument.1">
                  <p:embed/>
                </p:oleObj>
              </mc:Choice>
              <mc:Fallback>
                <p:oleObj name="think-cell Slide" r:id="rId17" imgW="395" imgH="394" progId="TCLayout.ActiveDocument.1">
                  <p:embed/>
                  <p:pic>
                    <p:nvPicPr>
                      <p:cNvPr id="4" name="Object 3" hidden="1"/>
                      <p:cNvPicPr/>
                      <p:nvPr/>
                    </p:nvPicPr>
                    <p:blipFill>
                      <a:blip r:embed="rId18"/>
                      <a:stretch>
                        <a:fillRect/>
                      </a:stretch>
                    </p:blipFill>
                    <p:spPr>
                      <a:xfrm>
                        <a:off x="2119" y="1593"/>
                        <a:ext cx="2116" cy="1587"/>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B1ED907B-9885-4180-B680-18C3CAC39A0E}"/>
              </a:ext>
            </a:extLst>
          </p:cNvPr>
          <p:cNvSpPr/>
          <p:nvPr userDrawn="1">
            <p:custDataLst>
              <p:tags r:id="rId16"/>
            </p:custDataLst>
          </p:nvPr>
        </p:nvSpPr>
        <p:spPr bwMode="gray">
          <a:xfrm>
            <a:off x="0" y="0"/>
            <a:ext cx="158750" cy="158750"/>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numCol="1" spcCol="0" rtlCol="0" anchor="ctr" anchorCtr="0">
            <a:noAutofit/>
          </a:bodyPr>
          <a:lstStyle/>
          <a:p>
            <a:pPr marL="0" lvl="0" indent="0" algn="ctr"/>
            <a:endParaRPr lang="en-US" sz="26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19" name="Freeform 9"/>
          <p:cNvSpPr>
            <a:spLocks noChangeAspect="1"/>
          </p:cNvSpPr>
          <p:nvPr/>
        </p:nvSpPr>
        <p:spPr bwMode="auto">
          <a:xfrm>
            <a:off x="315071" y="228434"/>
            <a:ext cx="247695" cy="185771"/>
          </a:xfrm>
          <a:custGeom>
            <a:avLst/>
            <a:gdLst>
              <a:gd name="T0" fmla="*/ 14 w 96"/>
              <a:gd name="T1" fmla="*/ 96 h 96"/>
              <a:gd name="T2" fmla="*/ 43 w 96"/>
              <a:gd name="T3" fmla="*/ 96 h 96"/>
              <a:gd name="T4" fmla="*/ 58 w 96"/>
              <a:gd name="T5" fmla="*/ 82 h 96"/>
              <a:gd name="T6" fmla="*/ 58 w 96"/>
              <a:gd name="T7" fmla="*/ 58 h 96"/>
              <a:gd name="T8" fmla="*/ 82 w 96"/>
              <a:gd name="T9" fmla="*/ 58 h 96"/>
              <a:gd name="T10" fmla="*/ 96 w 96"/>
              <a:gd name="T11" fmla="*/ 43 h 96"/>
              <a:gd name="T12" fmla="*/ 96 w 96"/>
              <a:gd name="T13" fmla="*/ 14 h 96"/>
              <a:gd name="T14" fmla="*/ 82 w 96"/>
              <a:gd name="T15" fmla="*/ 0 h 96"/>
              <a:gd name="T16" fmla="*/ 0 w 96"/>
              <a:gd name="T17" fmla="*/ 0 h 96"/>
              <a:gd name="T18" fmla="*/ 0 w 96"/>
              <a:gd name="T19" fmla="*/ 82 h 96"/>
              <a:gd name="T20" fmla="*/ 14 w 96"/>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96">
                <a:moveTo>
                  <a:pt x="14" y="96"/>
                </a:moveTo>
                <a:cubicBezTo>
                  <a:pt x="43" y="96"/>
                  <a:pt x="43" y="96"/>
                  <a:pt x="43" y="96"/>
                </a:cubicBezTo>
                <a:cubicBezTo>
                  <a:pt x="51" y="96"/>
                  <a:pt x="58" y="90"/>
                  <a:pt x="58" y="82"/>
                </a:cubicBezTo>
                <a:cubicBezTo>
                  <a:pt x="58" y="58"/>
                  <a:pt x="58" y="58"/>
                  <a:pt x="58" y="58"/>
                </a:cubicBezTo>
                <a:cubicBezTo>
                  <a:pt x="82" y="58"/>
                  <a:pt x="82" y="58"/>
                  <a:pt x="82" y="58"/>
                </a:cubicBezTo>
                <a:cubicBezTo>
                  <a:pt x="90" y="58"/>
                  <a:pt x="96" y="51"/>
                  <a:pt x="96" y="43"/>
                </a:cubicBezTo>
                <a:cubicBezTo>
                  <a:pt x="96" y="14"/>
                  <a:pt x="96" y="14"/>
                  <a:pt x="96" y="14"/>
                </a:cubicBezTo>
                <a:cubicBezTo>
                  <a:pt x="96" y="7"/>
                  <a:pt x="90" y="0"/>
                  <a:pt x="82" y="0"/>
                </a:cubicBezTo>
                <a:cubicBezTo>
                  <a:pt x="0" y="0"/>
                  <a:pt x="0" y="0"/>
                  <a:pt x="0" y="0"/>
                </a:cubicBezTo>
                <a:cubicBezTo>
                  <a:pt x="0" y="82"/>
                  <a:pt x="0" y="82"/>
                  <a:pt x="0" y="82"/>
                </a:cubicBezTo>
                <a:cubicBezTo>
                  <a:pt x="0" y="90"/>
                  <a:pt x="7" y="96"/>
                  <a:pt x="14" y="96"/>
                </a:cubicBezTo>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 name="Title Placeholder 1"/>
          <p:cNvSpPr>
            <a:spLocks noGrp="1"/>
          </p:cNvSpPr>
          <p:nvPr>
            <p:ph type="title"/>
          </p:nvPr>
        </p:nvSpPr>
        <p:spPr>
          <a:xfrm>
            <a:off x="609600" y="393192"/>
            <a:ext cx="10972800" cy="822960"/>
          </a:xfrm>
          <a:prstGeom prst="rect">
            <a:avLst/>
          </a:prstGeom>
        </p:spPr>
        <p:txBody>
          <a:bodyPr vert="horz" lIns="0" tIns="0" rIns="91440" bIns="0" rtlCol="0" anchor="t" anchorCtr="0">
            <a:noAutofit/>
          </a:bodyPr>
          <a:lstStyle/>
          <a:p>
            <a:r>
              <a:rPr lang="en-US"/>
              <a:t>Click to edit Master title style</a:t>
            </a:r>
          </a:p>
        </p:txBody>
      </p:sp>
      <p:sp>
        <p:nvSpPr>
          <p:cNvPr id="3" name="Text Placeholder 2"/>
          <p:cNvSpPr>
            <a:spLocks noGrp="1"/>
          </p:cNvSpPr>
          <p:nvPr>
            <p:ph type="body" idx="1"/>
          </p:nvPr>
        </p:nvSpPr>
        <p:spPr bwMode="gray">
          <a:xfrm>
            <a:off x="609600" y="1463040"/>
            <a:ext cx="10972800" cy="438912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bwMode="gray">
          <a:xfrm>
            <a:off x="609600" y="6492240"/>
            <a:ext cx="7315200" cy="219456"/>
          </a:xfrm>
          <a:prstGeom prst="rect">
            <a:avLst/>
          </a:prstGeom>
        </p:spPr>
        <p:txBody>
          <a:bodyPr vert="horz" lIns="0" tIns="45720" rIns="0" bIns="45720" rtlCol="0" anchor="ctr"/>
          <a:lstStyle>
            <a:lvl1pPr algn="l">
              <a:defRPr sz="800">
                <a:solidFill>
                  <a:schemeClr val="tx1">
                    <a:lumMod val="50000"/>
                    <a:lumOff val="50000"/>
                  </a:schemeClr>
                </a:solidFill>
              </a:defRPr>
            </a:lvl1pPr>
          </a:lstStyle>
          <a:p>
            <a:endParaRPr lang="en-US">
              <a:solidFill>
                <a:prstClr val="black">
                  <a:lumMod val="50000"/>
                  <a:lumOff val="50000"/>
                </a:prstClr>
              </a:solidFill>
            </a:endParaRPr>
          </a:p>
        </p:txBody>
      </p:sp>
      <p:sp>
        <p:nvSpPr>
          <p:cNvPr id="6" name="Slide Number Placeholder 5"/>
          <p:cNvSpPr>
            <a:spLocks noGrp="1"/>
          </p:cNvSpPr>
          <p:nvPr>
            <p:ph type="sldNum" sz="quarter" idx="4"/>
          </p:nvPr>
        </p:nvSpPr>
        <p:spPr bwMode="gray">
          <a:xfrm>
            <a:off x="11753088" y="6510528"/>
            <a:ext cx="426720" cy="137160"/>
          </a:xfrm>
          <a:prstGeom prst="rect">
            <a:avLst/>
          </a:prstGeom>
        </p:spPr>
        <p:txBody>
          <a:bodyPr vert="horz" lIns="0" tIns="0" rIns="0" bIns="0" rtlCol="0" anchor="t" anchorCtr="0"/>
          <a:lstStyle>
            <a:lvl1pPr algn="l">
              <a:defRPr sz="1000">
                <a:solidFill>
                  <a:schemeClr val="tx1">
                    <a:lumMod val="50000"/>
                    <a:lumOff val="50000"/>
                  </a:schemeClr>
                </a:solidFill>
              </a:defRPr>
            </a:lvl1pPr>
          </a:lstStyle>
          <a:p>
            <a:fld id="{4D467D88-DCFD-354C-96A5-D863D5E9364D}" type="slidenum">
              <a:rPr lang="en-US" smtClean="0">
                <a:solidFill>
                  <a:prstClr val="black">
                    <a:lumMod val="50000"/>
                    <a:lumOff val="50000"/>
                  </a:prstClr>
                </a:solidFill>
              </a:rPr>
              <a:pPr/>
              <a:t>‹#›</a:t>
            </a:fld>
            <a:endParaRPr lang="en-US">
              <a:solidFill>
                <a:prstClr val="black">
                  <a:lumMod val="50000"/>
                  <a:lumOff val="50000"/>
                </a:prstClr>
              </a:solidFill>
            </a:endParaRPr>
          </a:p>
        </p:txBody>
      </p:sp>
      <p:sp>
        <p:nvSpPr>
          <p:cNvPr id="25" name="Rectangle 24">
            <a:extLst>
              <a:ext uri="{FF2B5EF4-FFF2-40B4-BE49-F238E27FC236}">
                <a16:creationId xmlns:a16="http://schemas.microsoft.com/office/drawing/2014/main" id="{37E6BBEE-E1BC-46E5-B676-BEA43281325A}"/>
              </a:ext>
            </a:extLst>
          </p:cNvPr>
          <p:cNvSpPr/>
          <p:nvPr userDrawn="1"/>
        </p:nvSpPr>
        <p:spPr>
          <a:xfrm>
            <a:off x="526121" y="6476847"/>
            <a:ext cx="3469219" cy="215444"/>
          </a:xfrm>
          <a:prstGeom prst="rect">
            <a:avLst/>
          </a:prstGeom>
        </p:spPr>
        <p:txBody>
          <a:bodyPr wrap="none">
            <a:spAutoFit/>
          </a:bodyPr>
          <a:lstStyle/>
          <a:p>
            <a:r>
              <a:rPr lang="en-US" sz="800">
                <a:solidFill>
                  <a:prstClr val="black">
                    <a:lumMod val="50000"/>
                    <a:lumOff val="50000"/>
                  </a:prstClr>
                </a:solidFill>
              </a:rPr>
              <a:t>©2020 CVS Health and/or one of its affiliates: Confidential &amp; Proprietary</a:t>
            </a:r>
          </a:p>
        </p:txBody>
      </p:sp>
      <p:grpSp>
        <p:nvGrpSpPr>
          <p:cNvPr id="26" name="Group 25">
            <a:extLst>
              <a:ext uri="{FF2B5EF4-FFF2-40B4-BE49-F238E27FC236}">
                <a16:creationId xmlns:a16="http://schemas.microsoft.com/office/drawing/2014/main" id="{166CFC3B-2397-4F0A-BCFF-8F04046EB10A}"/>
              </a:ext>
            </a:extLst>
          </p:cNvPr>
          <p:cNvGrpSpPr>
            <a:grpSpLocks noChangeAspect="1"/>
          </p:cNvGrpSpPr>
          <p:nvPr userDrawn="1"/>
        </p:nvGrpSpPr>
        <p:grpSpPr>
          <a:xfrm>
            <a:off x="10421112" y="6489600"/>
            <a:ext cx="1161288" cy="147738"/>
            <a:chOff x="279400" y="2781300"/>
            <a:chExt cx="8585200" cy="1092200"/>
          </a:xfrm>
        </p:grpSpPr>
        <p:sp>
          <p:nvSpPr>
            <p:cNvPr id="27" name="Freeform 5">
              <a:extLst>
                <a:ext uri="{FF2B5EF4-FFF2-40B4-BE49-F238E27FC236}">
                  <a16:creationId xmlns:a16="http://schemas.microsoft.com/office/drawing/2014/main" id="{204900BF-71B4-4D87-83FF-E39EC97B4191}"/>
                </a:ext>
              </a:extLst>
            </p:cNvPr>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8" name="Freeform 6">
              <a:extLst>
                <a:ext uri="{FF2B5EF4-FFF2-40B4-BE49-F238E27FC236}">
                  <a16:creationId xmlns:a16="http://schemas.microsoft.com/office/drawing/2014/main" id="{02A47EB9-3646-4709-8F08-9D8B078BC659}"/>
                </a:ext>
              </a:extLst>
            </p:cNvPr>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29" name="Freeform 7">
              <a:extLst>
                <a:ext uri="{FF2B5EF4-FFF2-40B4-BE49-F238E27FC236}">
                  <a16:creationId xmlns:a16="http://schemas.microsoft.com/office/drawing/2014/main" id="{7159E15E-ABA7-4EE2-AD0D-0B2C398CB991}"/>
                </a:ext>
              </a:extLst>
            </p:cNvPr>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0" name="Freeform 8">
              <a:extLst>
                <a:ext uri="{FF2B5EF4-FFF2-40B4-BE49-F238E27FC236}">
                  <a16:creationId xmlns:a16="http://schemas.microsoft.com/office/drawing/2014/main" id="{C5F6FEF3-08BE-405C-A7CE-22BF4949BB2F}"/>
                </a:ext>
              </a:extLst>
            </p:cNvPr>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1" name="Freeform 9">
              <a:extLst>
                <a:ext uri="{FF2B5EF4-FFF2-40B4-BE49-F238E27FC236}">
                  <a16:creationId xmlns:a16="http://schemas.microsoft.com/office/drawing/2014/main" id="{18C5696B-C3C0-4D98-8A68-49F1A821758E}"/>
                </a:ext>
              </a:extLst>
            </p:cNvPr>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2" name="Freeform 10">
              <a:extLst>
                <a:ext uri="{FF2B5EF4-FFF2-40B4-BE49-F238E27FC236}">
                  <a16:creationId xmlns:a16="http://schemas.microsoft.com/office/drawing/2014/main" id="{3A60B3DC-50B0-481A-AA63-ADCD33379CB8}"/>
                </a:ext>
              </a:extLst>
            </p:cNvPr>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3" name="Freeform 11">
              <a:extLst>
                <a:ext uri="{FF2B5EF4-FFF2-40B4-BE49-F238E27FC236}">
                  <a16:creationId xmlns:a16="http://schemas.microsoft.com/office/drawing/2014/main" id="{3D05FF5B-BBFF-490E-883A-5CF5672FABED}"/>
                </a:ext>
              </a:extLst>
            </p:cNvPr>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4" name="Freeform 12">
              <a:extLst>
                <a:ext uri="{FF2B5EF4-FFF2-40B4-BE49-F238E27FC236}">
                  <a16:creationId xmlns:a16="http://schemas.microsoft.com/office/drawing/2014/main" id="{5EC8D55B-FA0A-40DC-8318-DB911FF45871}"/>
                </a:ext>
              </a:extLst>
            </p:cNvPr>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5" name="Freeform 13">
              <a:extLst>
                <a:ext uri="{FF2B5EF4-FFF2-40B4-BE49-F238E27FC236}">
                  <a16:creationId xmlns:a16="http://schemas.microsoft.com/office/drawing/2014/main" id="{018CA1B6-5487-4665-BC46-D0810C224EDB}"/>
                </a:ext>
              </a:extLst>
            </p:cNvPr>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sp>
          <p:nvSpPr>
            <p:cNvPr id="36" name="Freeform 14">
              <a:extLst>
                <a:ext uri="{FF2B5EF4-FFF2-40B4-BE49-F238E27FC236}">
                  <a16:creationId xmlns:a16="http://schemas.microsoft.com/office/drawing/2014/main" id="{BCED2865-8AA7-49BD-A217-9A634BF63222}"/>
                </a:ext>
              </a:extLst>
            </p:cNvPr>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457200"/>
              <a:endParaRPr lang="en-US" sz="1800">
                <a:solidFill>
                  <a:prstClr val="black"/>
                </a:solidFill>
              </a:endParaRPr>
            </a:p>
          </p:txBody>
        </p:sp>
      </p:grpSp>
    </p:spTree>
    <p:extLst>
      <p:ext uri="{BB962C8B-B14F-4D97-AF65-F5344CB8AC3E}">
        <p14:creationId xmlns:p14="http://schemas.microsoft.com/office/powerpoint/2010/main" val="2649560193"/>
      </p:ext>
    </p:extLst>
  </p:cSld>
  <p:clrMap bg1="lt1" tx1="dk1" bg2="lt2" tx2="dk2" accent1="accent1" accent2="accent2" accent3="accent3" accent4="accent4" accent5="accent5" accent6="accent6" hlink="hlink" folHlink="folHlink"/>
  <p:sldLayoutIdLst>
    <p:sldLayoutId id="2147484160" r:id="rId1"/>
    <p:sldLayoutId id="2147484161" r:id="rId2"/>
    <p:sldLayoutId id="2147484162" r:id="rId3"/>
    <p:sldLayoutId id="2147484163" r:id="rId4"/>
    <p:sldLayoutId id="2147484164" r:id="rId5"/>
    <p:sldLayoutId id="2147484165" r:id="rId6"/>
    <p:sldLayoutId id="2147484166" r:id="rId7"/>
    <p:sldLayoutId id="2147484167" r:id="rId8"/>
    <p:sldLayoutId id="2147484168" r:id="rId9"/>
    <p:sldLayoutId id="2147484169" r:id="rId10"/>
    <p:sldLayoutId id="2147484170" r:id="rId11"/>
    <p:sldLayoutId id="2147484171" r:id="rId12"/>
    <p:sldLayoutId id="2147484172" r:id="rId13"/>
  </p:sldLayoutIdLst>
  <p:hf hdr="0" ftr="0" dt="0"/>
  <p:txStyles>
    <p:titleStyle>
      <a:lvl1pPr algn="l" defTabSz="457200" rtl="0" eaLnBrk="1" latinLnBrk="0" hangingPunct="1">
        <a:lnSpc>
          <a:spcPct val="90000"/>
        </a:lnSpc>
        <a:spcBef>
          <a:spcPct val="0"/>
        </a:spcBef>
        <a:buNone/>
        <a:defRPr sz="2600" b="1" kern="1200">
          <a:solidFill>
            <a:schemeClr val="tx1"/>
          </a:solidFill>
          <a:latin typeface="+mj-lt"/>
          <a:ea typeface="+mj-ea"/>
          <a:cs typeface="+mj-cs"/>
        </a:defRPr>
      </a:lvl1pPr>
    </p:titleStyle>
    <p:bodyStyle>
      <a:lvl1pPr marL="0" indent="0" algn="l" defTabSz="457200" rtl="0" eaLnBrk="1" latinLnBrk="0" hangingPunct="1">
        <a:spcBef>
          <a:spcPts val="1800"/>
        </a:spcBef>
        <a:buClr>
          <a:srgbClr val="37BAAB"/>
        </a:buClr>
        <a:buFont typeface="Arial"/>
        <a:buNone/>
        <a:defRPr sz="1800" b="1" kern="1200">
          <a:solidFill>
            <a:schemeClr val="tx1"/>
          </a:solidFill>
          <a:latin typeface="+mn-lt"/>
          <a:ea typeface="+mn-ea"/>
          <a:cs typeface="+mn-cs"/>
        </a:defRPr>
      </a:lvl1pPr>
      <a:lvl2pPr marL="228600" indent="-228600" algn="l" defTabSz="457200" rtl="0" eaLnBrk="1" latinLnBrk="0" hangingPunct="1">
        <a:spcBef>
          <a:spcPts val="1200"/>
        </a:spcBef>
        <a:buClr>
          <a:schemeClr val="tx1"/>
        </a:buClr>
        <a:buFont typeface="Arial"/>
        <a:buChar char="•"/>
        <a:defRPr sz="1800" kern="1200">
          <a:solidFill>
            <a:schemeClr val="tx1"/>
          </a:solidFill>
          <a:latin typeface="+mn-lt"/>
          <a:ea typeface="+mn-ea"/>
          <a:cs typeface="+mn-cs"/>
        </a:defRPr>
      </a:lvl2pPr>
      <a:lvl3pPr marL="548640" indent="-228600" algn="l" defTabSz="457200" rtl="0" eaLnBrk="1" latinLnBrk="0" hangingPunct="1">
        <a:spcBef>
          <a:spcPts val="600"/>
        </a:spcBef>
        <a:buClr>
          <a:schemeClr val="tx1"/>
        </a:buClr>
        <a:buFont typeface="Lucida Grande"/>
        <a:buChar char="–"/>
        <a:defRPr sz="1600" kern="1200">
          <a:solidFill>
            <a:schemeClr val="tx1">
              <a:lumMod val="75000"/>
              <a:lumOff val="25000"/>
            </a:schemeClr>
          </a:solidFill>
          <a:latin typeface="+mn-lt"/>
          <a:ea typeface="+mn-ea"/>
          <a:cs typeface="+mn-cs"/>
        </a:defRPr>
      </a:lvl3pPr>
      <a:lvl4pPr marL="914400" indent="-228600" algn="l" defTabSz="457200" rtl="0" eaLnBrk="1" latinLnBrk="0" hangingPunct="1">
        <a:spcBef>
          <a:spcPts val="600"/>
        </a:spcBef>
        <a:buClr>
          <a:schemeClr val="tx1"/>
        </a:buClr>
        <a:buFont typeface="Arial"/>
        <a:buChar char="•"/>
        <a:defRPr sz="1600" kern="1200">
          <a:solidFill>
            <a:schemeClr val="tx1">
              <a:lumMod val="75000"/>
              <a:lumOff val="25000"/>
            </a:schemeClr>
          </a:solidFill>
          <a:latin typeface="+mn-lt"/>
          <a:ea typeface="+mn-ea"/>
          <a:cs typeface="+mn-cs"/>
        </a:defRPr>
      </a:lvl4pPr>
      <a:lvl5pPr marL="1234440" indent="-182880" algn="l" defTabSz="457200" rtl="0" eaLnBrk="1" latinLnBrk="0" hangingPunct="1">
        <a:spcBef>
          <a:spcPts val="300"/>
        </a:spcBef>
        <a:buClr>
          <a:schemeClr val="tx1"/>
        </a:buClr>
        <a:buFont typeface="Arial"/>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84">
          <p15:clr>
            <a:srgbClr val="F26B43"/>
          </p15:clr>
        </p15:guide>
        <p15:guide id="3" pos="7296">
          <p15:clr>
            <a:srgbClr val="F26B43"/>
          </p15:clr>
        </p15:guide>
        <p15:guide id="4" pos="3552">
          <p15:clr>
            <a:srgbClr val="F26B43"/>
          </p15:clr>
        </p15:guide>
        <p15:guide id="5" pos="4128">
          <p15:clr>
            <a:srgbClr val="F26B43"/>
          </p15:clr>
        </p15:guide>
        <p15:guide id="6" orient="horz" pos="3696">
          <p15:clr>
            <a:srgbClr val="F26B43"/>
          </p15:clr>
        </p15:guide>
        <p15:guide id="7" orient="horz" pos="912">
          <p15:clr>
            <a:srgbClr val="F26B43"/>
          </p15:clr>
        </p15:guide>
        <p15:guide id="8" orient="horz" pos="22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775E1CC-9396-4128-A76B-A1560CE1B813}"/>
              </a:ext>
            </a:extLst>
          </p:cNvPr>
          <p:cNvGraphicFramePr>
            <a:graphicFrameLocks noChangeAspect="1"/>
          </p:cNvGraphicFramePr>
          <p:nvPr userDrawn="1">
            <p:custDataLst>
              <p:tags r:id="rId49"/>
            </p:custDataLst>
            <p:extLst>
              <p:ext uri="{D42A27DB-BD31-4B8C-83A1-F6EECF244321}">
                <p14:modId xmlns:p14="http://schemas.microsoft.com/office/powerpoint/2010/main" val="26399440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0" imgW="416" imgH="416" progId="TCLayout.ActiveDocument.1">
                  <p:embed/>
                </p:oleObj>
              </mc:Choice>
              <mc:Fallback>
                <p:oleObj name="think-cell Slide" r:id="rId50" imgW="416" imgH="416" progId="TCLayout.ActiveDocument.1">
                  <p:embed/>
                  <p:pic>
                    <p:nvPicPr>
                      <p:cNvPr id="6" name="Object 5" hidden="1">
                        <a:extLst>
                          <a:ext uri="{FF2B5EF4-FFF2-40B4-BE49-F238E27FC236}">
                            <a16:creationId xmlns:a16="http://schemas.microsoft.com/office/drawing/2014/main" id="{8775E1CC-9396-4128-A76B-A1560CE1B813}"/>
                          </a:ext>
                        </a:extLst>
                      </p:cNvPr>
                      <p:cNvPicPr/>
                      <p:nvPr/>
                    </p:nvPicPr>
                    <p:blipFill>
                      <a:blip r:embed="rId5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1"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21" name="Content Placeholder 8"/>
          <p:cNvSpPr txBox="1">
            <a:spLocks/>
          </p:cNvSpPr>
          <p:nvPr/>
        </p:nvSpPr>
        <p:spPr>
          <a:xfrm>
            <a:off x="859760" y="6321767"/>
            <a:ext cx="8047075" cy="228600"/>
          </a:xfrm>
          <a:prstGeom prst="rect">
            <a:avLst/>
          </a:prstGeom>
        </p:spPr>
        <p:txBody>
          <a:bodyPr lIns="0" tIns="0" rIns="0" bIns="0" anchor="b"/>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800">
                <a:solidFill>
                  <a:schemeClr val="tx2"/>
                </a:solidFill>
                <a:latin typeface="+mn-lt"/>
                <a:cs typeface="Arial" panose="020B0604020202020204" pitchFamily="34" charset="0"/>
              </a:rPr>
              <a:t>©2021 CVS Health and/or one of its affiliates. Confidential and proprietary.</a:t>
            </a: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p:nvGrpSpPr>
        <p:grpSpPr>
          <a:xfrm>
            <a:off x="10355280"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Tree>
    <p:extLst>
      <p:ext uri="{BB962C8B-B14F-4D97-AF65-F5344CB8AC3E}">
        <p14:creationId xmlns:p14="http://schemas.microsoft.com/office/powerpoint/2010/main" val="3040328937"/>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4244" r:id="rId47"/>
  </p:sldLayoutIdLst>
  <p:hf hdr="0" dt="0"/>
  <p:txStyles>
    <p:titleStyle>
      <a:lvl1pPr algn="l" defTabSz="457063"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457063" rtl="0" eaLnBrk="1" latinLnBrk="0" hangingPunct="1">
        <a:defRPr sz="1800" kern="1200">
          <a:solidFill>
            <a:schemeClr val="tx1"/>
          </a:solidFill>
          <a:latin typeface="+mn-lt"/>
          <a:ea typeface="+mn-ea"/>
          <a:cs typeface="+mn-cs"/>
        </a:defRPr>
      </a:lvl1pPr>
      <a:lvl2pPr marL="457063" algn="l" defTabSz="457063" rtl="0" eaLnBrk="1" latinLnBrk="0" hangingPunct="1">
        <a:defRPr sz="1800" kern="1200">
          <a:solidFill>
            <a:schemeClr val="tx1"/>
          </a:solidFill>
          <a:latin typeface="+mn-lt"/>
          <a:ea typeface="+mn-ea"/>
          <a:cs typeface="+mn-cs"/>
        </a:defRPr>
      </a:lvl2pPr>
      <a:lvl3pPr marL="914126" algn="l" defTabSz="457063" rtl="0" eaLnBrk="1" latinLnBrk="0" hangingPunct="1">
        <a:defRPr sz="1800" kern="1200">
          <a:solidFill>
            <a:schemeClr val="tx1"/>
          </a:solidFill>
          <a:latin typeface="+mn-lt"/>
          <a:ea typeface="+mn-ea"/>
          <a:cs typeface="+mn-cs"/>
        </a:defRPr>
      </a:lvl3pPr>
      <a:lvl4pPr marL="1371189" algn="l" defTabSz="457063" rtl="0" eaLnBrk="1" latinLnBrk="0" hangingPunct="1">
        <a:defRPr sz="1800" kern="1200">
          <a:solidFill>
            <a:schemeClr val="tx1"/>
          </a:solidFill>
          <a:latin typeface="+mn-lt"/>
          <a:ea typeface="+mn-ea"/>
          <a:cs typeface="+mn-cs"/>
        </a:defRPr>
      </a:lvl4pPr>
      <a:lvl5pPr marL="1828251" algn="l" defTabSz="457063" rtl="0" eaLnBrk="1" latinLnBrk="0" hangingPunct="1">
        <a:defRPr sz="1800" kern="1200">
          <a:solidFill>
            <a:schemeClr val="tx1"/>
          </a:solidFill>
          <a:latin typeface="+mn-lt"/>
          <a:ea typeface="+mn-ea"/>
          <a:cs typeface="+mn-cs"/>
        </a:defRPr>
      </a:lvl5pPr>
      <a:lvl6pPr marL="2285314" algn="l" defTabSz="457063" rtl="0" eaLnBrk="1" latinLnBrk="0" hangingPunct="1">
        <a:defRPr sz="1800" kern="1200">
          <a:solidFill>
            <a:schemeClr val="tx1"/>
          </a:solidFill>
          <a:latin typeface="+mn-lt"/>
          <a:ea typeface="+mn-ea"/>
          <a:cs typeface="+mn-cs"/>
        </a:defRPr>
      </a:lvl6pPr>
      <a:lvl7pPr marL="2742377" algn="l" defTabSz="457063" rtl="0" eaLnBrk="1" latinLnBrk="0" hangingPunct="1">
        <a:defRPr sz="1800" kern="1200">
          <a:solidFill>
            <a:schemeClr val="tx1"/>
          </a:solidFill>
          <a:latin typeface="+mn-lt"/>
          <a:ea typeface="+mn-ea"/>
          <a:cs typeface="+mn-cs"/>
        </a:defRPr>
      </a:lvl7pPr>
      <a:lvl8pPr marL="3199440" algn="l" defTabSz="457063" rtl="0" eaLnBrk="1" latinLnBrk="0" hangingPunct="1">
        <a:defRPr sz="1800" kern="1200">
          <a:solidFill>
            <a:schemeClr val="tx1"/>
          </a:solidFill>
          <a:latin typeface="+mn-lt"/>
          <a:ea typeface="+mn-ea"/>
          <a:cs typeface="+mn-cs"/>
        </a:defRPr>
      </a:lvl8pPr>
      <a:lvl9pPr marL="3656503" algn="l" defTabSz="45706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7">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0BFF0249-7EB5-4D63-B358-6821190BA383}"/>
              </a:ext>
            </a:extLst>
          </p:cNvPr>
          <p:cNvGraphicFramePr>
            <a:graphicFrameLocks noChangeAspect="1"/>
          </p:cNvGraphicFramePr>
          <p:nvPr userDrawn="1">
            <p:custDataLst>
              <p:tags r:id="rId36"/>
            </p:custDataLst>
            <p:extLst>
              <p:ext uri="{D42A27DB-BD31-4B8C-83A1-F6EECF244321}">
                <p14:modId xmlns:p14="http://schemas.microsoft.com/office/powerpoint/2010/main" val="1878960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395" imgH="394" progId="TCLayout.ActiveDocument.1">
                  <p:embed/>
                </p:oleObj>
              </mc:Choice>
              <mc:Fallback>
                <p:oleObj name="think-cell Slide" r:id="rId37" imgW="395" imgH="394" progId="TCLayout.ActiveDocument.1">
                  <p:embed/>
                  <p:pic>
                    <p:nvPicPr>
                      <p:cNvPr id="5" name="Object 4" hidden="1">
                        <a:extLst>
                          <a:ext uri="{FF2B5EF4-FFF2-40B4-BE49-F238E27FC236}">
                            <a16:creationId xmlns:a16="http://schemas.microsoft.com/office/drawing/2014/main" id="{0BFF0249-7EB5-4D63-B358-6821190BA383}"/>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22B9F1AC-7982-48A5-A9F4-F49F09D2E693}"/>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rPr>
              <a:t>©2021 CVS Health and/or one of its affiliates. Confidential and proprietary.</a:t>
            </a:r>
          </a:p>
        </p:txBody>
      </p:sp>
      <p:sp>
        <p:nvSpPr>
          <p:cNvPr id="2" name="Title Placeholder 1"/>
          <p:cNvSpPr>
            <a:spLocks noGrp="1"/>
          </p:cNvSpPr>
          <p:nvPr>
            <p:ph type="title"/>
          </p:nvPr>
        </p:nvSpPr>
        <p:spPr>
          <a:xfrm>
            <a:off x="557929" y="649224"/>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73936"/>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marL="342900" marR="0" lvl="2" indent="-171450" algn="l" defTabSz="457200" rtl="0" eaLnBrk="1" fontAlgn="auto" latinLnBrk="0" hangingPunct="1">
              <a:lnSpc>
                <a:spcPct val="100000"/>
              </a:lnSpc>
              <a:spcBef>
                <a:spcPts val="600"/>
              </a:spcBef>
              <a:spcAft>
                <a:spcPts val="0"/>
              </a:spcAft>
              <a:buClrTx/>
              <a:buSzTx/>
              <a:buFont typeface="Lucida Grande"/>
              <a:buChar char="–"/>
              <a:tabLst/>
              <a:defRPr/>
            </a:pPr>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grpSp>
        <p:nvGrpSpPr>
          <p:cNvPr id="22" name="Group 21">
            <a:extLst>
              <a:ext uri="{FF2B5EF4-FFF2-40B4-BE49-F238E27FC236}">
                <a16:creationId xmlns:a16="http://schemas.microsoft.com/office/drawing/2014/main" id="{94F02B14-26DC-47C5-BE74-75AB1C1533A3}"/>
              </a:ext>
            </a:extLst>
          </p:cNvPr>
          <p:cNvGrpSpPr>
            <a:grpSpLocks noChangeAspect="1"/>
          </p:cNvGrpSpPr>
          <p:nvPr userDrawn="1"/>
        </p:nvGrpSpPr>
        <p:grpSpPr>
          <a:xfrm>
            <a:off x="10355279" y="6373316"/>
            <a:ext cx="1279513" cy="157138"/>
            <a:chOff x="1011652" y="1504398"/>
            <a:chExt cx="10028238" cy="1231900"/>
          </a:xfrm>
          <a:solidFill>
            <a:schemeClr val="tx1"/>
          </a:solidFill>
        </p:grpSpPr>
        <p:sp>
          <p:nvSpPr>
            <p:cNvPr id="23" name="Freeform 4">
              <a:extLst>
                <a:ext uri="{FF2B5EF4-FFF2-40B4-BE49-F238E27FC236}">
                  <a16:creationId xmlns:a16="http://schemas.microsoft.com/office/drawing/2014/main" id="{C03C60BD-E208-4793-B163-0391E0673CC6}"/>
                </a:ext>
              </a:extLst>
            </p:cNvPr>
            <p:cNvSpPr>
              <a:spLocks noEditPoints="1"/>
            </p:cNvSpPr>
            <p:nvPr/>
          </p:nvSpPr>
          <p:spPr bwMode="auto">
            <a:xfrm>
              <a:off x="5917027" y="1539323"/>
              <a:ext cx="4808538" cy="1189038"/>
            </a:xfrm>
            <a:custGeom>
              <a:avLst/>
              <a:gdLst>
                <a:gd name="T0" fmla="*/ 701 w 1134"/>
                <a:gd name="T1" fmla="*/ 273 h 278"/>
                <a:gd name="T2" fmla="*/ 675 w 1134"/>
                <a:gd name="T3" fmla="*/ 248 h 278"/>
                <a:gd name="T4" fmla="*/ 701 w 1134"/>
                <a:gd name="T5" fmla="*/ 109 h 278"/>
                <a:gd name="T6" fmla="*/ 645 w 1134"/>
                <a:gd name="T7" fmla="*/ 84 h 278"/>
                <a:gd name="T8" fmla="*/ 576 w 1134"/>
                <a:gd name="T9" fmla="*/ 79 h 278"/>
                <a:gd name="T10" fmla="*/ 576 w 1134"/>
                <a:gd name="T11" fmla="*/ 278 h 278"/>
                <a:gd name="T12" fmla="*/ 645 w 1134"/>
                <a:gd name="T13" fmla="*/ 273 h 278"/>
                <a:gd name="T14" fmla="*/ 426 w 1134"/>
                <a:gd name="T15" fmla="*/ 222 h 278"/>
                <a:gd name="T16" fmla="*/ 299 w 1134"/>
                <a:gd name="T17" fmla="*/ 189 h 278"/>
                <a:gd name="T18" fmla="*/ 461 w 1134"/>
                <a:gd name="T19" fmla="*/ 175 h 278"/>
                <a:gd name="T20" fmla="*/ 267 w 1134"/>
                <a:gd name="T21" fmla="*/ 178 h 278"/>
                <a:gd name="T22" fmla="*/ 456 w 1134"/>
                <a:gd name="T23" fmla="*/ 222 h 278"/>
                <a:gd name="T24" fmla="*/ 59 w 1134"/>
                <a:gd name="T25" fmla="*/ 25 h 278"/>
                <a:gd name="T26" fmla="*/ 86 w 1134"/>
                <a:gd name="T27" fmla="*/ 0 h 278"/>
                <a:gd name="T28" fmla="*/ 0 w 1134"/>
                <a:gd name="T29" fmla="*/ 25 h 278"/>
                <a:gd name="T30" fmla="*/ 27 w 1134"/>
                <a:gd name="T31" fmla="*/ 247 h 278"/>
                <a:gd name="T32" fmla="*/ 0 w 1134"/>
                <a:gd name="T33" fmla="*/ 273 h 278"/>
                <a:gd name="T34" fmla="*/ 86 w 1134"/>
                <a:gd name="T35" fmla="*/ 247 h 278"/>
                <a:gd name="T36" fmla="*/ 59 w 1134"/>
                <a:gd name="T37" fmla="*/ 138 h 278"/>
                <a:gd name="T38" fmla="*/ 196 w 1134"/>
                <a:gd name="T39" fmla="*/ 247 h 278"/>
                <a:gd name="T40" fmla="*/ 168 w 1134"/>
                <a:gd name="T41" fmla="*/ 273 h 278"/>
                <a:gd name="T42" fmla="*/ 255 w 1134"/>
                <a:gd name="T43" fmla="*/ 247 h 278"/>
                <a:gd name="T44" fmla="*/ 227 w 1134"/>
                <a:gd name="T45" fmla="*/ 25 h 278"/>
                <a:gd name="T46" fmla="*/ 255 w 1134"/>
                <a:gd name="T47" fmla="*/ 0 h 278"/>
                <a:gd name="T48" fmla="*/ 168 w 1134"/>
                <a:gd name="T49" fmla="*/ 25 h 278"/>
                <a:gd name="T50" fmla="*/ 196 w 1134"/>
                <a:gd name="T51" fmla="*/ 114 h 278"/>
                <a:gd name="T52" fmla="*/ 996 w 1134"/>
                <a:gd name="T53" fmla="*/ 248 h 278"/>
                <a:gd name="T54" fmla="*/ 971 w 1134"/>
                <a:gd name="T55" fmla="*/ 163 h 278"/>
                <a:gd name="T56" fmla="*/ 1078 w 1134"/>
                <a:gd name="T57" fmla="*/ 163 h 278"/>
                <a:gd name="T58" fmla="*/ 1053 w 1134"/>
                <a:gd name="T59" fmla="*/ 248 h 278"/>
                <a:gd name="T60" fmla="*/ 1134 w 1134"/>
                <a:gd name="T61" fmla="*/ 273 h 278"/>
                <a:gd name="T62" fmla="*/ 1109 w 1134"/>
                <a:gd name="T63" fmla="*/ 248 h 278"/>
                <a:gd name="T64" fmla="*/ 1030 w 1134"/>
                <a:gd name="T65" fmla="*/ 79 h 278"/>
                <a:gd name="T66" fmla="*/ 971 w 1134"/>
                <a:gd name="T67" fmla="*/ 0 h 278"/>
                <a:gd name="T68" fmla="*/ 915 w 1134"/>
                <a:gd name="T69" fmla="*/ 24 h 278"/>
                <a:gd name="T70" fmla="*/ 940 w 1134"/>
                <a:gd name="T71" fmla="*/ 248 h 278"/>
                <a:gd name="T72" fmla="*/ 915 w 1134"/>
                <a:gd name="T73" fmla="*/ 273 h 278"/>
                <a:gd name="T74" fmla="*/ 996 w 1134"/>
                <a:gd name="T75" fmla="*/ 248 h 278"/>
                <a:gd name="T76" fmla="*/ 580 w 1134"/>
                <a:gd name="T77" fmla="*/ 104 h 278"/>
                <a:gd name="T78" fmla="*/ 580 w 1134"/>
                <a:gd name="T79" fmla="*/ 252 h 278"/>
                <a:gd name="T80" fmla="*/ 366 w 1134"/>
                <a:gd name="T81" fmla="*/ 104 h 278"/>
                <a:gd name="T82" fmla="*/ 299 w 1134"/>
                <a:gd name="T83" fmla="*/ 164 h 278"/>
                <a:gd name="T84" fmla="*/ 859 w 1134"/>
                <a:gd name="T85" fmla="*/ 224 h 278"/>
                <a:gd name="T86" fmla="*/ 897 w 1134"/>
                <a:gd name="T87" fmla="*/ 109 h 278"/>
                <a:gd name="T88" fmla="*/ 859 w 1134"/>
                <a:gd name="T89" fmla="*/ 84 h 278"/>
                <a:gd name="T90" fmla="*/ 829 w 1134"/>
                <a:gd name="T91" fmla="*/ 36 h 278"/>
                <a:gd name="T92" fmla="*/ 799 w 1134"/>
                <a:gd name="T93" fmla="*/ 84 h 278"/>
                <a:gd name="T94" fmla="*/ 829 w 1134"/>
                <a:gd name="T95" fmla="*/ 109 h 278"/>
                <a:gd name="T96" fmla="*/ 879 w 1134"/>
                <a:gd name="T97" fmla="*/ 275 h 278"/>
                <a:gd name="T98" fmla="*/ 897 w 1134"/>
                <a:gd name="T99" fmla="*/ 248 h 278"/>
                <a:gd name="T100" fmla="*/ 859 w 1134"/>
                <a:gd name="T101" fmla="*/ 224 h 278"/>
                <a:gd name="T102" fmla="*/ 801 w 1134"/>
                <a:gd name="T103" fmla="*/ 273 h 278"/>
                <a:gd name="T104" fmla="*/ 787 w 1134"/>
                <a:gd name="T105" fmla="*/ 249 h 278"/>
                <a:gd name="T106" fmla="*/ 768 w 1134"/>
                <a:gd name="T107" fmla="*/ 0 h 278"/>
                <a:gd name="T108" fmla="*/ 712 w 1134"/>
                <a:gd name="T109" fmla="*/ 24 h 278"/>
                <a:gd name="T110" fmla="*/ 737 w 1134"/>
                <a:gd name="T111" fmla="*/ 224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34" h="278">
                  <a:moveTo>
                    <a:pt x="645" y="273"/>
                  </a:moveTo>
                  <a:cubicBezTo>
                    <a:pt x="701" y="273"/>
                    <a:pt x="701" y="273"/>
                    <a:pt x="701" y="273"/>
                  </a:cubicBezTo>
                  <a:cubicBezTo>
                    <a:pt x="701" y="248"/>
                    <a:pt x="701" y="248"/>
                    <a:pt x="701" y="248"/>
                  </a:cubicBezTo>
                  <a:cubicBezTo>
                    <a:pt x="675" y="248"/>
                    <a:pt x="675" y="248"/>
                    <a:pt x="675" y="248"/>
                  </a:cubicBezTo>
                  <a:cubicBezTo>
                    <a:pt x="675" y="109"/>
                    <a:pt x="675" y="109"/>
                    <a:pt x="675" y="109"/>
                  </a:cubicBezTo>
                  <a:cubicBezTo>
                    <a:pt x="701" y="109"/>
                    <a:pt x="701" y="109"/>
                    <a:pt x="701" y="109"/>
                  </a:cubicBezTo>
                  <a:cubicBezTo>
                    <a:pt x="701" y="84"/>
                    <a:pt x="701" y="84"/>
                    <a:pt x="701" y="84"/>
                  </a:cubicBezTo>
                  <a:cubicBezTo>
                    <a:pt x="645" y="84"/>
                    <a:pt x="645" y="84"/>
                    <a:pt x="645" y="84"/>
                  </a:cubicBezTo>
                  <a:cubicBezTo>
                    <a:pt x="645" y="112"/>
                    <a:pt x="645" y="112"/>
                    <a:pt x="645" y="112"/>
                  </a:cubicBezTo>
                  <a:cubicBezTo>
                    <a:pt x="629" y="91"/>
                    <a:pt x="605" y="79"/>
                    <a:pt x="576" y="79"/>
                  </a:cubicBezTo>
                  <a:cubicBezTo>
                    <a:pt x="523" y="79"/>
                    <a:pt x="483" y="122"/>
                    <a:pt x="483" y="178"/>
                  </a:cubicBezTo>
                  <a:cubicBezTo>
                    <a:pt x="483" y="235"/>
                    <a:pt x="523" y="278"/>
                    <a:pt x="576" y="278"/>
                  </a:cubicBezTo>
                  <a:cubicBezTo>
                    <a:pt x="605" y="278"/>
                    <a:pt x="629" y="265"/>
                    <a:pt x="645" y="245"/>
                  </a:cubicBezTo>
                  <a:lnTo>
                    <a:pt x="645" y="273"/>
                  </a:lnTo>
                  <a:close/>
                  <a:moveTo>
                    <a:pt x="456" y="222"/>
                  </a:moveTo>
                  <a:cubicBezTo>
                    <a:pt x="426" y="222"/>
                    <a:pt x="426" y="222"/>
                    <a:pt x="426" y="222"/>
                  </a:cubicBezTo>
                  <a:cubicBezTo>
                    <a:pt x="415" y="241"/>
                    <a:pt x="395" y="253"/>
                    <a:pt x="367" y="253"/>
                  </a:cubicBezTo>
                  <a:cubicBezTo>
                    <a:pt x="325" y="253"/>
                    <a:pt x="302" y="227"/>
                    <a:pt x="299" y="189"/>
                  </a:cubicBezTo>
                  <a:cubicBezTo>
                    <a:pt x="461" y="189"/>
                    <a:pt x="461" y="189"/>
                    <a:pt x="461" y="189"/>
                  </a:cubicBezTo>
                  <a:cubicBezTo>
                    <a:pt x="461" y="175"/>
                    <a:pt x="461" y="175"/>
                    <a:pt x="461" y="175"/>
                  </a:cubicBezTo>
                  <a:cubicBezTo>
                    <a:pt x="461" y="118"/>
                    <a:pt x="424" y="79"/>
                    <a:pt x="366" y="79"/>
                  </a:cubicBezTo>
                  <a:cubicBezTo>
                    <a:pt x="308" y="79"/>
                    <a:pt x="267" y="120"/>
                    <a:pt x="267" y="178"/>
                  </a:cubicBezTo>
                  <a:cubicBezTo>
                    <a:pt x="267" y="237"/>
                    <a:pt x="308" y="278"/>
                    <a:pt x="366" y="278"/>
                  </a:cubicBezTo>
                  <a:cubicBezTo>
                    <a:pt x="409" y="278"/>
                    <a:pt x="442" y="257"/>
                    <a:pt x="456" y="222"/>
                  </a:cubicBezTo>
                  <a:moveTo>
                    <a:pt x="59" y="114"/>
                  </a:moveTo>
                  <a:cubicBezTo>
                    <a:pt x="59" y="25"/>
                    <a:pt x="59" y="25"/>
                    <a:pt x="59" y="25"/>
                  </a:cubicBezTo>
                  <a:cubicBezTo>
                    <a:pt x="86" y="25"/>
                    <a:pt x="86" y="25"/>
                    <a:pt x="86" y="25"/>
                  </a:cubicBezTo>
                  <a:cubicBezTo>
                    <a:pt x="86" y="0"/>
                    <a:pt x="86" y="0"/>
                    <a:pt x="86" y="0"/>
                  </a:cubicBezTo>
                  <a:cubicBezTo>
                    <a:pt x="0" y="0"/>
                    <a:pt x="0" y="0"/>
                    <a:pt x="0" y="0"/>
                  </a:cubicBezTo>
                  <a:cubicBezTo>
                    <a:pt x="0" y="25"/>
                    <a:pt x="0" y="25"/>
                    <a:pt x="0" y="25"/>
                  </a:cubicBezTo>
                  <a:cubicBezTo>
                    <a:pt x="27" y="25"/>
                    <a:pt x="27" y="25"/>
                    <a:pt x="27" y="25"/>
                  </a:cubicBezTo>
                  <a:cubicBezTo>
                    <a:pt x="27" y="247"/>
                    <a:pt x="27" y="247"/>
                    <a:pt x="27" y="247"/>
                  </a:cubicBezTo>
                  <a:cubicBezTo>
                    <a:pt x="0" y="247"/>
                    <a:pt x="0" y="247"/>
                    <a:pt x="0" y="247"/>
                  </a:cubicBezTo>
                  <a:cubicBezTo>
                    <a:pt x="0" y="273"/>
                    <a:pt x="0" y="273"/>
                    <a:pt x="0" y="273"/>
                  </a:cubicBezTo>
                  <a:cubicBezTo>
                    <a:pt x="86" y="273"/>
                    <a:pt x="86" y="273"/>
                    <a:pt x="86" y="273"/>
                  </a:cubicBezTo>
                  <a:cubicBezTo>
                    <a:pt x="86" y="247"/>
                    <a:pt x="86" y="247"/>
                    <a:pt x="86" y="247"/>
                  </a:cubicBezTo>
                  <a:cubicBezTo>
                    <a:pt x="59" y="247"/>
                    <a:pt x="59" y="247"/>
                    <a:pt x="59" y="247"/>
                  </a:cubicBezTo>
                  <a:cubicBezTo>
                    <a:pt x="59" y="138"/>
                    <a:pt x="59" y="138"/>
                    <a:pt x="59" y="138"/>
                  </a:cubicBezTo>
                  <a:cubicBezTo>
                    <a:pt x="196" y="138"/>
                    <a:pt x="196" y="138"/>
                    <a:pt x="196" y="138"/>
                  </a:cubicBezTo>
                  <a:cubicBezTo>
                    <a:pt x="196" y="247"/>
                    <a:pt x="196" y="247"/>
                    <a:pt x="196" y="247"/>
                  </a:cubicBezTo>
                  <a:cubicBezTo>
                    <a:pt x="168" y="247"/>
                    <a:pt x="168" y="247"/>
                    <a:pt x="168" y="247"/>
                  </a:cubicBezTo>
                  <a:cubicBezTo>
                    <a:pt x="168" y="273"/>
                    <a:pt x="168" y="273"/>
                    <a:pt x="168" y="273"/>
                  </a:cubicBezTo>
                  <a:cubicBezTo>
                    <a:pt x="255" y="273"/>
                    <a:pt x="255" y="273"/>
                    <a:pt x="255" y="273"/>
                  </a:cubicBezTo>
                  <a:cubicBezTo>
                    <a:pt x="255" y="247"/>
                    <a:pt x="255" y="247"/>
                    <a:pt x="255" y="247"/>
                  </a:cubicBezTo>
                  <a:cubicBezTo>
                    <a:pt x="227" y="247"/>
                    <a:pt x="227" y="247"/>
                    <a:pt x="227" y="247"/>
                  </a:cubicBezTo>
                  <a:cubicBezTo>
                    <a:pt x="227" y="25"/>
                    <a:pt x="227" y="25"/>
                    <a:pt x="227" y="25"/>
                  </a:cubicBezTo>
                  <a:cubicBezTo>
                    <a:pt x="255" y="25"/>
                    <a:pt x="255" y="25"/>
                    <a:pt x="255" y="25"/>
                  </a:cubicBezTo>
                  <a:cubicBezTo>
                    <a:pt x="255" y="0"/>
                    <a:pt x="255" y="0"/>
                    <a:pt x="255" y="0"/>
                  </a:cubicBezTo>
                  <a:cubicBezTo>
                    <a:pt x="168" y="0"/>
                    <a:pt x="168" y="0"/>
                    <a:pt x="168" y="0"/>
                  </a:cubicBezTo>
                  <a:cubicBezTo>
                    <a:pt x="168" y="25"/>
                    <a:pt x="168" y="25"/>
                    <a:pt x="168" y="25"/>
                  </a:cubicBezTo>
                  <a:cubicBezTo>
                    <a:pt x="196" y="25"/>
                    <a:pt x="196" y="25"/>
                    <a:pt x="196" y="25"/>
                  </a:cubicBezTo>
                  <a:cubicBezTo>
                    <a:pt x="196" y="114"/>
                    <a:pt x="196" y="114"/>
                    <a:pt x="196" y="114"/>
                  </a:cubicBezTo>
                  <a:lnTo>
                    <a:pt x="59" y="114"/>
                  </a:lnTo>
                  <a:close/>
                  <a:moveTo>
                    <a:pt x="996" y="248"/>
                  </a:moveTo>
                  <a:cubicBezTo>
                    <a:pt x="971" y="248"/>
                    <a:pt x="971" y="248"/>
                    <a:pt x="971" y="248"/>
                  </a:cubicBezTo>
                  <a:cubicBezTo>
                    <a:pt x="971" y="163"/>
                    <a:pt x="971" y="163"/>
                    <a:pt x="971" y="163"/>
                  </a:cubicBezTo>
                  <a:cubicBezTo>
                    <a:pt x="971" y="124"/>
                    <a:pt x="991" y="104"/>
                    <a:pt x="1026" y="104"/>
                  </a:cubicBezTo>
                  <a:cubicBezTo>
                    <a:pt x="1058" y="104"/>
                    <a:pt x="1078" y="124"/>
                    <a:pt x="1078" y="163"/>
                  </a:cubicBezTo>
                  <a:cubicBezTo>
                    <a:pt x="1078" y="248"/>
                    <a:pt x="1078" y="248"/>
                    <a:pt x="1078" y="248"/>
                  </a:cubicBezTo>
                  <a:cubicBezTo>
                    <a:pt x="1053" y="248"/>
                    <a:pt x="1053" y="248"/>
                    <a:pt x="1053" y="248"/>
                  </a:cubicBezTo>
                  <a:cubicBezTo>
                    <a:pt x="1053" y="273"/>
                    <a:pt x="1053" y="273"/>
                    <a:pt x="1053" y="273"/>
                  </a:cubicBezTo>
                  <a:cubicBezTo>
                    <a:pt x="1134" y="273"/>
                    <a:pt x="1134" y="273"/>
                    <a:pt x="1134" y="273"/>
                  </a:cubicBezTo>
                  <a:cubicBezTo>
                    <a:pt x="1134" y="248"/>
                    <a:pt x="1134" y="248"/>
                    <a:pt x="1134" y="248"/>
                  </a:cubicBezTo>
                  <a:cubicBezTo>
                    <a:pt x="1109" y="248"/>
                    <a:pt x="1109" y="248"/>
                    <a:pt x="1109" y="248"/>
                  </a:cubicBezTo>
                  <a:cubicBezTo>
                    <a:pt x="1109" y="163"/>
                    <a:pt x="1109" y="163"/>
                    <a:pt x="1109" y="163"/>
                  </a:cubicBezTo>
                  <a:cubicBezTo>
                    <a:pt x="1109" y="117"/>
                    <a:pt x="1081" y="79"/>
                    <a:pt x="1030" y="79"/>
                  </a:cubicBezTo>
                  <a:cubicBezTo>
                    <a:pt x="1003" y="79"/>
                    <a:pt x="983" y="89"/>
                    <a:pt x="971" y="105"/>
                  </a:cubicBezTo>
                  <a:cubicBezTo>
                    <a:pt x="971" y="0"/>
                    <a:pt x="971" y="0"/>
                    <a:pt x="971" y="0"/>
                  </a:cubicBezTo>
                  <a:cubicBezTo>
                    <a:pt x="915" y="0"/>
                    <a:pt x="915" y="0"/>
                    <a:pt x="915" y="0"/>
                  </a:cubicBezTo>
                  <a:cubicBezTo>
                    <a:pt x="915" y="24"/>
                    <a:pt x="915" y="24"/>
                    <a:pt x="915" y="24"/>
                  </a:cubicBezTo>
                  <a:cubicBezTo>
                    <a:pt x="940" y="24"/>
                    <a:pt x="940" y="24"/>
                    <a:pt x="940" y="24"/>
                  </a:cubicBezTo>
                  <a:cubicBezTo>
                    <a:pt x="940" y="248"/>
                    <a:pt x="940" y="248"/>
                    <a:pt x="940" y="248"/>
                  </a:cubicBezTo>
                  <a:cubicBezTo>
                    <a:pt x="915" y="248"/>
                    <a:pt x="915" y="248"/>
                    <a:pt x="915" y="248"/>
                  </a:cubicBezTo>
                  <a:cubicBezTo>
                    <a:pt x="915" y="273"/>
                    <a:pt x="915" y="273"/>
                    <a:pt x="915" y="273"/>
                  </a:cubicBezTo>
                  <a:cubicBezTo>
                    <a:pt x="996" y="273"/>
                    <a:pt x="996" y="273"/>
                    <a:pt x="996" y="273"/>
                  </a:cubicBezTo>
                  <a:lnTo>
                    <a:pt x="996" y="248"/>
                  </a:lnTo>
                  <a:close/>
                  <a:moveTo>
                    <a:pt x="514" y="178"/>
                  </a:moveTo>
                  <a:cubicBezTo>
                    <a:pt x="514" y="135"/>
                    <a:pt x="542" y="104"/>
                    <a:pt x="580" y="104"/>
                  </a:cubicBezTo>
                  <a:cubicBezTo>
                    <a:pt x="619" y="104"/>
                    <a:pt x="646" y="136"/>
                    <a:pt x="646" y="178"/>
                  </a:cubicBezTo>
                  <a:cubicBezTo>
                    <a:pt x="646" y="221"/>
                    <a:pt x="619" y="252"/>
                    <a:pt x="580" y="252"/>
                  </a:cubicBezTo>
                  <a:cubicBezTo>
                    <a:pt x="542" y="252"/>
                    <a:pt x="514" y="221"/>
                    <a:pt x="514" y="178"/>
                  </a:cubicBezTo>
                  <a:moveTo>
                    <a:pt x="366" y="104"/>
                  </a:moveTo>
                  <a:cubicBezTo>
                    <a:pt x="406" y="104"/>
                    <a:pt x="427" y="133"/>
                    <a:pt x="430" y="164"/>
                  </a:cubicBezTo>
                  <a:cubicBezTo>
                    <a:pt x="299" y="164"/>
                    <a:pt x="299" y="164"/>
                    <a:pt x="299" y="164"/>
                  </a:cubicBezTo>
                  <a:cubicBezTo>
                    <a:pt x="302" y="130"/>
                    <a:pt x="326" y="104"/>
                    <a:pt x="366" y="104"/>
                  </a:cubicBezTo>
                  <a:moveTo>
                    <a:pt x="859" y="224"/>
                  </a:moveTo>
                  <a:cubicBezTo>
                    <a:pt x="859" y="109"/>
                    <a:pt x="859" y="109"/>
                    <a:pt x="859" y="109"/>
                  </a:cubicBezTo>
                  <a:cubicBezTo>
                    <a:pt x="897" y="109"/>
                    <a:pt x="897" y="109"/>
                    <a:pt x="897" y="109"/>
                  </a:cubicBezTo>
                  <a:cubicBezTo>
                    <a:pt x="897" y="84"/>
                    <a:pt x="897" y="84"/>
                    <a:pt x="897" y="84"/>
                  </a:cubicBezTo>
                  <a:cubicBezTo>
                    <a:pt x="859" y="84"/>
                    <a:pt x="859" y="84"/>
                    <a:pt x="859" y="84"/>
                  </a:cubicBezTo>
                  <a:cubicBezTo>
                    <a:pt x="859" y="36"/>
                    <a:pt x="859" y="36"/>
                    <a:pt x="859" y="36"/>
                  </a:cubicBezTo>
                  <a:cubicBezTo>
                    <a:pt x="829" y="36"/>
                    <a:pt x="829" y="36"/>
                    <a:pt x="829" y="36"/>
                  </a:cubicBezTo>
                  <a:cubicBezTo>
                    <a:pt x="829" y="84"/>
                    <a:pt x="829" y="84"/>
                    <a:pt x="829" y="84"/>
                  </a:cubicBezTo>
                  <a:cubicBezTo>
                    <a:pt x="799" y="84"/>
                    <a:pt x="799" y="84"/>
                    <a:pt x="799" y="84"/>
                  </a:cubicBezTo>
                  <a:cubicBezTo>
                    <a:pt x="799" y="109"/>
                    <a:pt x="799" y="109"/>
                    <a:pt x="799" y="109"/>
                  </a:cubicBezTo>
                  <a:cubicBezTo>
                    <a:pt x="829" y="109"/>
                    <a:pt x="829" y="109"/>
                    <a:pt x="829" y="109"/>
                  </a:cubicBezTo>
                  <a:cubicBezTo>
                    <a:pt x="829" y="225"/>
                    <a:pt x="829" y="225"/>
                    <a:pt x="829" y="225"/>
                  </a:cubicBezTo>
                  <a:cubicBezTo>
                    <a:pt x="829" y="259"/>
                    <a:pt x="844" y="275"/>
                    <a:pt x="879" y="275"/>
                  </a:cubicBezTo>
                  <a:cubicBezTo>
                    <a:pt x="884" y="275"/>
                    <a:pt x="893" y="274"/>
                    <a:pt x="897" y="273"/>
                  </a:cubicBezTo>
                  <a:cubicBezTo>
                    <a:pt x="897" y="248"/>
                    <a:pt x="897" y="248"/>
                    <a:pt x="897" y="248"/>
                  </a:cubicBezTo>
                  <a:cubicBezTo>
                    <a:pt x="892" y="249"/>
                    <a:pt x="886" y="249"/>
                    <a:pt x="882" y="249"/>
                  </a:cubicBezTo>
                  <a:cubicBezTo>
                    <a:pt x="866" y="249"/>
                    <a:pt x="859" y="244"/>
                    <a:pt x="859" y="224"/>
                  </a:cubicBezTo>
                  <a:moveTo>
                    <a:pt x="783" y="275"/>
                  </a:moveTo>
                  <a:cubicBezTo>
                    <a:pt x="789" y="275"/>
                    <a:pt x="797" y="274"/>
                    <a:pt x="801" y="273"/>
                  </a:cubicBezTo>
                  <a:cubicBezTo>
                    <a:pt x="801" y="248"/>
                    <a:pt x="801" y="248"/>
                    <a:pt x="801" y="248"/>
                  </a:cubicBezTo>
                  <a:cubicBezTo>
                    <a:pt x="795" y="249"/>
                    <a:pt x="791" y="249"/>
                    <a:pt x="787" y="249"/>
                  </a:cubicBezTo>
                  <a:cubicBezTo>
                    <a:pt x="774" y="249"/>
                    <a:pt x="768" y="243"/>
                    <a:pt x="768" y="222"/>
                  </a:cubicBezTo>
                  <a:cubicBezTo>
                    <a:pt x="768" y="0"/>
                    <a:pt x="768" y="0"/>
                    <a:pt x="768" y="0"/>
                  </a:cubicBezTo>
                  <a:cubicBezTo>
                    <a:pt x="712" y="0"/>
                    <a:pt x="712" y="0"/>
                    <a:pt x="712" y="0"/>
                  </a:cubicBezTo>
                  <a:cubicBezTo>
                    <a:pt x="712" y="24"/>
                    <a:pt x="712" y="24"/>
                    <a:pt x="712" y="24"/>
                  </a:cubicBezTo>
                  <a:cubicBezTo>
                    <a:pt x="737" y="24"/>
                    <a:pt x="737" y="24"/>
                    <a:pt x="737" y="24"/>
                  </a:cubicBezTo>
                  <a:cubicBezTo>
                    <a:pt x="737" y="224"/>
                    <a:pt x="737" y="224"/>
                    <a:pt x="737" y="224"/>
                  </a:cubicBezTo>
                  <a:cubicBezTo>
                    <a:pt x="737" y="257"/>
                    <a:pt x="751" y="275"/>
                    <a:pt x="783" y="275"/>
                  </a:cubicBezTo>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24" name="Freeform 5">
              <a:extLst>
                <a:ext uri="{FF2B5EF4-FFF2-40B4-BE49-F238E27FC236}">
                  <a16:creationId xmlns:a16="http://schemas.microsoft.com/office/drawing/2014/main" id="{EAC11C27-7E62-4B31-9680-B59D24D0A57F}"/>
                </a:ext>
              </a:extLst>
            </p:cNvPr>
            <p:cNvSpPr>
              <a:spLocks/>
            </p:cNvSpPr>
            <p:nvPr/>
          </p:nvSpPr>
          <p:spPr bwMode="auto">
            <a:xfrm>
              <a:off x="4777202" y="1504398"/>
              <a:ext cx="1030288" cy="1231900"/>
            </a:xfrm>
            <a:custGeom>
              <a:avLst/>
              <a:gdLst>
                <a:gd name="T0" fmla="*/ 85 w 243"/>
                <a:gd name="T1" fmla="*/ 195 h 288"/>
                <a:gd name="T2" fmla="*/ 125 w 243"/>
                <a:gd name="T3" fmla="*/ 223 h 288"/>
                <a:gd name="T4" fmla="*/ 158 w 243"/>
                <a:gd name="T5" fmla="*/ 203 h 288"/>
                <a:gd name="T6" fmla="*/ 110 w 243"/>
                <a:gd name="T7" fmla="*/ 176 h 288"/>
                <a:gd name="T8" fmla="*/ 36 w 243"/>
                <a:gd name="T9" fmla="*/ 150 h 288"/>
                <a:gd name="T10" fmla="*/ 5 w 243"/>
                <a:gd name="T11" fmla="*/ 87 h 288"/>
                <a:gd name="T12" fmla="*/ 119 w 243"/>
                <a:gd name="T13" fmla="*/ 0 h 288"/>
                <a:gd name="T14" fmla="*/ 236 w 243"/>
                <a:gd name="T15" fmla="*/ 86 h 288"/>
                <a:gd name="T16" fmla="*/ 153 w 243"/>
                <a:gd name="T17" fmla="*/ 86 h 288"/>
                <a:gd name="T18" fmla="*/ 118 w 243"/>
                <a:gd name="T19" fmla="*/ 62 h 288"/>
                <a:gd name="T20" fmla="*/ 90 w 243"/>
                <a:gd name="T21" fmla="*/ 80 h 288"/>
                <a:gd name="T22" fmla="*/ 130 w 243"/>
                <a:gd name="T23" fmla="*/ 104 h 288"/>
                <a:gd name="T24" fmla="*/ 208 w 243"/>
                <a:gd name="T25" fmla="*/ 130 h 288"/>
                <a:gd name="T26" fmla="*/ 243 w 243"/>
                <a:gd name="T27" fmla="*/ 194 h 288"/>
                <a:gd name="T28" fmla="*/ 122 w 243"/>
                <a:gd name="T29" fmla="*/ 288 h 288"/>
                <a:gd name="T30" fmla="*/ 0 w 243"/>
                <a:gd name="T31" fmla="*/ 195 h 288"/>
                <a:gd name="T32" fmla="*/ 85 w 243"/>
                <a:gd name="T33" fmla="*/ 195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3" h="288">
                  <a:moveTo>
                    <a:pt x="85" y="195"/>
                  </a:moveTo>
                  <a:cubicBezTo>
                    <a:pt x="90" y="216"/>
                    <a:pt x="101" y="223"/>
                    <a:pt x="125" y="223"/>
                  </a:cubicBezTo>
                  <a:cubicBezTo>
                    <a:pt x="146" y="223"/>
                    <a:pt x="158" y="215"/>
                    <a:pt x="158" y="203"/>
                  </a:cubicBezTo>
                  <a:cubicBezTo>
                    <a:pt x="158" y="186"/>
                    <a:pt x="142" y="185"/>
                    <a:pt x="110" y="176"/>
                  </a:cubicBezTo>
                  <a:cubicBezTo>
                    <a:pt x="72" y="166"/>
                    <a:pt x="48" y="158"/>
                    <a:pt x="36" y="150"/>
                  </a:cubicBezTo>
                  <a:cubicBezTo>
                    <a:pt x="15" y="135"/>
                    <a:pt x="5" y="114"/>
                    <a:pt x="5" y="87"/>
                  </a:cubicBezTo>
                  <a:cubicBezTo>
                    <a:pt x="5" y="34"/>
                    <a:pt x="47" y="0"/>
                    <a:pt x="119" y="0"/>
                  </a:cubicBezTo>
                  <a:cubicBezTo>
                    <a:pt x="189" y="0"/>
                    <a:pt x="231" y="31"/>
                    <a:pt x="236" y="86"/>
                  </a:cubicBezTo>
                  <a:cubicBezTo>
                    <a:pt x="153" y="86"/>
                    <a:pt x="153" y="86"/>
                    <a:pt x="153" y="86"/>
                  </a:cubicBezTo>
                  <a:cubicBezTo>
                    <a:pt x="150" y="70"/>
                    <a:pt x="139" y="62"/>
                    <a:pt x="118" y="62"/>
                  </a:cubicBezTo>
                  <a:cubicBezTo>
                    <a:pt x="99" y="62"/>
                    <a:pt x="90" y="68"/>
                    <a:pt x="90" y="80"/>
                  </a:cubicBezTo>
                  <a:cubicBezTo>
                    <a:pt x="90" y="95"/>
                    <a:pt x="104" y="98"/>
                    <a:pt x="130" y="104"/>
                  </a:cubicBezTo>
                  <a:cubicBezTo>
                    <a:pt x="164" y="113"/>
                    <a:pt x="191" y="119"/>
                    <a:pt x="208" y="130"/>
                  </a:cubicBezTo>
                  <a:cubicBezTo>
                    <a:pt x="232" y="146"/>
                    <a:pt x="243" y="166"/>
                    <a:pt x="243" y="194"/>
                  </a:cubicBezTo>
                  <a:cubicBezTo>
                    <a:pt x="243" y="253"/>
                    <a:pt x="201" y="288"/>
                    <a:pt x="122" y="288"/>
                  </a:cubicBezTo>
                  <a:cubicBezTo>
                    <a:pt x="48" y="288"/>
                    <a:pt x="6" y="253"/>
                    <a:pt x="0" y="195"/>
                  </a:cubicBezTo>
                  <a:lnTo>
                    <a:pt x="85" y="195"/>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2" name="Freeform 6">
              <a:extLst>
                <a:ext uri="{FF2B5EF4-FFF2-40B4-BE49-F238E27FC236}">
                  <a16:creationId xmlns:a16="http://schemas.microsoft.com/office/drawing/2014/main" id="{FA0788F6-B4B0-4834-AFB4-98F21B43FEB6}"/>
                </a:ext>
              </a:extLst>
            </p:cNvPr>
            <p:cNvSpPr>
              <a:spLocks/>
            </p:cNvSpPr>
            <p:nvPr/>
          </p:nvSpPr>
          <p:spPr bwMode="auto">
            <a:xfrm>
              <a:off x="2627727" y="1504398"/>
              <a:ext cx="1147763" cy="1231900"/>
            </a:xfrm>
            <a:custGeom>
              <a:avLst/>
              <a:gdLst>
                <a:gd name="T0" fmla="*/ 271 w 271"/>
                <a:gd name="T1" fmla="*/ 174 h 288"/>
                <a:gd name="T2" fmla="*/ 140 w 271"/>
                <a:gd name="T3" fmla="*/ 288 h 288"/>
                <a:gd name="T4" fmla="*/ 0 w 271"/>
                <a:gd name="T5" fmla="*/ 144 h 288"/>
                <a:gd name="T6" fmla="*/ 139 w 271"/>
                <a:gd name="T7" fmla="*/ 0 h 288"/>
                <a:gd name="T8" fmla="*/ 269 w 271"/>
                <a:gd name="T9" fmla="*/ 111 h 288"/>
                <a:gd name="T10" fmla="*/ 186 w 271"/>
                <a:gd name="T11" fmla="*/ 111 h 288"/>
                <a:gd name="T12" fmla="*/ 140 w 271"/>
                <a:gd name="T13" fmla="*/ 68 h 288"/>
                <a:gd name="T14" fmla="*/ 88 w 271"/>
                <a:gd name="T15" fmla="*/ 144 h 288"/>
                <a:gd name="T16" fmla="*/ 142 w 271"/>
                <a:gd name="T17" fmla="*/ 220 h 288"/>
                <a:gd name="T18" fmla="*/ 188 w 271"/>
                <a:gd name="T19" fmla="*/ 174 h 288"/>
                <a:gd name="T20" fmla="*/ 271 w 271"/>
                <a:gd name="T21" fmla="*/ 174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288">
                  <a:moveTo>
                    <a:pt x="271" y="174"/>
                  </a:moveTo>
                  <a:cubicBezTo>
                    <a:pt x="266" y="246"/>
                    <a:pt x="219" y="288"/>
                    <a:pt x="140" y="288"/>
                  </a:cubicBezTo>
                  <a:cubicBezTo>
                    <a:pt x="53" y="288"/>
                    <a:pt x="0" y="233"/>
                    <a:pt x="0" y="144"/>
                  </a:cubicBezTo>
                  <a:cubicBezTo>
                    <a:pt x="0" y="55"/>
                    <a:pt x="54" y="0"/>
                    <a:pt x="139" y="0"/>
                  </a:cubicBezTo>
                  <a:cubicBezTo>
                    <a:pt x="218" y="0"/>
                    <a:pt x="264" y="40"/>
                    <a:pt x="269" y="111"/>
                  </a:cubicBezTo>
                  <a:cubicBezTo>
                    <a:pt x="186" y="111"/>
                    <a:pt x="186" y="111"/>
                    <a:pt x="186" y="111"/>
                  </a:cubicBezTo>
                  <a:cubicBezTo>
                    <a:pt x="183" y="83"/>
                    <a:pt x="168" y="68"/>
                    <a:pt x="140" y="68"/>
                  </a:cubicBezTo>
                  <a:cubicBezTo>
                    <a:pt x="105" y="68"/>
                    <a:pt x="88" y="94"/>
                    <a:pt x="88" y="144"/>
                  </a:cubicBezTo>
                  <a:cubicBezTo>
                    <a:pt x="88" y="194"/>
                    <a:pt x="107" y="220"/>
                    <a:pt x="142" y="220"/>
                  </a:cubicBezTo>
                  <a:cubicBezTo>
                    <a:pt x="169" y="220"/>
                    <a:pt x="186" y="204"/>
                    <a:pt x="188" y="174"/>
                  </a:cubicBezTo>
                  <a:lnTo>
                    <a:pt x="271" y="174"/>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3" name="Freeform 7">
              <a:extLst>
                <a:ext uri="{FF2B5EF4-FFF2-40B4-BE49-F238E27FC236}">
                  <a16:creationId xmlns:a16="http://schemas.microsoft.com/office/drawing/2014/main" id="{F754B0DD-7999-4250-A4C0-0C3C14069271}"/>
                </a:ext>
              </a:extLst>
            </p:cNvPr>
            <p:cNvSpPr>
              <a:spLocks/>
            </p:cNvSpPr>
            <p:nvPr/>
          </p:nvSpPr>
          <p:spPr bwMode="auto">
            <a:xfrm>
              <a:off x="3696115" y="1539323"/>
              <a:ext cx="1144588" cy="1163638"/>
            </a:xfrm>
            <a:custGeom>
              <a:avLst/>
              <a:gdLst>
                <a:gd name="T0" fmla="*/ 0 w 721"/>
                <a:gd name="T1" fmla="*/ 0 h 733"/>
                <a:gd name="T2" fmla="*/ 237 w 721"/>
                <a:gd name="T3" fmla="*/ 0 h 733"/>
                <a:gd name="T4" fmla="*/ 360 w 721"/>
                <a:gd name="T5" fmla="*/ 474 h 733"/>
                <a:gd name="T6" fmla="*/ 491 w 721"/>
                <a:gd name="T7" fmla="*/ 0 h 733"/>
                <a:gd name="T8" fmla="*/ 721 w 721"/>
                <a:gd name="T9" fmla="*/ 0 h 733"/>
                <a:gd name="T10" fmla="*/ 478 w 721"/>
                <a:gd name="T11" fmla="*/ 733 h 733"/>
                <a:gd name="T12" fmla="*/ 245 w 721"/>
                <a:gd name="T13" fmla="*/ 733 h 733"/>
                <a:gd name="T14" fmla="*/ 0 w 721"/>
                <a:gd name="T15" fmla="*/ 0 h 7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1" h="733">
                  <a:moveTo>
                    <a:pt x="0" y="0"/>
                  </a:moveTo>
                  <a:lnTo>
                    <a:pt x="237" y="0"/>
                  </a:lnTo>
                  <a:lnTo>
                    <a:pt x="360" y="474"/>
                  </a:lnTo>
                  <a:lnTo>
                    <a:pt x="491" y="0"/>
                  </a:lnTo>
                  <a:lnTo>
                    <a:pt x="721" y="0"/>
                  </a:lnTo>
                  <a:lnTo>
                    <a:pt x="478" y="733"/>
                  </a:lnTo>
                  <a:lnTo>
                    <a:pt x="245" y="733"/>
                  </a:lnTo>
                  <a:lnTo>
                    <a:pt x="0"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4" name="Freeform 8">
              <a:extLst>
                <a:ext uri="{FF2B5EF4-FFF2-40B4-BE49-F238E27FC236}">
                  <a16:creationId xmlns:a16="http://schemas.microsoft.com/office/drawing/2014/main" id="{50CBFC8A-B083-42B9-9504-2364FACEC55E}"/>
                </a:ext>
              </a:extLst>
            </p:cNvPr>
            <p:cNvSpPr>
              <a:spLocks/>
            </p:cNvSpPr>
            <p:nvPr/>
          </p:nvSpPr>
          <p:spPr bwMode="auto">
            <a:xfrm>
              <a:off x="1011652" y="1504398"/>
              <a:ext cx="1500188" cy="1231900"/>
            </a:xfrm>
            <a:custGeom>
              <a:avLst/>
              <a:gdLst>
                <a:gd name="T0" fmla="*/ 101 w 354"/>
                <a:gd name="T1" fmla="*/ 0 h 288"/>
                <a:gd name="T2" fmla="*/ 73 w 354"/>
                <a:gd name="T3" fmla="*/ 12 h 288"/>
                <a:gd name="T4" fmla="*/ 15 w 354"/>
                <a:gd name="T5" fmla="*/ 69 h 288"/>
                <a:gd name="T6" fmla="*/ 15 w 354"/>
                <a:gd name="T7" fmla="*/ 127 h 288"/>
                <a:gd name="T8" fmla="*/ 177 w 354"/>
                <a:gd name="T9" fmla="*/ 288 h 288"/>
                <a:gd name="T10" fmla="*/ 338 w 354"/>
                <a:gd name="T11" fmla="*/ 127 h 288"/>
                <a:gd name="T12" fmla="*/ 338 w 354"/>
                <a:gd name="T13" fmla="*/ 69 h 288"/>
                <a:gd name="T14" fmla="*/ 281 w 354"/>
                <a:gd name="T15" fmla="*/ 12 h 288"/>
                <a:gd name="T16" fmla="*/ 252 w 354"/>
                <a:gd name="T17" fmla="*/ 0 h 288"/>
                <a:gd name="T18" fmla="*/ 224 w 354"/>
                <a:gd name="T19" fmla="*/ 12 h 288"/>
                <a:gd name="T20" fmla="*/ 177 w 354"/>
                <a:gd name="T21" fmla="*/ 59 h 288"/>
                <a:gd name="T22" fmla="*/ 130 w 354"/>
                <a:gd name="T23" fmla="*/ 12 h 288"/>
                <a:gd name="T24" fmla="*/ 101 w 354"/>
                <a:gd name="T25"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4" h="288">
                  <a:moveTo>
                    <a:pt x="101" y="0"/>
                  </a:moveTo>
                  <a:cubicBezTo>
                    <a:pt x="91" y="0"/>
                    <a:pt x="80" y="4"/>
                    <a:pt x="73" y="12"/>
                  </a:cubicBezTo>
                  <a:cubicBezTo>
                    <a:pt x="15" y="69"/>
                    <a:pt x="15" y="69"/>
                    <a:pt x="15" y="69"/>
                  </a:cubicBezTo>
                  <a:cubicBezTo>
                    <a:pt x="0" y="85"/>
                    <a:pt x="0" y="111"/>
                    <a:pt x="15" y="127"/>
                  </a:cubicBezTo>
                  <a:cubicBezTo>
                    <a:pt x="177" y="288"/>
                    <a:pt x="177" y="288"/>
                    <a:pt x="177" y="288"/>
                  </a:cubicBezTo>
                  <a:cubicBezTo>
                    <a:pt x="338" y="127"/>
                    <a:pt x="338" y="127"/>
                    <a:pt x="338" y="127"/>
                  </a:cubicBezTo>
                  <a:cubicBezTo>
                    <a:pt x="354" y="111"/>
                    <a:pt x="354" y="85"/>
                    <a:pt x="338" y="69"/>
                  </a:cubicBezTo>
                  <a:cubicBezTo>
                    <a:pt x="281" y="12"/>
                    <a:pt x="281" y="12"/>
                    <a:pt x="281" y="12"/>
                  </a:cubicBezTo>
                  <a:cubicBezTo>
                    <a:pt x="273" y="4"/>
                    <a:pt x="263" y="0"/>
                    <a:pt x="252" y="0"/>
                  </a:cubicBezTo>
                  <a:cubicBezTo>
                    <a:pt x="242" y="0"/>
                    <a:pt x="232" y="4"/>
                    <a:pt x="224" y="12"/>
                  </a:cubicBezTo>
                  <a:cubicBezTo>
                    <a:pt x="177" y="59"/>
                    <a:pt x="177" y="59"/>
                    <a:pt x="177" y="59"/>
                  </a:cubicBezTo>
                  <a:cubicBezTo>
                    <a:pt x="130" y="12"/>
                    <a:pt x="130" y="12"/>
                    <a:pt x="130" y="12"/>
                  </a:cubicBezTo>
                  <a:cubicBezTo>
                    <a:pt x="122" y="4"/>
                    <a:pt x="111" y="0"/>
                    <a:pt x="101" y="0"/>
                  </a:cubicBez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sp>
          <p:nvSpPr>
            <p:cNvPr id="35" name="Freeform 10">
              <a:extLst>
                <a:ext uri="{FF2B5EF4-FFF2-40B4-BE49-F238E27FC236}">
                  <a16:creationId xmlns:a16="http://schemas.microsoft.com/office/drawing/2014/main" id="{3EDE8E81-9781-4645-9DFD-79E2B61F7DE9}"/>
                </a:ext>
              </a:extLst>
            </p:cNvPr>
            <p:cNvSpPr>
              <a:spLocks noEditPoints="1"/>
            </p:cNvSpPr>
            <p:nvPr/>
          </p:nvSpPr>
          <p:spPr bwMode="auto">
            <a:xfrm>
              <a:off x="10806527" y="2471186"/>
              <a:ext cx="233363" cy="239713"/>
            </a:xfrm>
            <a:custGeom>
              <a:avLst/>
              <a:gdLst>
                <a:gd name="T0" fmla="*/ 27 w 55"/>
                <a:gd name="T1" fmla="*/ 56 h 56"/>
                <a:gd name="T2" fmla="*/ 0 w 55"/>
                <a:gd name="T3" fmla="*/ 28 h 56"/>
                <a:gd name="T4" fmla="*/ 27 w 55"/>
                <a:gd name="T5" fmla="*/ 0 h 56"/>
                <a:gd name="T6" fmla="*/ 55 w 55"/>
                <a:gd name="T7" fmla="*/ 28 h 56"/>
                <a:gd name="T8" fmla="*/ 27 w 55"/>
                <a:gd name="T9" fmla="*/ 56 h 56"/>
                <a:gd name="T10" fmla="*/ 27 w 55"/>
                <a:gd name="T11" fmla="*/ 5 h 56"/>
                <a:gd name="T12" fmla="*/ 6 w 55"/>
                <a:gd name="T13" fmla="*/ 28 h 56"/>
                <a:gd name="T14" fmla="*/ 27 w 55"/>
                <a:gd name="T15" fmla="*/ 51 h 56"/>
                <a:gd name="T16" fmla="*/ 49 w 55"/>
                <a:gd name="T17" fmla="*/ 28 h 56"/>
                <a:gd name="T18" fmla="*/ 27 w 55"/>
                <a:gd name="T19" fmla="*/ 5 h 56"/>
                <a:gd name="T20" fmla="*/ 22 w 55"/>
                <a:gd name="T21" fmla="*/ 44 h 56"/>
                <a:gd name="T22" fmla="*/ 16 w 55"/>
                <a:gd name="T23" fmla="*/ 44 h 56"/>
                <a:gd name="T24" fmla="*/ 16 w 55"/>
                <a:gd name="T25" fmla="*/ 13 h 56"/>
                <a:gd name="T26" fmla="*/ 28 w 55"/>
                <a:gd name="T27" fmla="*/ 13 h 56"/>
                <a:gd name="T28" fmla="*/ 40 w 55"/>
                <a:gd name="T29" fmla="*/ 22 h 56"/>
                <a:gd name="T30" fmla="*/ 31 w 55"/>
                <a:gd name="T31" fmla="*/ 30 h 56"/>
                <a:gd name="T32" fmla="*/ 40 w 55"/>
                <a:gd name="T33" fmla="*/ 44 h 56"/>
                <a:gd name="T34" fmla="*/ 34 w 55"/>
                <a:gd name="T35" fmla="*/ 44 h 56"/>
                <a:gd name="T36" fmla="*/ 26 w 55"/>
                <a:gd name="T37" fmla="*/ 31 h 56"/>
                <a:gd name="T38" fmla="*/ 22 w 55"/>
                <a:gd name="T39" fmla="*/ 31 h 56"/>
                <a:gd name="T40" fmla="*/ 22 w 55"/>
                <a:gd name="T41" fmla="*/ 44 h 56"/>
                <a:gd name="T42" fmla="*/ 27 w 55"/>
                <a:gd name="T43" fmla="*/ 26 h 56"/>
                <a:gd name="T44" fmla="*/ 34 w 55"/>
                <a:gd name="T45" fmla="*/ 21 h 56"/>
                <a:gd name="T46" fmla="*/ 28 w 55"/>
                <a:gd name="T47" fmla="*/ 17 h 56"/>
                <a:gd name="T48" fmla="*/ 22 w 55"/>
                <a:gd name="T49" fmla="*/ 17 h 56"/>
                <a:gd name="T50" fmla="*/ 22 w 55"/>
                <a:gd name="T51" fmla="*/ 26 h 56"/>
                <a:gd name="T52" fmla="*/ 27 w 55"/>
                <a:gd name="T53" fmla="*/ 2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6">
                  <a:moveTo>
                    <a:pt x="27" y="56"/>
                  </a:moveTo>
                  <a:cubicBezTo>
                    <a:pt x="11" y="56"/>
                    <a:pt x="0" y="44"/>
                    <a:pt x="0" y="28"/>
                  </a:cubicBezTo>
                  <a:cubicBezTo>
                    <a:pt x="0" y="11"/>
                    <a:pt x="12" y="0"/>
                    <a:pt x="27" y="0"/>
                  </a:cubicBezTo>
                  <a:cubicBezTo>
                    <a:pt x="42" y="0"/>
                    <a:pt x="55" y="11"/>
                    <a:pt x="55" y="28"/>
                  </a:cubicBezTo>
                  <a:cubicBezTo>
                    <a:pt x="55" y="45"/>
                    <a:pt x="42" y="56"/>
                    <a:pt x="27" y="56"/>
                  </a:cubicBezTo>
                  <a:close/>
                  <a:moveTo>
                    <a:pt x="27" y="5"/>
                  </a:moveTo>
                  <a:cubicBezTo>
                    <a:pt x="15" y="5"/>
                    <a:pt x="6" y="14"/>
                    <a:pt x="6" y="28"/>
                  </a:cubicBezTo>
                  <a:cubicBezTo>
                    <a:pt x="6" y="41"/>
                    <a:pt x="14" y="51"/>
                    <a:pt x="27" y="51"/>
                  </a:cubicBezTo>
                  <a:cubicBezTo>
                    <a:pt x="39" y="51"/>
                    <a:pt x="49" y="42"/>
                    <a:pt x="49" y="28"/>
                  </a:cubicBezTo>
                  <a:cubicBezTo>
                    <a:pt x="49" y="14"/>
                    <a:pt x="39" y="5"/>
                    <a:pt x="27" y="5"/>
                  </a:cubicBezTo>
                  <a:close/>
                  <a:moveTo>
                    <a:pt x="22" y="44"/>
                  </a:moveTo>
                  <a:cubicBezTo>
                    <a:pt x="16" y="44"/>
                    <a:pt x="16" y="44"/>
                    <a:pt x="16" y="44"/>
                  </a:cubicBezTo>
                  <a:cubicBezTo>
                    <a:pt x="16" y="13"/>
                    <a:pt x="16" y="13"/>
                    <a:pt x="16" y="13"/>
                  </a:cubicBezTo>
                  <a:cubicBezTo>
                    <a:pt x="28" y="13"/>
                    <a:pt x="28" y="13"/>
                    <a:pt x="28" y="13"/>
                  </a:cubicBezTo>
                  <a:cubicBezTo>
                    <a:pt x="36" y="13"/>
                    <a:pt x="40" y="16"/>
                    <a:pt x="40" y="22"/>
                  </a:cubicBezTo>
                  <a:cubicBezTo>
                    <a:pt x="40" y="27"/>
                    <a:pt x="36" y="30"/>
                    <a:pt x="31" y="30"/>
                  </a:cubicBezTo>
                  <a:cubicBezTo>
                    <a:pt x="40" y="44"/>
                    <a:pt x="40" y="44"/>
                    <a:pt x="40" y="44"/>
                  </a:cubicBezTo>
                  <a:cubicBezTo>
                    <a:pt x="34" y="44"/>
                    <a:pt x="34" y="44"/>
                    <a:pt x="34" y="44"/>
                  </a:cubicBezTo>
                  <a:cubicBezTo>
                    <a:pt x="26" y="31"/>
                    <a:pt x="26" y="31"/>
                    <a:pt x="26" y="31"/>
                  </a:cubicBezTo>
                  <a:cubicBezTo>
                    <a:pt x="22" y="31"/>
                    <a:pt x="22" y="31"/>
                    <a:pt x="22" y="31"/>
                  </a:cubicBezTo>
                  <a:lnTo>
                    <a:pt x="22" y="44"/>
                  </a:lnTo>
                  <a:close/>
                  <a:moveTo>
                    <a:pt x="27" y="26"/>
                  </a:moveTo>
                  <a:cubicBezTo>
                    <a:pt x="31" y="26"/>
                    <a:pt x="34" y="26"/>
                    <a:pt x="34" y="21"/>
                  </a:cubicBezTo>
                  <a:cubicBezTo>
                    <a:pt x="34" y="18"/>
                    <a:pt x="31" y="17"/>
                    <a:pt x="28" y="17"/>
                  </a:cubicBezTo>
                  <a:cubicBezTo>
                    <a:pt x="22" y="17"/>
                    <a:pt x="22" y="17"/>
                    <a:pt x="22" y="17"/>
                  </a:cubicBezTo>
                  <a:cubicBezTo>
                    <a:pt x="22" y="26"/>
                    <a:pt x="22" y="26"/>
                    <a:pt x="22" y="26"/>
                  </a:cubicBezTo>
                  <a:lnTo>
                    <a:pt x="27" y="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latin typeface="+mn-lt"/>
                <a:cs typeface="Arial" panose="020B0604020202020204" pitchFamily="34" charset="0"/>
              </a:endParaRPr>
            </a:p>
          </p:txBody>
        </p:sp>
      </p:grpSp>
    </p:spTree>
    <p:extLst>
      <p:ext uri="{BB962C8B-B14F-4D97-AF65-F5344CB8AC3E}">
        <p14:creationId xmlns:p14="http://schemas.microsoft.com/office/powerpoint/2010/main" val="4094360861"/>
      </p:ext>
    </p:extLst>
  </p:cSld>
  <p:clrMap bg1="lt1" tx1="dk1" bg2="lt2" tx2="dk2" accent1="accent1" accent2="accent2" accent3="accent3" accent4="accent4" accent5="accent5" accent6="accent6" hlink="hlink" folHlink="folHlink"/>
  <p:sldLayoutIdLst>
    <p:sldLayoutId id="2147484119" r:id="rId1"/>
    <p:sldLayoutId id="2147484120" r:id="rId2"/>
    <p:sldLayoutId id="2147484121" r:id="rId3"/>
    <p:sldLayoutId id="2147484122" r:id="rId4"/>
    <p:sldLayoutId id="2147484123" r:id="rId5"/>
    <p:sldLayoutId id="2147484124" r:id="rId6"/>
    <p:sldLayoutId id="2147484125" r:id="rId7"/>
    <p:sldLayoutId id="2147484126" r:id="rId8"/>
    <p:sldLayoutId id="2147484127" r:id="rId9"/>
    <p:sldLayoutId id="2147484128" r:id="rId10"/>
    <p:sldLayoutId id="2147484129" r:id="rId11"/>
    <p:sldLayoutId id="2147484130" r:id="rId12"/>
    <p:sldLayoutId id="2147484131" r:id="rId13"/>
    <p:sldLayoutId id="2147484132" r:id="rId14"/>
    <p:sldLayoutId id="2147484133" r:id="rId15"/>
    <p:sldLayoutId id="2147484134" r:id="rId16"/>
    <p:sldLayoutId id="2147484135" r:id="rId17"/>
    <p:sldLayoutId id="2147484136" r:id="rId18"/>
    <p:sldLayoutId id="2147484137" r:id="rId19"/>
    <p:sldLayoutId id="2147484138" r:id="rId20"/>
    <p:sldLayoutId id="2147484139" r:id="rId21"/>
    <p:sldLayoutId id="2147484140" r:id="rId22"/>
    <p:sldLayoutId id="2147484141" r:id="rId23"/>
    <p:sldLayoutId id="2147484142" r:id="rId24"/>
    <p:sldLayoutId id="2147484143" r:id="rId25"/>
    <p:sldLayoutId id="2147484144" r:id="rId26"/>
    <p:sldLayoutId id="2147484145" r:id="rId27"/>
    <p:sldLayoutId id="2147484146" r:id="rId28"/>
    <p:sldLayoutId id="2147484147" r:id="rId29"/>
    <p:sldLayoutId id="2147484148" r:id="rId30"/>
    <p:sldLayoutId id="2147484149" r:id="rId31"/>
    <p:sldLayoutId id="2147484113" r:id="rId32"/>
    <p:sldLayoutId id="2147484114" r:id="rId33"/>
    <p:sldLayoutId id="2147484152" r:id="rId34"/>
  </p:sldLayoutIdLst>
  <p:hf sldNum="0" hdr="0" ftr="0" dt="0"/>
  <p:txStyles>
    <p:titleStyle>
      <a:lvl1pPr algn="l" defTabSz="4572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0" indent="0" algn="l" defTabSz="457200" rtl="0" eaLnBrk="1" latinLnBrk="0" hangingPunct="1">
        <a:lnSpc>
          <a:spcPct val="100000"/>
        </a:lnSpc>
        <a:spcBef>
          <a:spcPts val="1800"/>
        </a:spcBef>
        <a:buClrTx/>
        <a:buFont typeface="Arial"/>
        <a:buNone/>
        <a:defRPr sz="1500" b="0" kern="1200">
          <a:solidFill>
            <a:schemeClr val="tx2"/>
          </a:solidFill>
          <a:latin typeface="+mn-lt"/>
          <a:ea typeface="+mn-ea"/>
          <a:cs typeface="+mn-cs"/>
        </a:defRPr>
      </a:lvl1pPr>
      <a:lvl2pPr marL="171450" indent="-171450" algn="l" defTabSz="457200" rtl="0" eaLnBrk="1" latinLnBrk="0" hangingPunct="1">
        <a:lnSpc>
          <a:spcPct val="100000"/>
        </a:lnSpc>
        <a:spcBef>
          <a:spcPts val="1200"/>
        </a:spcBef>
        <a:buClrTx/>
        <a:buFont typeface="Arial"/>
        <a:buChar char="•"/>
        <a:defRPr sz="1500" kern="1200">
          <a:solidFill>
            <a:schemeClr val="tx2"/>
          </a:solidFill>
          <a:latin typeface="+mn-lt"/>
          <a:ea typeface="+mn-ea"/>
          <a:cs typeface="+mn-cs"/>
        </a:defRPr>
      </a:lvl2pPr>
      <a:lvl3pPr marL="171450" marR="0" indent="0" algn="l" defTabSz="457200" rtl="0" eaLnBrk="1" fontAlgn="auto" latinLnBrk="0" hangingPunct="1">
        <a:lnSpc>
          <a:spcPct val="100000"/>
        </a:lnSpc>
        <a:spcBef>
          <a:spcPts val="600"/>
        </a:spcBef>
        <a:spcAft>
          <a:spcPts val="0"/>
        </a:spcAft>
        <a:buClrTx/>
        <a:buSzTx/>
        <a:buFont typeface="Lucida Grande"/>
        <a:buNone/>
        <a:tabLst/>
        <a:defRPr sz="1500" kern="1200">
          <a:solidFill>
            <a:schemeClr val="tx2"/>
          </a:solidFill>
          <a:latin typeface="+mn-lt"/>
          <a:ea typeface="+mn-ea"/>
          <a:cs typeface="+mn-cs"/>
        </a:defRPr>
      </a:lvl3pPr>
      <a:lvl4pPr marL="514350" indent="-171450" algn="l" defTabSz="457200" rtl="0" eaLnBrk="1" latinLnBrk="0" hangingPunct="1">
        <a:lnSpc>
          <a:spcPct val="100000"/>
        </a:lnSpc>
        <a:spcBef>
          <a:spcPts val="600"/>
        </a:spcBef>
        <a:buClrTx/>
        <a:buFont typeface="Arial"/>
        <a:buChar char="•"/>
        <a:defRPr sz="1500" kern="1200">
          <a:solidFill>
            <a:schemeClr val="tx2"/>
          </a:solidFill>
          <a:latin typeface="+mn-lt"/>
          <a:ea typeface="+mn-ea"/>
          <a:cs typeface="+mn-cs"/>
        </a:defRPr>
      </a:lvl4pPr>
      <a:lvl5pPr marL="682625" indent="-168275" algn="l" defTabSz="457200" rtl="0" eaLnBrk="1" latinLnBrk="0" hangingPunct="1">
        <a:lnSpc>
          <a:spcPct val="100000"/>
        </a:lnSpc>
        <a:spcBef>
          <a:spcPts val="600"/>
        </a:spcBef>
        <a:buClrTx/>
        <a:buFont typeface="Arial" panose="020B0604020202020204" pitchFamily="34" charset="0"/>
        <a:buChar char="–"/>
        <a:defRPr sz="1500" kern="1200">
          <a:solidFill>
            <a:schemeClr val="tx2"/>
          </a:solidFill>
          <a:latin typeface="+mn-lt"/>
          <a:ea typeface="+mn-ea"/>
          <a:cs typeface="+mn-cs"/>
        </a:defRPr>
      </a:lvl5pPr>
      <a:lvl6pPr marL="857250" indent="-174625" algn="l" defTabSz="457200" rtl="0" eaLnBrk="1" latinLnBrk="0" hangingPunct="1">
        <a:lnSpc>
          <a:spcPct val="100000"/>
        </a:lnSpc>
        <a:spcBef>
          <a:spcPts val="600"/>
        </a:spcBef>
        <a:buFont typeface="Arial" panose="020B0604020202020204" pitchFamily="34" charset="0"/>
        <a:buChar char="•"/>
        <a:defRPr sz="1500" kern="1200" baseline="0">
          <a:solidFill>
            <a:schemeClr val="tx2"/>
          </a:solidFill>
          <a:latin typeface="+mn-lt"/>
          <a:ea typeface="+mn-ea"/>
          <a:cs typeface="+mn-cs"/>
        </a:defRPr>
      </a:lvl6pPr>
      <a:lvl7pPr marL="1030288" indent="-173038" algn="l" defTabSz="457200" rtl="0" eaLnBrk="1" latinLnBrk="0" hangingPunct="1">
        <a:lnSpc>
          <a:spcPct val="100000"/>
        </a:lnSpc>
        <a:spcBef>
          <a:spcPts val="600"/>
        </a:spcBef>
        <a:buFont typeface="Arial" panose="020B0604020202020204" pitchFamily="34" charset="0"/>
        <a:buChar char="–"/>
        <a:defRPr sz="1500" kern="1200" baseline="0">
          <a:solidFill>
            <a:schemeClr val="tx2"/>
          </a:solidFill>
          <a:latin typeface="+mn-lt"/>
          <a:ea typeface="+mn-ea"/>
          <a:cs typeface="+mn-cs"/>
        </a:defRPr>
      </a:lvl7pPr>
      <a:lvl8pPr marL="1203325" indent="-173038" algn="l" defTabSz="457200" rtl="0" eaLnBrk="1" latinLnBrk="0" hangingPunct="1">
        <a:lnSpc>
          <a:spcPct val="100000"/>
        </a:lnSpc>
        <a:spcBef>
          <a:spcPts val="600"/>
        </a:spcBef>
        <a:buFont typeface="Arial"/>
        <a:buChar char="•"/>
        <a:defRPr sz="1500" kern="1200" baseline="0">
          <a:solidFill>
            <a:schemeClr val="tx2"/>
          </a:solidFill>
          <a:latin typeface="+mn-lt"/>
          <a:ea typeface="+mn-ea"/>
          <a:cs typeface="+mn-cs"/>
        </a:defRPr>
      </a:lvl8pPr>
      <a:lvl9pPr marL="1377950" indent="-174625" algn="l" defTabSz="457200" rtl="0" eaLnBrk="1" latinLnBrk="0" hangingPunct="1">
        <a:lnSpc>
          <a:spcPct val="100000"/>
        </a:lnSpc>
        <a:spcBef>
          <a:spcPts val="600"/>
        </a:spcBef>
        <a:buFont typeface="Arial" panose="020B0604020202020204" pitchFamily="34" charset="0"/>
        <a:buChar char="–"/>
        <a:defRPr sz="1500" kern="1200" baseline="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9">
          <p15:clr>
            <a:srgbClr val="F26B43"/>
          </p15:clr>
        </p15:guide>
        <p15:guide id="2" pos="7319">
          <p15:clr>
            <a:srgbClr val="F26B43"/>
          </p15:clr>
        </p15:guide>
        <p15:guide id="3" orient="horz" pos="432">
          <p15:clr>
            <a:srgbClr val="F26B43"/>
          </p15:clr>
        </p15:guide>
        <p15:guide id="4" orient="horz" pos="4112">
          <p15:clr>
            <a:srgbClr val="F26B43"/>
          </p15:clr>
        </p15:guide>
        <p15:guide id="5" orient="horz" pos="1116">
          <p15:clr>
            <a:srgbClr val="F26B43"/>
          </p15:clr>
        </p15:guide>
        <p15:guide id="6" orient="horz" pos="362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D5529FBD-6316-469C-A738-83A649EA292D}"/>
              </a:ext>
            </a:extLst>
          </p:cNvPr>
          <p:cNvGraphicFramePr>
            <a:graphicFrameLocks noChangeAspect="1"/>
          </p:cNvGraphicFramePr>
          <p:nvPr userDrawn="1">
            <p:custDataLst>
              <p:tags r:id="rId45"/>
            </p:custDataLst>
            <p:extLst>
              <p:ext uri="{D42A27DB-BD31-4B8C-83A1-F6EECF244321}">
                <p14:modId xmlns:p14="http://schemas.microsoft.com/office/powerpoint/2010/main" val="91749406"/>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46" imgW="326" imgH="326" progId="TCLayout.ActiveDocument.1">
                  <p:embed/>
                </p:oleObj>
              </mc:Choice>
              <mc:Fallback>
                <p:oleObj name="think-cell Slide" r:id="rId46" imgW="326" imgH="326" progId="TCLayout.ActiveDocument.1">
                  <p:embed/>
                  <p:pic>
                    <p:nvPicPr>
                      <p:cNvPr id="5" name="Object 4" hidden="1">
                        <a:extLst>
                          <a:ext uri="{FF2B5EF4-FFF2-40B4-BE49-F238E27FC236}">
                            <a16:creationId xmlns:a16="http://schemas.microsoft.com/office/drawing/2014/main" id="{D5529FBD-6316-469C-A738-83A649EA292D}"/>
                          </a:ext>
                        </a:extLst>
                      </p:cNvPr>
                      <p:cNvPicPr/>
                      <p:nvPr/>
                    </p:nvPicPr>
                    <p:blipFill>
                      <a:blip r:embed="rId47"/>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530351"/>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67532"/>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lvl="2"/>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0" smtClean="0">
                <a:solidFill>
                  <a:schemeClr val="tx2"/>
                </a:solidFill>
                <a:latin typeface="CVS Health Sans Medium" panose="020B0504020202020204" pitchFamily="34" charset="0"/>
                <a:ea typeface="Open Sans" panose="020B0606030504020204" pitchFamily="34" charset="0"/>
                <a:cs typeface="Arial" panose="020B0604020202020204" pitchFamily="34" charset="0"/>
              </a:rPr>
              <a:pPr algn="l"/>
              <a:t>‹#›</a:t>
            </a:fld>
            <a:endParaRPr lang="en-US" sz="1000" b="0">
              <a:solidFill>
                <a:schemeClr val="tx2"/>
              </a:solidFill>
              <a:latin typeface="CVS Health Sans Medium" panose="020B0504020202020204" pitchFamily="34" charset="0"/>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6118871-4A8C-4517-9A46-8863C34DC7FC}"/>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a:solidFill>
                  <a:schemeClr val="tx2"/>
                </a:solidFill>
                <a:latin typeface="CVS Health Sans" panose="020B0504020202020204" pitchFamily="34" charset="0"/>
              </a:rPr>
              <a:t>©2022 CVS Health and/or one of its affiliates. Confidential and proprietary.</a:t>
            </a:r>
          </a:p>
        </p:txBody>
      </p:sp>
      <p:pic>
        <p:nvPicPr>
          <p:cNvPr id="14" name="Graphic 13" descr="CVS Health logo.">
            <a:extLst>
              <a:ext uri="{FF2B5EF4-FFF2-40B4-BE49-F238E27FC236}">
                <a16:creationId xmlns:a16="http://schemas.microsoft.com/office/drawing/2014/main" id="{E4ED132B-CD59-47A6-9E0F-74A5ED67C019}"/>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4177808847"/>
      </p:ext>
    </p:extLst>
  </p:cSld>
  <p:clrMap bg1="lt1" tx1="dk1" bg2="lt2" tx2="dk2" accent1="accent1" accent2="accent2" accent3="accent3" accent4="accent4" accent5="accent5" accent6="accent6" hlink="hlink" folHlink="folHlink"/>
  <p:sldLayoutIdLst>
    <p:sldLayoutId id="2147484246" r:id="rId1"/>
    <p:sldLayoutId id="2147484247" r:id="rId2"/>
    <p:sldLayoutId id="2147484248" r:id="rId3"/>
    <p:sldLayoutId id="2147484249" r:id="rId4"/>
    <p:sldLayoutId id="2147484250" r:id="rId5"/>
    <p:sldLayoutId id="2147484251" r:id="rId6"/>
    <p:sldLayoutId id="2147484252" r:id="rId7"/>
    <p:sldLayoutId id="2147484253" r:id="rId8"/>
    <p:sldLayoutId id="2147484254" r:id="rId9"/>
    <p:sldLayoutId id="2147484255" r:id="rId10"/>
    <p:sldLayoutId id="2147484256" r:id="rId11"/>
    <p:sldLayoutId id="2147484257" r:id="rId12"/>
    <p:sldLayoutId id="2147484258" r:id="rId13"/>
    <p:sldLayoutId id="2147484259" r:id="rId14"/>
    <p:sldLayoutId id="2147484260" r:id="rId15"/>
    <p:sldLayoutId id="2147484261" r:id="rId16"/>
    <p:sldLayoutId id="2147484262" r:id="rId17"/>
    <p:sldLayoutId id="2147484263" r:id="rId18"/>
    <p:sldLayoutId id="2147484264" r:id="rId19"/>
    <p:sldLayoutId id="2147484265" r:id="rId20"/>
    <p:sldLayoutId id="2147484266" r:id="rId21"/>
    <p:sldLayoutId id="2147484267" r:id="rId22"/>
    <p:sldLayoutId id="2147484268" r:id="rId23"/>
    <p:sldLayoutId id="2147484269" r:id="rId24"/>
    <p:sldLayoutId id="2147484270" r:id="rId25"/>
    <p:sldLayoutId id="2147484271" r:id="rId26"/>
    <p:sldLayoutId id="2147484272" r:id="rId27"/>
    <p:sldLayoutId id="2147484273" r:id="rId28"/>
    <p:sldLayoutId id="2147484274" r:id="rId29"/>
    <p:sldLayoutId id="2147484275" r:id="rId30"/>
    <p:sldLayoutId id="2147484276" r:id="rId31"/>
    <p:sldLayoutId id="2147484277" r:id="rId32"/>
    <p:sldLayoutId id="2147484278" r:id="rId33"/>
    <p:sldLayoutId id="2147484279" r:id="rId34"/>
    <p:sldLayoutId id="2147484280" r:id="rId35"/>
    <p:sldLayoutId id="2147484281" r:id="rId36"/>
    <p:sldLayoutId id="2147484282" r:id="rId37"/>
    <p:sldLayoutId id="2147484283" r:id="rId38"/>
    <p:sldLayoutId id="2147484284" r:id="rId39"/>
    <p:sldLayoutId id="2147484285" r:id="rId40"/>
    <p:sldLayoutId id="2147484286" r:id="rId41"/>
    <p:sldLayoutId id="2147484287" r:id="rId42"/>
    <p:sldLayoutId id="2147484288" r:id="rId43"/>
  </p:sldLayoutIdLst>
  <p:hf hdr="0" dt="0"/>
  <p:txStyles>
    <p:titleStyle>
      <a:lvl1pPr algn="l" defTabSz="457200" rtl="0" eaLnBrk="1" latinLnBrk="0" hangingPunct="1">
        <a:lnSpc>
          <a:spcPct val="90000"/>
        </a:lnSpc>
        <a:spcBef>
          <a:spcPct val="0"/>
        </a:spcBef>
        <a:buNone/>
        <a:defRPr sz="2600" b="1" kern="1200">
          <a:solidFill>
            <a:schemeClr val="tx2"/>
          </a:solidFill>
          <a:latin typeface="+mj-lt"/>
          <a:ea typeface="+mj-ea"/>
          <a:cs typeface="+mj-cs"/>
        </a:defRPr>
      </a:lvl1pPr>
    </p:titleStyle>
    <p:bodyStyle>
      <a:lvl1pPr marL="0" indent="0" algn="l" defTabSz="457200" rtl="0" eaLnBrk="1" fontAlgn="ctr" latinLnBrk="0" hangingPunct="1">
        <a:lnSpc>
          <a:spcPct val="100000"/>
        </a:lnSpc>
        <a:spcBef>
          <a:spcPts val="1800"/>
        </a:spcBef>
        <a:buClrTx/>
        <a:buFont typeface="Arial"/>
        <a:buNone/>
        <a:defRPr sz="1300" b="0" kern="1200">
          <a:solidFill>
            <a:schemeClr val="tx2"/>
          </a:solidFill>
          <a:latin typeface="+mn-lt"/>
          <a:ea typeface="+mn-ea"/>
          <a:cs typeface="+mn-cs"/>
        </a:defRPr>
      </a:lvl1pPr>
      <a:lvl2pPr marL="171450" indent="-171450" algn="l" defTabSz="457200" rtl="0" eaLnBrk="1" fontAlgn="ctr" latinLnBrk="0" hangingPunct="1">
        <a:lnSpc>
          <a:spcPct val="100000"/>
        </a:lnSpc>
        <a:spcBef>
          <a:spcPts val="1200"/>
        </a:spcBef>
        <a:buClrTx/>
        <a:buFont typeface="Arial"/>
        <a:buChar char="•"/>
        <a:defRPr sz="1300" kern="1200">
          <a:solidFill>
            <a:schemeClr val="tx2"/>
          </a:solidFill>
          <a:latin typeface="+mn-lt"/>
          <a:ea typeface="+mn-ea"/>
          <a:cs typeface="+mn-cs"/>
        </a:defRPr>
      </a:lvl2pPr>
      <a:lvl3pPr marL="342900" indent="-171450" algn="l" defTabSz="457200" rtl="0" eaLnBrk="1" fontAlgn="ctr" latinLnBrk="0" hangingPunct="1">
        <a:lnSpc>
          <a:spcPct val="100000"/>
        </a:lnSpc>
        <a:spcBef>
          <a:spcPts val="600"/>
        </a:spcBef>
        <a:buClrTx/>
        <a:buFont typeface="Lucida Grande"/>
        <a:buChar char="–"/>
        <a:defRPr sz="1300" kern="1200" baseline="0">
          <a:solidFill>
            <a:schemeClr val="tx2"/>
          </a:solidFill>
          <a:latin typeface="+mn-lt"/>
          <a:ea typeface="+mn-ea"/>
          <a:cs typeface="+mn-cs"/>
        </a:defRPr>
      </a:lvl3pPr>
      <a:lvl4pPr marL="514350" indent="-17145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4pPr>
      <a:lvl5pPr marL="685800" indent="-171450" algn="l" defTabSz="457200" rtl="0" eaLnBrk="1" fontAlgn="ctr" latinLnBrk="0" hangingPunct="1">
        <a:lnSpc>
          <a:spcPct val="100000"/>
        </a:lnSpc>
        <a:spcBef>
          <a:spcPts val="600"/>
        </a:spcBef>
        <a:buClrTx/>
        <a:buFont typeface="Arial" panose="020B0604020202020204" pitchFamily="34" charset="0"/>
        <a:buChar char="–"/>
        <a:defRPr sz="1300" kern="1200" baseline="0">
          <a:solidFill>
            <a:schemeClr val="tx2"/>
          </a:solidFill>
          <a:latin typeface="+mn-lt"/>
          <a:ea typeface="+mn-ea"/>
          <a:cs typeface="+mn-cs"/>
        </a:defRPr>
      </a:lvl5pPr>
      <a:lvl6pPr marL="857250" indent="-17145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6pPr>
      <a:lvl7pPr marL="10287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7pPr>
      <a:lvl8pPr marL="1206500" indent="-177800" algn="l" defTabSz="457200" rtl="0" eaLnBrk="1" fontAlgn="ctr" latinLnBrk="0" hangingPunct="1">
        <a:lnSpc>
          <a:spcPct val="100000"/>
        </a:lnSpc>
        <a:spcBef>
          <a:spcPts val="600"/>
        </a:spcBef>
        <a:buClrTx/>
        <a:buFont typeface="Arial"/>
        <a:buChar char="•"/>
        <a:defRPr sz="1300" kern="1200">
          <a:solidFill>
            <a:schemeClr val="tx2"/>
          </a:solidFill>
          <a:latin typeface="+mn-lt"/>
          <a:ea typeface="+mn-ea"/>
          <a:cs typeface="+mn-cs"/>
        </a:defRPr>
      </a:lvl8pPr>
      <a:lvl9pPr marL="1371600" indent="-165100" algn="l" defTabSz="457200" rtl="0" eaLnBrk="1" fontAlgn="ctr" latinLnBrk="0" hangingPunct="1">
        <a:lnSpc>
          <a:spcPct val="100000"/>
        </a:lnSpc>
        <a:spcBef>
          <a:spcPts val="600"/>
        </a:spcBef>
        <a:buClrTx/>
        <a:buFont typeface="Arial" panose="020B0604020202020204" pitchFamily="34" charset="0"/>
        <a:buChar char="–"/>
        <a:defRPr sz="1300" kern="1200">
          <a:solidFill>
            <a:schemeClr val="tx2"/>
          </a:solidFill>
          <a:latin typeface="+mn-lt"/>
          <a:ea typeface="+mn-ea"/>
          <a:cs typeface="+mn-cs"/>
        </a:defRPr>
      </a:lvl9pPr>
    </p:bodyStyle>
    <p:otherStyle>
      <a:defPPr>
        <a:defRPr lang="en-US"/>
      </a:defPPr>
      <a:lvl1pPr marL="0" algn="l" defTabSz="457200" rtl="0" eaLnBrk="1" fontAlgn="ctr" latinLnBrk="0" hangingPunct="1">
        <a:defRPr sz="1500" kern="1500">
          <a:solidFill>
            <a:schemeClr val="tx1"/>
          </a:solidFill>
          <a:latin typeface="+mn-lt"/>
          <a:ea typeface="+mn-ea"/>
          <a:cs typeface="+mn-cs"/>
        </a:defRPr>
      </a:lvl1pPr>
      <a:lvl2pPr marL="0" algn="r" defTabSz="457200" rtl="0" eaLnBrk="1" fontAlgn="ctr" latinLnBrk="0" hangingPunct="1">
        <a:defRPr sz="1500" kern="1500">
          <a:solidFill>
            <a:schemeClr val="tx1"/>
          </a:solidFill>
          <a:latin typeface="+mn-lt"/>
          <a:ea typeface="+mn-ea"/>
          <a:cs typeface="+mn-cs"/>
        </a:defRPr>
      </a:lvl2pPr>
      <a:lvl3pPr marL="0" algn="ctr" defTabSz="457200" rtl="0" eaLnBrk="1" fontAlgn="ctr" latinLnBrk="0" hangingPunct="1">
        <a:defRPr sz="1500" kern="1500">
          <a:solidFill>
            <a:schemeClr val="tx1"/>
          </a:solidFill>
          <a:latin typeface="+mn-lt"/>
          <a:ea typeface="+mn-ea"/>
          <a:cs typeface="+mn-cs"/>
        </a:defRPr>
      </a:lvl3pPr>
      <a:lvl4pPr marL="0" algn="l" defTabSz="457200" rtl="0" eaLnBrk="1" fontAlgn="ctr" latinLnBrk="0" hangingPunct="1">
        <a:defRPr sz="1500" kern="1500">
          <a:solidFill>
            <a:schemeClr val="tx1"/>
          </a:solidFill>
          <a:latin typeface="+mn-lt"/>
          <a:ea typeface="+mn-ea"/>
          <a:cs typeface="+mn-cs"/>
        </a:defRPr>
      </a:lvl4pPr>
      <a:lvl5pPr marL="0" algn="r" defTabSz="457200" rtl="0" eaLnBrk="1" fontAlgn="ctr" latinLnBrk="0" hangingPunct="1">
        <a:defRPr sz="1500" kern="1500">
          <a:solidFill>
            <a:schemeClr val="tx1"/>
          </a:solidFill>
          <a:latin typeface="+mn-lt"/>
          <a:ea typeface="+mn-ea"/>
          <a:cs typeface="+mn-cs"/>
        </a:defRPr>
      </a:lvl5pPr>
      <a:lvl6pPr marL="0" algn="ctr" defTabSz="457200" rtl="0" eaLnBrk="1" fontAlgn="ctr" latinLnBrk="0" hangingPunct="1">
        <a:defRPr sz="1500" kern="1500">
          <a:solidFill>
            <a:schemeClr val="tx1"/>
          </a:solidFill>
          <a:latin typeface="+mn-lt"/>
          <a:ea typeface="+mn-ea"/>
          <a:cs typeface="+mn-cs"/>
        </a:defRPr>
      </a:lvl6pPr>
      <a:lvl7pPr marL="0" algn="l" defTabSz="457200" rtl="0" eaLnBrk="1" fontAlgn="ctr" latinLnBrk="0" hangingPunct="1">
        <a:defRPr sz="1500" kern="1500">
          <a:solidFill>
            <a:schemeClr val="tx1"/>
          </a:solidFill>
          <a:latin typeface="+mn-lt"/>
          <a:ea typeface="+mn-ea"/>
          <a:cs typeface="+mn-cs"/>
        </a:defRPr>
      </a:lvl7pPr>
      <a:lvl8pPr marL="0" algn="r" defTabSz="457200" rtl="0" eaLnBrk="1" fontAlgn="ctr" latinLnBrk="0" hangingPunct="1">
        <a:defRPr sz="1500" kern="1500">
          <a:solidFill>
            <a:schemeClr val="tx1"/>
          </a:solidFill>
          <a:latin typeface="+mn-lt"/>
          <a:ea typeface="+mn-ea"/>
          <a:cs typeface="+mn-cs"/>
        </a:defRPr>
      </a:lvl8pPr>
      <a:lvl9pPr marL="0" algn="ctr" defTabSz="457200"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04">
          <p15:clr>
            <a:srgbClr val="F26B43"/>
          </p15:clr>
        </p15:guide>
        <p15:guide id="2" pos="362">
          <p15:clr>
            <a:srgbClr val="F26B43"/>
          </p15:clr>
        </p15:guide>
        <p15:guide id="3" pos="7319">
          <p15:clr>
            <a:srgbClr val="F26B43"/>
          </p15:clr>
        </p15:guide>
        <p15:guide id="4" orient="horz" pos="360">
          <p15:clr>
            <a:srgbClr val="F26B43"/>
          </p15:clr>
        </p15:guide>
        <p15:guide id="5" orient="horz" pos="3622">
          <p15:clr>
            <a:srgbClr val="F26B43"/>
          </p15:clr>
        </p15:guide>
        <p15:guide id="6" orient="horz" pos="411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4"/>
            </p:custDataLst>
            <p:extLst>
              <p:ext uri="{D42A27DB-BD31-4B8C-83A1-F6EECF244321}">
                <p14:modId xmlns:p14="http://schemas.microsoft.com/office/powerpoint/2010/main" val="23590601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6" progId="TCLayout.ActiveDocument.1">
                  <p:embed/>
                </p:oleObj>
              </mc:Choice>
              <mc:Fallback>
                <p:oleObj name="think-cell Slide" r:id="rId6" imgW="473" imgH="476" progId="TCLayout.ActiveDocument.1">
                  <p:embed/>
                  <p:pic>
                    <p:nvPicPr>
                      <p:cNvPr id="5" name="Object 4"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4" name="Rectangle 3" hidden="1"/>
          <p:cNvSpPr/>
          <p:nvPr userDrawn="1">
            <p:custDataLst>
              <p:tags r:id="rId5"/>
            </p:custDataLst>
          </p:nvPr>
        </p:nvSpPr>
        <p:spPr bwMode="gray">
          <a:xfrm>
            <a:off x="0" y="0"/>
            <a:ext cx="158750" cy="158750"/>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lvl="0" indent="0" algn="ctr" eaLnBrk="1"/>
            <a:endParaRPr lang="en-US" sz="26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2" name="Title Placeholder 1"/>
          <p:cNvSpPr>
            <a:spLocks noGrp="1"/>
          </p:cNvSpPr>
          <p:nvPr>
            <p:ph type="title"/>
          </p:nvPr>
        </p:nvSpPr>
        <p:spPr>
          <a:xfrm>
            <a:off x="609600" y="393192"/>
            <a:ext cx="10972800" cy="822960"/>
          </a:xfrm>
          <a:prstGeom prst="rect">
            <a:avLst/>
          </a:prstGeom>
        </p:spPr>
        <p:txBody>
          <a:bodyPr vert="horz" lIns="0" tIns="0" rIns="91440" bIns="0" rtlCol="0" anchor="t" anchorCtr="0">
            <a:noAutofit/>
          </a:bodyPr>
          <a:lstStyle/>
          <a:p>
            <a:r>
              <a:rPr lang="en-US"/>
              <a:t>Click to edit Master title style</a:t>
            </a:r>
          </a:p>
        </p:txBody>
      </p:sp>
      <p:sp>
        <p:nvSpPr>
          <p:cNvPr id="3" name="Text Placeholder 2"/>
          <p:cNvSpPr>
            <a:spLocks noGrp="1"/>
          </p:cNvSpPr>
          <p:nvPr>
            <p:ph type="body" idx="1"/>
          </p:nvPr>
        </p:nvSpPr>
        <p:spPr bwMode="gray">
          <a:xfrm>
            <a:off x="609600" y="1463040"/>
            <a:ext cx="10972800" cy="4389120"/>
          </a:xfrm>
          <a:prstGeom prst="rect">
            <a:avLst/>
          </a:prstGeom>
        </p:spPr>
        <p:txBody>
          <a:bodyPr vert="horz" lIns="0" tIns="0" rIns="9144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bwMode="gray">
          <a:xfrm>
            <a:off x="11753088" y="6504178"/>
            <a:ext cx="426720" cy="137160"/>
          </a:xfrm>
          <a:prstGeom prst="rect">
            <a:avLst/>
          </a:prstGeom>
        </p:spPr>
        <p:txBody>
          <a:bodyPr vert="horz" lIns="0" tIns="0" rIns="0" bIns="0" rtlCol="0" anchor="t" anchorCtr="0"/>
          <a:lstStyle>
            <a:lvl1pPr algn="l">
              <a:defRPr sz="1000">
                <a:solidFill>
                  <a:schemeClr val="tx1">
                    <a:lumMod val="50000"/>
                    <a:lumOff val="50000"/>
                  </a:schemeClr>
                </a:solidFill>
              </a:defRPr>
            </a:lvl1pPr>
          </a:lstStyle>
          <a:p>
            <a:fld id="{4D467D88-DCFD-354C-96A5-D863D5E9364D}" type="slidenum">
              <a:rPr lang="en-US" smtClean="0"/>
              <a:pPr/>
              <a:t>‹#›</a:t>
            </a:fld>
            <a:endParaRPr lang="en-US"/>
          </a:p>
        </p:txBody>
      </p:sp>
      <p:sp>
        <p:nvSpPr>
          <p:cNvPr id="18" name="Footer Placeholder 1"/>
          <p:cNvSpPr>
            <a:spLocks noGrp="1"/>
          </p:cNvSpPr>
          <p:nvPr userDrawn="1">
            <p:ph type="ftr" sz="quarter" idx="3"/>
          </p:nvPr>
        </p:nvSpPr>
        <p:spPr>
          <a:xfrm>
            <a:off x="609600" y="6492240"/>
            <a:ext cx="11404600" cy="219456"/>
          </a:xfrm>
          <a:prstGeom prst="rect">
            <a:avLst/>
          </a:prstGeom>
        </p:spPr>
        <p:txBody>
          <a:bodyPr/>
          <a:lstStyle/>
          <a:p>
            <a:pPr algn="ctr"/>
            <a:r>
              <a:rPr lang="en-US" sz="800"/>
              <a:t>©2019 CVS Health and/or one of its affiliates: Confidential &amp; Proprietary</a:t>
            </a:r>
          </a:p>
        </p:txBody>
      </p:sp>
      <p:sp>
        <p:nvSpPr>
          <p:cNvPr id="25" name="TextBox 35"/>
          <p:cNvSpPr txBox="1">
            <a:spLocks noChangeArrowheads="1"/>
          </p:cNvSpPr>
          <p:nvPr userDrawn="1"/>
        </p:nvSpPr>
        <p:spPr bwMode="auto">
          <a:xfrm>
            <a:off x="620185" y="6464300"/>
            <a:ext cx="3475567" cy="215900"/>
          </a:xfrm>
          <a:prstGeom prst="rect">
            <a:avLst/>
          </a:prstGeom>
          <a:noFill/>
          <a:ln w="9525">
            <a:noFill/>
            <a:miter lim="800000"/>
            <a:headEnd/>
            <a:tailEnd/>
          </a:ln>
        </p:spPr>
        <p:txBody>
          <a:bodyPr lIns="0" tIns="0" rIns="0" bIns="0">
            <a:spAutoFit/>
          </a:bodyPr>
          <a:lstStyle/>
          <a:p>
            <a:r>
              <a:rPr lang="en-US" sz="1400" b="1">
                <a:latin typeface="HelveticaNeueLT Std Lt" pitchFamily="34" charset="0"/>
              </a:rPr>
              <a:t>Digital </a:t>
            </a:r>
          </a:p>
        </p:txBody>
      </p:sp>
      <p:sp>
        <p:nvSpPr>
          <p:cNvPr id="26" name="Freeform 9"/>
          <p:cNvSpPr>
            <a:spLocks noChangeAspect="1"/>
          </p:cNvSpPr>
          <p:nvPr userDrawn="1"/>
        </p:nvSpPr>
        <p:spPr bwMode="auto">
          <a:xfrm>
            <a:off x="434414" y="208205"/>
            <a:ext cx="185771" cy="185771"/>
          </a:xfrm>
          <a:custGeom>
            <a:avLst/>
            <a:gdLst>
              <a:gd name="T0" fmla="*/ 14 w 96"/>
              <a:gd name="T1" fmla="*/ 96 h 96"/>
              <a:gd name="T2" fmla="*/ 43 w 96"/>
              <a:gd name="T3" fmla="*/ 96 h 96"/>
              <a:gd name="T4" fmla="*/ 58 w 96"/>
              <a:gd name="T5" fmla="*/ 82 h 96"/>
              <a:gd name="T6" fmla="*/ 58 w 96"/>
              <a:gd name="T7" fmla="*/ 58 h 96"/>
              <a:gd name="T8" fmla="*/ 82 w 96"/>
              <a:gd name="T9" fmla="*/ 58 h 96"/>
              <a:gd name="T10" fmla="*/ 96 w 96"/>
              <a:gd name="T11" fmla="*/ 43 h 96"/>
              <a:gd name="T12" fmla="*/ 96 w 96"/>
              <a:gd name="T13" fmla="*/ 14 h 96"/>
              <a:gd name="T14" fmla="*/ 82 w 96"/>
              <a:gd name="T15" fmla="*/ 0 h 96"/>
              <a:gd name="T16" fmla="*/ 0 w 96"/>
              <a:gd name="T17" fmla="*/ 0 h 96"/>
              <a:gd name="T18" fmla="*/ 0 w 96"/>
              <a:gd name="T19" fmla="*/ 82 h 96"/>
              <a:gd name="T20" fmla="*/ 14 w 96"/>
              <a:gd name="T21"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6" h="96">
                <a:moveTo>
                  <a:pt x="14" y="96"/>
                </a:moveTo>
                <a:cubicBezTo>
                  <a:pt x="43" y="96"/>
                  <a:pt x="43" y="96"/>
                  <a:pt x="43" y="96"/>
                </a:cubicBezTo>
                <a:cubicBezTo>
                  <a:pt x="51" y="96"/>
                  <a:pt x="58" y="90"/>
                  <a:pt x="58" y="82"/>
                </a:cubicBezTo>
                <a:cubicBezTo>
                  <a:pt x="58" y="58"/>
                  <a:pt x="58" y="58"/>
                  <a:pt x="58" y="58"/>
                </a:cubicBezTo>
                <a:cubicBezTo>
                  <a:pt x="82" y="58"/>
                  <a:pt x="82" y="58"/>
                  <a:pt x="82" y="58"/>
                </a:cubicBezTo>
                <a:cubicBezTo>
                  <a:pt x="90" y="58"/>
                  <a:pt x="96" y="51"/>
                  <a:pt x="96" y="43"/>
                </a:cubicBezTo>
                <a:cubicBezTo>
                  <a:pt x="96" y="14"/>
                  <a:pt x="96" y="14"/>
                  <a:pt x="96" y="14"/>
                </a:cubicBezTo>
                <a:cubicBezTo>
                  <a:pt x="96" y="7"/>
                  <a:pt x="90" y="0"/>
                  <a:pt x="82" y="0"/>
                </a:cubicBezTo>
                <a:cubicBezTo>
                  <a:pt x="0" y="0"/>
                  <a:pt x="0" y="0"/>
                  <a:pt x="0" y="0"/>
                </a:cubicBezTo>
                <a:cubicBezTo>
                  <a:pt x="0" y="82"/>
                  <a:pt x="0" y="82"/>
                  <a:pt x="0" y="82"/>
                </a:cubicBezTo>
                <a:cubicBezTo>
                  <a:pt x="0" y="90"/>
                  <a:pt x="7" y="96"/>
                  <a:pt x="14" y="96"/>
                </a:cubicBezTo>
              </a:path>
            </a:pathLst>
          </a:custGeom>
          <a:solidFill>
            <a:srgbClr val="CC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27" name="Group 26"/>
          <p:cNvGrpSpPr>
            <a:grpSpLocks noChangeAspect="1"/>
          </p:cNvGrpSpPr>
          <p:nvPr userDrawn="1"/>
        </p:nvGrpSpPr>
        <p:grpSpPr>
          <a:xfrm>
            <a:off x="10421112" y="6525824"/>
            <a:ext cx="1161288" cy="147738"/>
            <a:chOff x="279400" y="2781300"/>
            <a:chExt cx="8585200" cy="1092200"/>
          </a:xfrm>
        </p:grpSpPr>
        <p:sp>
          <p:nvSpPr>
            <p:cNvPr id="28" name="Freeform 5"/>
            <p:cNvSpPr>
              <a:spLocks/>
            </p:cNvSpPr>
            <p:nvPr/>
          </p:nvSpPr>
          <p:spPr bwMode="auto">
            <a:xfrm>
              <a:off x="4605338" y="2816225"/>
              <a:ext cx="958850" cy="1035050"/>
            </a:xfrm>
            <a:custGeom>
              <a:avLst/>
              <a:gdLst>
                <a:gd name="T0" fmla="*/ 142 w 604"/>
                <a:gd name="T1" fmla="*/ 272 h 652"/>
                <a:gd name="T2" fmla="*/ 142 w 604"/>
                <a:gd name="T3" fmla="*/ 57 h 652"/>
                <a:gd name="T4" fmla="*/ 206 w 604"/>
                <a:gd name="T5" fmla="*/ 57 h 652"/>
                <a:gd name="T6" fmla="*/ 206 w 604"/>
                <a:gd name="T7" fmla="*/ 0 h 652"/>
                <a:gd name="T8" fmla="*/ 0 w 604"/>
                <a:gd name="T9" fmla="*/ 0 h 652"/>
                <a:gd name="T10" fmla="*/ 0 w 604"/>
                <a:gd name="T11" fmla="*/ 57 h 652"/>
                <a:gd name="T12" fmla="*/ 64 w 604"/>
                <a:gd name="T13" fmla="*/ 57 h 652"/>
                <a:gd name="T14" fmla="*/ 64 w 604"/>
                <a:gd name="T15" fmla="*/ 587 h 652"/>
                <a:gd name="T16" fmla="*/ 0 w 604"/>
                <a:gd name="T17" fmla="*/ 587 h 652"/>
                <a:gd name="T18" fmla="*/ 0 w 604"/>
                <a:gd name="T19" fmla="*/ 652 h 652"/>
                <a:gd name="T20" fmla="*/ 206 w 604"/>
                <a:gd name="T21" fmla="*/ 652 h 652"/>
                <a:gd name="T22" fmla="*/ 206 w 604"/>
                <a:gd name="T23" fmla="*/ 587 h 652"/>
                <a:gd name="T24" fmla="*/ 142 w 604"/>
                <a:gd name="T25" fmla="*/ 587 h 652"/>
                <a:gd name="T26" fmla="*/ 142 w 604"/>
                <a:gd name="T27" fmla="*/ 329 h 652"/>
                <a:gd name="T28" fmla="*/ 462 w 604"/>
                <a:gd name="T29" fmla="*/ 329 h 652"/>
                <a:gd name="T30" fmla="*/ 462 w 604"/>
                <a:gd name="T31" fmla="*/ 587 h 652"/>
                <a:gd name="T32" fmla="*/ 398 w 604"/>
                <a:gd name="T33" fmla="*/ 587 h 652"/>
                <a:gd name="T34" fmla="*/ 398 w 604"/>
                <a:gd name="T35" fmla="*/ 652 h 652"/>
                <a:gd name="T36" fmla="*/ 604 w 604"/>
                <a:gd name="T37" fmla="*/ 652 h 652"/>
                <a:gd name="T38" fmla="*/ 604 w 604"/>
                <a:gd name="T39" fmla="*/ 587 h 652"/>
                <a:gd name="T40" fmla="*/ 540 w 604"/>
                <a:gd name="T41" fmla="*/ 587 h 652"/>
                <a:gd name="T42" fmla="*/ 540 w 604"/>
                <a:gd name="T43" fmla="*/ 57 h 652"/>
                <a:gd name="T44" fmla="*/ 604 w 604"/>
                <a:gd name="T45" fmla="*/ 57 h 652"/>
                <a:gd name="T46" fmla="*/ 604 w 604"/>
                <a:gd name="T47" fmla="*/ 0 h 652"/>
                <a:gd name="T48" fmla="*/ 398 w 604"/>
                <a:gd name="T49" fmla="*/ 0 h 652"/>
                <a:gd name="T50" fmla="*/ 398 w 604"/>
                <a:gd name="T51" fmla="*/ 57 h 652"/>
                <a:gd name="T52" fmla="*/ 462 w 604"/>
                <a:gd name="T53" fmla="*/ 57 h 652"/>
                <a:gd name="T54" fmla="*/ 462 w 604"/>
                <a:gd name="T55" fmla="*/ 272 h 652"/>
                <a:gd name="T56" fmla="*/ 142 w 604"/>
                <a:gd name="T57" fmla="*/ 27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04" h="652">
                  <a:moveTo>
                    <a:pt x="142" y="272"/>
                  </a:moveTo>
                  <a:lnTo>
                    <a:pt x="142" y="57"/>
                  </a:lnTo>
                  <a:lnTo>
                    <a:pt x="206" y="57"/>
                  </a:lnTo>
                  <a:lnTo>
                    <a:pt x="206" y="0"/>
                  </a:lnTo>
                  <a:lnTo>
                    <a:pt x="0" y="0"/>
                  </a:lnTo>
                  <a:lnTo>
                    <a:pt x="0" y="57"/>
                  </a:lnTo>
                  <a:lnTo>
                    <a:pt x="64" y="57"/>
                  </a:lnTo>
                  <a:lnTo>
                    <a:pt x="64" y="587"/>
                  </a:lnTo>
                  <a:lnTo>
                    <a:pt x="0" y="587"/>
                  </a:lnTo>
                  <a:lnTo>
                    <a:pt x="0" y="652"/>
                  </a:lnTo>
                  <a:lnTo>
                    <a:pt x="206" y="652"/>
                  </a:lnTo>
                  <a:lnTo>
                    <a:pt x="206" y="587"/>
                  </a:lnTo>
                  <a:lnTo>
                    <a:pt x="142" y="587"/>
                  </a:lnTo>
                  <a:lnTo>
                    <a:pt x="142" y="329"/>
                  </a:lnTo>
                  <a:lnTo>
                    <a:pt x="462" y="329"/>
                  </a:lnTo>
                  <a:lnTo>
                    <a:pt x="462" y="587"/>
                  </a:lnTo>
                  <a:lnTo>
                    <a:pt x="398" y="587"/>
                  </a:lnTo>
                  <a:lnTo>
                    <a:pt x="398" y="652"/>
                  </a:lnTo>
                  <a:lnTo>
                    <a:pt x="604" y="652"/>
                  </a:lnTo>
                  <a:lnTo>
                    <a:pt x="604" y="587"/>
                  </a:lnTo>
                  <a:lnTo>
                    <a:pt x="540" y="587"/>
                  </a:lnTo>
                  <a:lnTo>
                    <a:pt x="540" y="57"/>
                  </a:lnTo>
                  <a:lnTo>
                    <a:pt x="604" y="57"/>
                  </a:lnTo>
                  <a:lnTo>
                    <a:pt x="604" y="0"/>
                  </a:lnTo>
                  <a:lnTo>
                    <a:pt x="398" y="0"/>
                  </a:lnTo>
                  <a:lnTo>
                    <a:pt x="398" y="57"/>
                  </a:lnTo>
                  <a:lnTo>
                    <a:pt x="462" y="57"/>
                  </a:lnTo>
                  <a:lnTo>
                    <a:pt x="462" y="272"/>
                  </a:lnTo>
                  <a:lnTo>
                    <a:pt x="142" y="27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6"/>
            <p:cNvSpPr>
              <a:spLocks/>
            </p:cNvSpPr>
            <p:nvPr/>
          </p:nvSpPr>
          <p:spPr bwMode="auto">
            <a:xfrm>
              <a:off x="8042275" y="2816225"/>
              <a:ext cx="822325" cy="1035050"/>
            </a:xfrm>
            <a:custGeom>
              <a:avLst/>
              <a:gdLst>
                <a:gd name="T0" fmla="*/ 27 w 73"/>
                <a:gd name="T1" fmla="*/ 82 h 91"/>
                <a:gd name="T2" fmla="*/ 19 w 73"/>
                <a:gd name="T3" fmla="*/ 82 h 91"/>
                <a:gd name="T4" fmla="*/ 19 w 73"/>
                <a:gd name="T5" fmla="*/ 54 h 91"/>
                <a:gd name="T6" fmla="*/ 37 w 73"/>
                <a:gd name="T7" fmla="*/ 35 h 91"/>
                <a:gd name="T8" fmla="*/ 55 w 73"/>
                <a:gd name="T9" fmla="*/ 54 h 91"/>
                <a:gd name="T10" fmla="*/ 55 w 73"/>
                <a:gd name="T11" fmla="*/ 82 h 91"/>
                <a:gd name="T12" fmla="*/ 46 w 73"/>
                <a:gd name="T13" fmla="*/ 82 h 91"/>
                <a:gd name="T14" fmla="*/ 46 w 73"/>
                <a:gd name="T15" fmla="*/ 91 h 91"/>
                <a:gd name="T16" fmla="*/ 73 w 73"/>
                <a:gd name="T17" fmla="*/ 91 h 91"/>
                <a:gd name="T18" fmla="*/ 73 w 73"/>
                <a:gd name="T19" fmla="*/ 82 h 91"/>
                <a:gd name="T20" fmla="*/ 65 w 73"/>
                <a:gd name="T21" fmla="*/ 82 h 91"/>
                <a:gd name="T22" fmla="*/ 65 w 73"/>
                <a:gd name="T23" fmla="*/ 54 h 91"/>
                <a:gd name="T24" fmla="*/ 38 w 73"/>
                <a:gd name="T25" fmla="*/ 26 h 91"/>
                <a:gd name="T26" fmla="*/ 19 w 73"/>
                <a:gd name="T27" fmla="*/ 35 h 91"/>
                <a:gd name="T28" fmla="*/ 19 w 73"/>
                <a:gd name="T29" fmla="*/ 0 h 91"/>
                <a:gd name="T30" fmla="*/ 0 w 73"/>
                <a:gd name="T31" fmla="*/ 0 h 91"/>
                <a:gd name="T32" fmla="*/ 0 w 73"/>
                <a:gd name="T33" fmla="*/ 8 h 91"/>
                <a:gd name="T34" fmla="*/ 9 w 73"/>
                <a:gd name="T35" fmla="*/ 8 h 91"/>
                <a:gd name="T36" fmla="*/ 9 w 73"/>
                <a:gd name="T37" fmla="*/ 82 h 91"/>
                <a:gd name="T38" fmla="*/ 0 w 73"/>
                <a:gd name="T39" fmla="*/ 82 h 91"/>
                <a:gd name="T40" fmla="*/ 0 w 73"/>
                <a:gd name="T41" fmla="*/ 91 h 91"/>
                <a:gd name="T42" fmla="*/ 27 w 73"/>
                <a:gd name="T43" fmla="*/ 91 h 91"/>
                <a:gd name="T44" fmla="*/ 27 w 73"/>
                <a:gd name="T45" fmla="*/ 8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3" h="91">
                  <a:moveTo>
                    <a:pt x="27" y="82"/>
                  </a:moveTo>
                  <a:cubicBezTo>
                    <a:pt x="19" y="82"/>
                    <a:pt x="19" y="82"/>
                    <a:pt x="19" y="82"/>
                  </a:cubicBezTo>
                  <a:cubicBezTo>
                    <a:pt x="19" y="54"/>
                    <a:pt x="19" y="54"/>
                    <a:pt x="19" y="54"/>
                  </a:cubicBezTo>
                  <a:cubicBezTo>
                    <a:pt x="19" y="41"/>
                    <a:pt x="25" y="35"/>
                    <a:pt x="37" y="35"/>
                  </a:cubicBezTo>
                  <a:cubicBezTo>
                    <a:pt x="48" y="35"/>
                    <a:pt x="55" y="41"/>
                    <a:pt x="55" y="54"/>
                  </a:cubicBezTo>
                  <a:cubicBezTo>
                    <a:pt x="55" y="82"/>
                    <a:pt x="55" y="82"/>
                    <a:pt x="55" y="82"/>
                  </a:cubicBezTo>
                  <a:cubicBezTo>
                    <a:pt x="46" y="82"/>
                    <a:pt x="46" y="82"/>
                    <a:pt x="46" y="82"/>
                  </a:cubicBezTo>
                  <a:cubicBezTo>
                    <a:pt x="46" y="91"/>
                    <a:pt x="46" y="91"/>
                    <a:pt x="46" y="91"/>
                  </a:cubicBezTo>
                  <a:cubicBezTo>
                    <a:pt x="73" y="91"/>
                    <a:pt x="73" y="91"/>
                    <a:pt x="73" y="91"/>
                  </a:cubicBezTo>
                  <a:cubicBezTo>
                    <a:pt x="73" y="82"/>
                    <a:pt x="73" y="82"/>
                    <a:pt x="73" y="82"/>
                  </a:cubicBezTo>
                  <a:cubicBezTo>
                    <a:pt x="65" y="82"/>
                    <a:pt x="65" y="82"/>
                    <a:pt x="65" y="82"/>
                  </a:cubicBezTo>
                  <a:cubicBezTo>
                    <a:pt x="65" y="54"/>
                    <a:pt x="65" y="54"/>
                    <a:pt x="65" y="54"/>
                  </a:cubicBezTo>
                  <a:cubicBezTo>
                    <a:pt x="65" y="39"/>
                    <a:pt x="55" y="26"/>
                    <a:pt x="38" y="26"/>
                  </a:cubicBezTo>
                  <a:cubicBezTo>
                    <a:pt x="30" y="26"/>
                    <a:pt x="23" y="29"/>
                    <a:pt x="19" y="35"/>
                  </a:cubicBezTo>
                  <a:cubicBezTo>
                    <a:pt x="19" y="0"/>
                    <a:pt x="19" y="0"/>
                    <a:pt x="19" y="0"/>
                  </a:cubicBezTo>
                  <a:cubicBezTo>
                    <a:pt x="0" y="0"/>
                    <a:pt x="0" y="0"/>
                    <a:pt x="0" y="0"/>
                  </a:cubicBezTo>
                  <a:cubicBezTo>
                    <a:pt x="0" y="8"/>
                    <a:pt x="0" y="8"/>
                    <a:pt x="0" y="8"/>
                  </a:cubicBezTo>
                  <a:cubicBezTo>
                    <a:pt x="9" y="8"/>
                    <a:pt x="9" y="8"/>
                    <a:pt x="9" y="8"/>
                  </a:cubicBezTo>
                  <a:cubicBezTo>
                    <a:pt x="9" y="82"/>
                    <a:pt x="9" y="82"/>
                    <a:pt x="9" y="82"/>
                  </a:cubicBezTo>
                  <a:cubicBezTo>
                    <a:pt x="0" y="82"/>
                    <a:pt x="0" y="82"/>
                    <a:pt x="0" y="82"/>
                  </a:cubicBezTo>
                  <a:cubicBezTo>
                    <a:pt x="0" y="91"/>
                    <a:pt x="0" y="91"/>
                    <a:pt x="0" y="91"/>
                  </a:cubicBezTo>
                  <a:cubicBezTo>
                    <a:pt x="27" y="91"/>
                    <a:pt x="27" y="91"/>
                    <a:pt x="27" y="91"/>
                  </a:cubicBezTo>
                  <a:lnTo>
                    <a:pt x="27" y="82"/>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7"/>
            <p:cNvSpPr>
              <a:spLocks noEditPoints="1"/>
            </p:cNvSpPr>
            <p:nvPr/>
          </p:nvSpPr>
          <p:spPr bwMode="auto">
            <a:xfrm>
              <a:off x="6419850" y="3111500"/>
              <a:ext cx="822325" cy="750888"/>
            </a:xfrm>
            <a:custGeom>
              <a:avLst/>
              <a:gdLst>
                <a:gd name="T0" fmla="*/ 73 w 73"/>
                <a:gd name="T1" fmla="*/ 10 h 66"/>
                <a:gd name="T2" fmla="*/ 73 w 73"/>
                <a:gd name="T3" fmla="*/ 2 h 66"/>
                <a:gd name="T4" fmla="*/ 54 w 73"/>
                <a:gd name="T5" fmla="*/ 2 h 66"/>
                <a:gd name="T6" fmla="*/ 54 w 73"/>
                <a:gd name="T7" fmla="*/ 11 h 66"/>
                <a:gd name="T8" fmla="*/ 31 w 73"/>
                <a:gd name="T9" fmla="*/ 0 h 66"/>
                <a:gd name="T10" fmla="*/ 0 w 73"/>
                <a:gd name="T11" fmla="*/ 33 h 66"/>
                <a:gd name="T12" fmla="*/ 31 w 73"/>
                <a:gd name="T13" fmla="*/ 66 h 66"/>
                <a:gd name="T14" fmla="*/ 54 w 73"/>
                <a:gd name="T15" fmla="*/ 55 h 66"/>
                <a:gd name="T16" fmla="*/ 54 w 73"/>
                <a:gd name="T17" fmla="*/ 65 h 66"/>
                <a:gd name="T18" fmla="*/ 73 w 73"/>
                <a:gd name="T19" fmla="*/ 65 h 66"/>
                <a:gd name="T20" fmla="*/ 73 w 73"/>
                <a:gd name="T21" fmla="*/ 56 h 66"/>
                <a:gd name="T22" fmla="*/ 64 w 73"/>
                <a:gd name="T23" fmla="*/ 56 h 66"/>
                <a:gd name="T24" fmla="*/ 64 w 73"/>
                <a:gd name="T25" fmla="*/ 10 h 66"/>
                <a:gd name="T26" fmla="*/ 73 w 73"/>
                <a:gd name="T27" fmla="*/ 10 h 66"/>
                <a:gd name="T28" fmla="*/ 33 w 73"/>
                <a:gd name="T29" fmla="*/ 58 h 66"/>
                <a:gd name="T30" fmla="*/ 11 w 73"/>
                <a:gd name="T31" fmla="*/ 33 h 66"/>
                <a:gd name="T32" fmla="*/ 33 w 73"/>
                <a:gd name="T33" fmla="*/ 9 h 66"/>
                <a:gd name="T34" fmla="*/ 54 w 73"/>
                <a:gd name="T35" fmla="*/ 33 h 66"/>
                <a:gd name="T36" fmla="*/ 33 w 73"/>
                <a:gd name="T37" fmla="*/ 5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3" h="66">
                  <a:moveTo>
                    <a:pt x="73" y="10"/>
                  </a:moveTo>
                  <a:cubicBezTo>
                    <a:pt x="73" y="2"/>
                    <a:pt x="73" y="2"/>
                    <a:pt x="73" y="2"/>
                  </a:cubicBezTo>
                  <a:cubicBezTo>
                    <a:pt x="54" y="2"/>
                    <a:pt x="54" y="2"/>
                    <a:pt x="54" y="2"/>
                  </a:cubicBezTo>
                  <a:cubicBezTo>
                    <a:pt x="54" y="11"/>
                    <a:pt x="54" y="11"/>
                    <a:pt x="54" y="11"/>
                  </a:cubicBezTo>
                  <a:cubicBezTo>
                    <a:pt x="49" y="4"/>
                    <a:pt x="41" y="0"/>
                    <a:pt x="31" y="0"/>
                  </a:cubicBezTo>
                  <a:cubicBezTo>
                    <a:pt x="13" y="0"/>
                    <a:pt x="0" y="14"/>
                    <a:pt x="0" y="33"/>
                  </a:cubicBezTo>
                  <a:cubicBezTo>
                    <a:pt x="0" y="52"/>
                    <a:pt x="13" y="66"/>
                    <a:pt x="31" y="66"/>
                  </a:cubicBezTo>
                  <a:cubicBezTo>
                    <a:pt x="41" y="66"/>
                    <a:pt x="49" y="62"/>
                    <a:pt x="54" y="55"/>
                  </a:cubicBezTo>
                  <a:cubicBezTo>
                    <a:pt x="54" y="65"/>
                    <a:pt x="54" y="65"/>
                    <a:pt x="54" y="65"/>
                  </a:cubicBezTo>
                  <a:cubicBezTo>
                    <a:pt x="73" y="65"/>
                    <a:pt x="73" y="65"/>
                    <a:pt x="73" y="65"/>
                  </a:cubicBezTo>
                  <a:cubicBezTo>
                    <a:pt x="73" y="56"/>
                    <a:pt x="73" y="56"/>
                    <a:pt x="73" y="56"/>
                  </a:cubicBezTo>
                  <a:cubicBezTo>
                    <a:pt x="64" y="56"/>
                    <a:pt x="64" y="56"/>
                    <a:pt x="64" y="56"/>
                  </a:cubicBezTo>
                  <a:cubicBezTo>
                    <a:pt x="64" y="10"/>
                    <a:pt x="64" y="10"/>
                    <a:pt x="64" y="10"/>
                  </a:cubicBezTo>
                  <a:lnTo>
                    <a:pt x="73" y="10"/>
                  </a:lnTo>
                  <a:close/>
                  <a:moveTo>
                    <a:pt x="33" y="58"/>
                  </a:moveTo>
                  <a:cubicBezTo>
                    <a:pt x="20" y="58"/>
                    <a:pt x="11" y="47"/>
                    <a:pt x="11" y="33"/>
                  </a:cubicBezTo>
                  <a:cubicBezTo>
                    <a:pt x="11" y="19"/>
                    <a:pt x="20" y="9"/>
                    <a:pt x="33" y="9"/>
                  </a:cubicBezTo>
                  <a:cubicBezTo>
                    <a:pt x="46" y="9"/>
                    <a:pt x="54" y="19"/>
                    <a:pt x="54" y="33"/>
                  </a:cubicBezTo>
                  <a:cubicBezTo>
                    <a:pt x="54" y="47"/>
                    <a:pt x="46" y="58"/>
                    <a:pt x="33" y="58"/>
                  </a:cubicBez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8"/>
            <p:cNvSpPr>
              <a:spLocks noEditPoints="1"/>
            </p:cNvSpPr>
            <p:nvPr/>
          </p:nvSpPr>
          <p:spPr bwMode="auto">
            <a:xfrm>
              <a:off x="5608638" y="3111500"/>
              <a:ext cx="731838" cy="750888"/>
            </a:xfrm>
            <a:custGeom>
              <a:avLst/>
              <a:gdLst>
                <a:gd name="T0" fmla="*/ 65 w 65"/>
                <a:gd name="T1" fmla="*/ 32 h 66"/>
                <a:gd name="T2" fmla="*/ 33 w 65"/>
                <a:gd name="T3" fmla="*/ 0 h 66"/>
                <a:gd name="T4" fmla="*/ 0 w 65"/>
                <a:gd name="T5" fmla="*/ 33 h 66"/>
                <a:gd name="T6" fmla="*/ 33 w 65"/>
                <a:gd name="T7" fmla="*/ 66 h 66"/>
                <a:gd name="T8" fmla="*/ 63 w 65"/>
                <a:gd name="T9" fmla="*/ 48 h 66"/>
                <a:gd name="T10" fmla="*/ 53 w 65"/>
                <a:gd name="T11" fmla="*/ 48 h 66"/>
                <a:gd name="T12" fmla="*/ 34 w 65"/>
                <a:gd name="T13" fmla="*/ 58 h 66"/>
                <a:gd name="T14" fmla="*/ 11 w 65"/>
                <a:gd name="T15" fmla="*/ 37 h 66"/>
                <a:gd name="T16" fmla="*/ 65 w 65"/>
                <a:gd name="T17" fmla="*/ 37 h 66"/>
                <a:gd name="T18" fmla="*/ 65 w 65"/>
                <a:gd name="T19" fmla="*/ 32 h 66"/>
                <a:gd name="T20" fmla="*/ 11 w 65"/>
                <a:gd name="T21" fmla="*/ 28 h 66"/>
                <a:gd name="T22" fmla="*/ 33 w 65"/>
                <a:gd name="T23" fmla="*/ 8 h 66"/>
                <a:gd name="T24" fmla="*/ 55 w 65"/>
                <a:gd name="T25" fmla="*/ 28 h 66"/>
                <a:gd name="T26" fmla="*/ 11 w 65"/>
                <a:gd name="T27" fmla="*/ 2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6">
                  <a:moveTo>
                    <a:pt x="65" y="32"/>
                  </a:moveTo>
                  <a:cubicBezTo>
                    <a:pt x="65" y="13"/>
                    <a:pt x="53" y="0"/>
                    <a:pt x="33" y="0"/>
                  </a:cubicBezTo>
                  <a:cubicBezTo>
                    <a:pt x="14" y="0"/>
                    <a:pt x="0" y="14"/>
                    <a:pt x="0" y="33"/>
                  </a:cubicBezTo>
                  <a:cubicBezTo>
                    <a:pt x="0" y="53"/>
                    <a:pt x="14" y="66"/>
                    <a:pt x="33" y="66"/>
                  </a:cubicBezTo>
                  <a:cubicBezTo>
                    <a:pt x="47" y="66"/>
                    <a:pt x="58" y="59"/>
                    <a:pt x="63" y="48"/>
                  </a:cubicBezTo>
                  <a:cubicBezTo>
                    <a:pt x="53" y="48"/>
                    <a:pt x="53" y="48"/>
                    <a:pt x="53" y="48"/>
                  </a:cubicBezTo>
                  <a:cubicBezTo>
                    <a:pt x="50" y="54"/>
                    <a:pt x="43" y="58"/>
                    <a:pt x="34" y="58"/>
                  </a:cubicBezTo>
                  <a:cubicBezTo>
                    <a:pt x="19" y="58"/>
                    <a:pt x="12" y="49"/>
                    <a:pt x="11" y="37"/>
                  </a:cubicBezTo>
                  <a:cubicBezTo>
                    <a:pt x="65" y="37"/>
                    <a:pt x="65" y="37"/>
                    <a:pt x="65" y="37"/>
                  </a:cubicBezTo>
                  <a:lnTo>
                    <a:pt x="65" y="32"/>
                  </a:lnTo>
                  <a:close/>
                  <a:moveTo>
                    <a:pt x="11" y="28"/>
                  </a:moveTo>
                  <a:cubicBezTo>
                    <a:pt x="12" y="17"/>
                    <a:pt x="20" y="8"/>
                    <a:pt x="33" y="8"/>
                  </a:cubicBezTo>
                  <a:cubicBezTo>
                    <a:pt x="47" y="8"/>
                    <a:pt x="54" y="18"/>
                    <a:pt x="55" y="28"/>
                  </a:cubicBezTo>
                  <a:lnTo>
                    <a:pt x="11" y="28"/>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p:cNvSpPr>
            <p:nvPr/>
          </p:nvSpPr>
          <p:spPr bwMode="auto">
            <a:xfrm>
              <a:off x="7613650" y="2952750"/>
              <a:ext cx="360363" cy="898525"/>
            </a:xfrm>
            <a:custGeom>
              <a:avLst/>
              <a:gdLst>
                <a:gd name="T0" fmla="*/ 20 w 32"/>
                <a:gd name="T1" fmla="*/ 62 h 79"/>
                <a:gd name="T2" fmla="*/ 20 w 32"/>
                <a:gd name="T3" fmla="*/ 24 h 79"/>
                <a:gd name="T4" fmla="*/ 32 w 32"/>
                <a:gd name="T5" fmla="*/ 24 h 79"/>
                <a:gd name="T6" fmla="*/ 32 w 32"/>
                <a:gd name="T7" fmla="*/ 16 h 79"/>
                <a:gd name="T8" fmla="*/ 20 w 32"/>
                <a:gd name="T9" fmla="*/ 16 h 79"/>
                <a:gd name="T10" fmla="*/ 20 w 32"/>
                <a:gd name="T11" fmla="*/ 0 h 79"/>
                <a:gd name="T12" fmla="*/ 9 w 32"/>
                <a:gd name="T13" fmla="*/ 0 h 79"/>
                <a:gd name="T14" fmla="*/ 9 w 32"/>
                <a:gd name="T15" fmla="*/ 16 h 79"/>
                <a:gd name="T16" fmla="*/ 0 w 32"/>
                <a:gd name="T17" fmla="*/ 16 h 79"/>
                <a:gd name="T18" fmla="*/ 0 w 32"/>
                <a:gd name="T19" fmla="*/ 24 h 79"/>
                <a:gd name="T20" fmla="*/ 9 w 32"/>
                <a:gd name="T21" fmla="*/ 24 h 79"/>
                <a:gd name="T22" fmla="*/ 9 w 32"/>
                <a:gd name="T23" fmla="*/ 63 h 79"/>
                <a:gd name="T24" fmla="*/ 26 w 32"/>
                <a:gd name="T25" fmla="*/ 79 h 79"/>
                <a:gd name="T26" fmla="*/ 32 w 32"/>
                <a:gd name="T27" fmla="*/ 79 h 79"/>
                <a:gd name="T28" fmla="*/ 32 w 32"/>
                <a:gd name="T29" fmla="*/ 70 h 79"/>
                <a:gd name="T30" fmla="*/ 27 w 32"/>
                <a:gd name="T31" fmla="*/ 71 h 79"/>
                <a:gd name="T32" fmla="*/ 20 w 32"/>
                <a:gd name="T33" fmla="*/ 6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79">
                  <a:moveTo>
                    <a:pt x="20" y="62"/>
                  </a:moveTo>
                  <a:cubicBezTo>
                    <a:pt x="20" y="24"/>
                    <a:pt x="20" y="24"/>
                    <a:pt x="20" y="24"/>
                  </a:cubicBezTo>
                  <a:cubicBezTo>
                    <a:pt x="32" y="24"/>
                    <a:pt x="32" y="24"/>
                    <a:pt x="32" y="24"/>
                  </a:cubicBezTo>
                  <a:cubicBezTo>
                    <a:pt x="32" y="16"/>
                    <a:pt x="32" y="16"/>
                    <a:pt x="32" y="16"/>
                  </a:cubicBezTo>
                  <a:cubicBezTo>
                    <a:pt x="20" y="16"/>
                    <a:pt x="20" y="16"/>
                    <a:pt x="20" y="16"/>
                  </a:cubicBezTo>
                  <a:cubicBezTo>
                    <a:pt x="20" y="0"/>
                    <a:pt x="20" y="0"/>
                    <a:pt x="20" y="0"/>
                  </a:cubicBezTo>
                  <a:cubicBezTo>
                    <a:pt x="9" y="0"/>
                    <a:pt x="9" y="0"/>
                    <a:pt x="9" y="0"/>
                  </a:cubicBezTo>
                  <a:cubicBezTo>
                    <a:pt x="9" y="16"/>
                    <a:pt x="9" y="16"/>
                    <a:pt x="9" y="16"/>
                  </a:cubicBezTo>
                  <a:cubicBezTo>
                    <a:pt x="0" y="16"/>
                    <a:pt x="0" y="16"/>
                    <a:pt x="0" y="16"/>
                  </a:cubicBezTo>
                  <a:cubicBezTo>
                    <a:pt x="0" y="24"/>
                    <a:pt x="0" y="24"/>
                    <a:pt x="0" y="24"/>
                  </a:cubicBezTo>
                  <a:cubicBezTo>
                    <a:pt x="9" y="24"/>
                    <a:pt x="9" y="24"/>
                    <a:pt x="9" y="24"/>
                  </a:cubicBezTo>
                  <a:cubicBezTo>
                    <a:pt x="9" y="63"/>
                    <a:pt x="9" y="63"/>
                    <a:pt x="9" y="63"/>
                  </a:cubicBezTo>
                  <a:cubicBezTo>
                    <a:pt x="9" y="74"/>
                    <a:pt x="14" y="79"/>
                    <a:pt x="26" y="79"/>
                  </a:cubicBezTo>
                  <a:cubicBezTo>
                    <a:pt x="28" y="79"/>
                    <a:pt x="31" y="79"/>
                    <a:pt x="32" y="79"/>
                  </a:cubicBezTo>
                  <a:cubicBezTo>
                    <a:pt x="32" y="70"/>
                    <a:pt x="32" y="70"/>
                    <a:pt x="32" y="70"/>
                  </a:cubicBezTo>
                  <a:cubicBezTo>
                    <a:pt x="30" y="71"/>
                    <a:pt x="29" y="71"/>
                    <a:pt x="27" y="71"/>
                  </a:cubicBezTo>
                  <a:cubicBezTo>
                    <a:pt x="22" y="71"/>
                    <a:pt x="20" y="69"/>
                    <a:pt x="20" y="62"/>
                  </a:cubicBezTo>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p:cNvSpPr>
            <p:nvPr/>
          </p:nvSpPr>
          <p:spPr bwMode="auto">
            <a:xfrm>
              <a:off x="7275513" y="2816225"/>
              <a:ext cx="338138" cy="1035050"/>
            </a:xfrm>
            <a:custGeom>
              <a:avLst/>
              <a:gdLst>
                <a:gd name="T0" fmla="*/ 24 w 30"/>
                <a:gd name="T1" fmla="*/ 91 h 91"/>
                <a:gd name="T2" fmla="*/ 30 w 30"/>
                <a:gd name="T3" fmla="*/ 91 h 91"/>
                <a:gd name="T4" fmla="*/ 30 w 30"/>
                <a:gd name="T5" fmla="*/ 82 h 91"/>
                <a:gd name="T6" fmla="*/ 26 w 30"/>
                <a:gd name="T7" fmla="*/ 83 h 91"/>
                <a:gd name="T8" fmla="*/ 19 w 30"/>
                <a:gd name="T9" fmla="*/ 74 h 91"/>
                <a:gd name="T10" fmla="*/ 19 w 30"/>
                <a:gd name="T11" fmla="*/ 0 h 91"/>
                <a:gd name="T12" fmla="*/ 0 w 30"/>
                <a:gd name="T13" fmla="*/ 0 h 91"/>
                <a:gd name="T14" fmla="*/ 0 w 30"/>
                <a:gd name="T15" fmla="*/ 8 h 91"/>
                <a:gd name="T16" fmla="*/ 9 w 30"/>
                <a:gd name="T17" fmla="*/ 8 h 91"/>
                <a:gd name="T18" fmla="*/ 9 w 30"/>
                <a:gd name="T19" fmla="*/ 74 h 91"/>
                <a:gd name="T20" fmla="*/ 24 w 30"/>
                <a:gd name="T21"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 h="91">
                  <a:moveTo>
                    <a:pt x="24" y="91"/>
                  </a:moveTo>
                  <a:cubicBezTo>
                    <a:pt x="26" y="91"/>
                    <a:pt x="29" y="91"/>
                    <a:pt x="30" y="91"/>
                  </a:cubicBezTo>
                  <a:cubicBezTo>
                    <a:pt x="30" y="82"/>
                    <a:pt x="30" y="82"/>
                    <a:pt x="30" y="82"/>
                  </a:cubicBezTo>
                  <a:cubicBezTo>
                    <a:pt x="28" y="83"/>
                    <a:pt x="27" y="83"/>
                    <a:pt x="26" y="83"/>
                  </a:cubicBezTo>
                  <a:cubicBezTo>
                    <a:pt x="21" y="83"/>
                    <a:pt x="19" y="80"/>
                    <a:pt x="19" y="74"/>
                  </a:cubicBezTo>
                  <a:cubicBezTo>
                    <a:pt x="19" y="0"/>
                    <a:pt x="19" y="0"/>
                    <a:pt x="19" y="0"/>
                  </a:cubicBezTo>
                  <a:cubicBezTo>
                    <a:pt x="0" y="0"/>
                    <a:pt x="0" y="0"/>
                    <a:pt x="0" y="0"/>
                  </a:cubicBezTo>
                  <a:cubicBezTo>
                    <a:pt x="0" y="8"/>
                    <a:pt x="0" y="8"/>
                    <a:pt x="0" y="8"/>
                  </a:cubicBezTo>
                  <a:cubicBezTo>
                    <a:pt x="9" y="8"/>
                    <a:pt x="9" y="8"/>
                    <a:pt x="9" y="8"/>
                  </a:cubicBezTo>
                  <a:cubicBezTo>
                    <a:pt x="9" y="74"/>
                    <a:pt x="9" y="74"/>
                    <a:pt x="9" y="74"/>
                  </a:cubicBezTo>
                  <a:cubicBezTo>
                    <a:pt x="9" y="85"/>
                    <a:pt x="13" y="91"/>
                    <a:pt x="24" y="91"/>
                  </a:cubicBezTo>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p:cNvSpPr>
            <p:nvPr/>
          </p:nvSpPr>
          <p:spPr bwMode="auto">
            <a:xfrm>
              <a:off x="3603625" y="2781300"/>
              <a:ext cx="911225" cy="1092200"/>
            </a:xfrm>
            <a:custGeom>
              <a:avLst/>
              <a:gdLst>
                <a:gd name="T0" fmla="*/ 28 w 81"/>
                <a:gd name="T1" fmla="*/ 65 h 96"/>
                <a:gd name="T2" fmla="*/ 41 w 81"/>
                <a:gd name="T3" fmla="*/ 74 h 96"/>
                <a:gd name="T4" fmla="*/ 52 w 81"/>
                <a:gd name="T5" fmla="*/ 68 h 96"/>
                <a:gd name="T6" fmla="*/ 36 w 81"/>
                <a:gd name="T7" fmla="*/ 59 h 96"/>
                <a:gd name="T8" fmla="*/ 12 w 81"/>
                <a:gd name="T9" fmla="*/ 50 h 96"/>
                <a:gd name="T10" fmla="*/ 1 w 81"/>
                <a:gd name="T11" fmla="*/ 29 h 96"/>
                <a:gd name="T12" fmla="*/ 39 w 81"/>
                <a:gd name="T13" fmla="*/ 0 h 96"/>
                <a:gd name="T14" fmla="*/ 78 w 81"/>
                <a:gd name="T15" fmla="*/ 29 h 96"/>
                <a:gd name="T16" fmla="*/ 51 w 81"/>
                <a:gd name="T17" fmla="*/ 29 h 96"/>
                <a:gd name="T18" fmla="*/ 39 w 81"/>
                <a:gd name="T19" fmla="*/ 21 h 96"/>
                <a:gd name="T20" fmla="*/ 30 w 81"/>
                <a:gd name="T21" fmla="*/ 27 h 96"/>
                <a:gd name="T22" fmla="*/ 43 w 81"/>
                <a:gd name="T23" fmla="*/ 35 h 96"/>
                <a:gd name="T24" fmla="*/ 69 w 81"/>
                <a:gd name="T25" fmla="*/ 43 h 96"/>
                <a:gd name="T26" fmla="*/ 81 w 81"/>
                <a:gd name="T27" fmla="*/ 65 h 96"/>
                <a:gd name="T28" fmla="*/ 40 w 81"/>
                <a:gd name="T29" fmla="*/ 96 h 96"/>
                <a:gd name="T30" fmla="*/ 0 w 81"/>
                <a:gd name="T31" fmla="*/ 65 h 96"/>
                <a:gd name="T32" fmla="*/ 28 w 81"/>
                <a:gd name="T33" fmla="*/ 65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1" h="96">
                  <a:moveTo>
                    <a:pt x="28" y="65"/>
                  </a:moveTo>
                  <a:cubicBezTo>
                    <a:pt x="29" y="72"/>
                    <a:pt x="33" y="74"/>
                    <a:pt x="41" y="74"/>
                  </a:cubicBezTo>
                  <a:cubicBezTo>
                    <a:pt x="48" y="74"/>
                    <a:pt x="52" y="72"/>
                    <a:pt x="52" y="68"/>
                  </a:cubicBezTo>
                  <a:cubicBezTo>
                    <a:pt x="52" y="62"/>
                    <a:pt x="47" y="62"/>
                    <a:pt x="36" y="59"/>
                  </a:cubicBezTo>
                  <a:cubicBezTo>
                    <a:pt x="24" y="55"/>
                    <a:pt x="15" y="53"/>
                    <a:pt x="12" y="50"/>
                  </a:cubicBezTo>
                  <a:cubicBezTo>
                    <a:pt x="5" y="45"/>
                    <a:pt x="1" y="38"/>
                    <a:pt x="1" y="29"/>
                  </a:cubicBezTo>
                  <a:cubicBezTo>
                    <a:pt x="1" y="11"/>
                    <a:pt x="15" y="0"/>
                    <a:pt x="39" y="0"/>
                  </a:cubicBezTo>
                  <a:cubicBezTo>
                    <a:pt x="63" y="0"/>
                    <a:pt x="77" y="10"/>
                    <a:pt x="78" y="29"/>
                  </a:cubicBezTo>
                  <a:cubicBezTo>
                    <a:pt x="51" y="29"/>
                    <a:pt x="51" y="29"/>
                    <a:pt x="51" y="29"/>
                  </a:cubicBezTo>
                  <a:cubicBezTo>
                    <a:pt x="50" y="23"/>
                    <a:pt x="46" y="21"/>
                    <a:pt x="39" y="21"/>
                  </a:cubicBezTo>
                  <a:cubicBezTo>
                    <a:pt x="33" y="21"/>
                    <a:pt x="30" y="23"/>
                    <a:pt x="30" y="27"/>
                  </a:cubicBezTo>
                  <a:cubicBezTo>
                    <a:pt x="30" y="32"/>
                    <a:pt x="34" y="33"/>
                    <a:pt x="43" y="35"/>
                  </a:cubicBezTo>
                  <a:cubicBezTo>
                    <a:pt x="54" y="38"/>
                    <a:pt x="63" y="40"/>
                    <a:pt x="69" y="43"/>
                  </a:cubicBezTo>
                  <a:cubicBezTo>
                    <a:pt x="77" y="49"/>
                    <a:pt x="81" y="55"/>
                    <a:pt x="81" y="65"/>
                  </a:cubicBezTo>
                  <a:cubicBezTo>
                    <a:pt x="81" y="84"/>
                    <a:pt x="66" y="96"/>
                    <a:pt x="40" y="96"/>
                  </a:cubicBezTo>
                  <a:cubicBezTo>
                    <a:pt x="16" y="96"/>
                    <a:pt x="1" y="84"/>
                    <a:pt x="0" y="65"/>
                  </a:cubicBezTo>
                  <a:lnTo>
                    <a:pt x="28" y="65"/>
                  </a:lnTo>
                  <a:close/>
                </a:path>
              </a:pathLst>
            </a:custGeom>
            <a:solidFill>
              <a:srgbClr val="CC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2"/>
            <p:cNvSpPr>
              <a:spLocks/>
            </p:cNvSpPr>
            <p:nvPr/>
          </p:nvSpPr>
          <p:spPr bwMode="auto">
            <a:xfrm>
              <a:off x="1698625" y="2781300"/>
              <a:ext cx="1014413" cy="1092200"/>
            </a:xfrm>
            <a:custGeom>
              <a:avLst/>
              <a:gdLst>
                <a:gd name="T0" fmla="*/ 90 w 90"/>
                <a:gd name="T1" fmla="*/ 58 h 96"/>
                <a:gd name="T2" fmla="*/ 46 w 90"/>
                <a:gd name="T3" fmla="*/ 96 h 96"/>
                <a:gd name="T4" fmla="*/ 0 w 90"/>
                <a:gd name="T5" fmla="*/ 48 h 96"/>
                <a:gd name="T6" fmla="*/ 46 w 90"/>
                <a:gd name="T7" fmla="*/ 0 h 96"/>
                <a:gd name="T8" fmla="*/ 89 w 90"/>
                <a:gd name="T9" fmla="*/ 37 h 96"/>
                <a:gd name="T10" fmla="*/ 62 w 90"/>
                <a:gd name="T11" fmla="*/ 37 h 96"/>
                <a:gd name="T12" fmla="*/ 46 w 90"/>
                <a:gd name="T13" fmla="*/ 23 h 96"/>
                <a:gd name="T14" fmla="*/ 29 w 90"/>
                <a:gd name="T15" fmla="*/ 48 h 96"/>
                <a:gd name="T16" fmla="*/ 47 w 90"/>
                <a:gd name="T17" fmla="*/ 73 h 96"/>
                <a:gd name="T18" fmla="*/ 62 w 90"/>
                <a:gd name="T19" fmla="*/ 58 h 96"/>
                <a:gd name="T20" fmla="*/ 90 w 90"/>
                <a:gd name="T21" fmla="*/ 5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96">
                  <a:moveTo>
                    <a:pt x="90" y="58"/>
                  </a:moveTo>
                  <a:cubicBezTo>
                    <a:pt x="88" y="82"/>
                    <a:pt x="72" y="96"/>
                    <a:pt x="46" y="96"/>
                  </a:cubicBezTo>
                  <a:cubicBezTo>
                    <a:pt x="17" y="96"/>
                    <a:pt x="0" y="78"/>
                    <a:pt x="0" y="48"/>
                  </a:cubicBezTo>
                  <a:cubicBezTo>
                    <a:pt x="0" y="18"/>
                    <a:pt x="17" y="0"/>
                    <a:pt x="46" y="0"/>
                  </a:cubicBezTo>
                  <a:cubicBezTo>
                    <a:pt x="72" y="0"/>
                    <a:pt x="88" y="13"/>
                    <a:pt x="89" y="37"/>
                  </a:cubicBezTo>
                  <a:cubicBezTo>
                    <a:pt x="62" y="37"/>
                    <a:pt x="62" y="37"/>
                    <a:pt x="62" y="37"/>
                  </a:cubicBezTo>
                  <a:cubicBezTo>
                    <a:pt x="61" y="28"/>
                    <a:pt x="55" y="23"/>
                    <a:pt x="46" y="23"/>
                  </a:cubicBezTo>
                  <a:cubicBezTo>
                    <a:pt x="35" y="23"/>
                    <a:pt x="29" y="31"/>
                    <a:pt x="29" y="48"/>
                  </a:cubicBezTo>
                  <a:cubicBezTo>
                    <a:pt x="29" y="65"/>
                    <a:pt x="35" y="73"/>
                    <a:pt x="47" y="73"/>
                  </a:cubicBezTo>
                  <a:cubicBezTo>
                    <a:pt x="56" y="73"/>
                    <a:pt x="61" y="68"/>
                    <a:pt x="62" y="58"/>
                  </a:cubicBezTo>
                  <a:lnTo>
                    <a:pt x="90" y="58"/>
                  </a:lnTo>
                  <a:close/>
                </a:path>
              </a:pathLst>
            </a:custGeom>
            <a:solidFill>
              <a:srgbClr val="CC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3"/>
            <p:cNvSpPr>
              <a:spLocks/>
            </p:cNvSpPr>
            <p:nvPr/>
          </p:nvSpPr>
          <p:spPr bwMode="auto">
            <a:xfrm>
              <a:off x="2644775" y="2816225"/>
              <a:ext cx="1014413" cy="1023938"/>
            </a:xfrm>
            <a:custGeom>
              <a:avLst/>
              <a:gdLst>
                <a:gd name="T0" fmla="*/ 0 w 639"/>
                <a:gd name="T1" fmla="*/ 0 h 645"/>
                <a:gd name="T2" fmla="*/ 206 w 639"/>
                <a:gd name="T3" fmla="*/ 0 h 645"/>
                <a:gd name="T4" fmla="*/ 320 w 639"/>
                <a:gd name="T5" fmla="*/ 415 h 645"/>
                <a:gd name="T6" fmla="*/ 433 w 639"/>
                <a:gd name="T7" fmla="*/ 0 h 645"/>
                <a:gd name="T8" fmla="*/ 639 w 639"/>
                <a:gd name="T9" fmla="*/ 0 h 645"/>
                <a:gd name="T10" fmla="*/ 419 w 639"/>
                <a:gd name="T11" fmla="*/ 645 h 645"/>
                <a:gd name="T12" fmla="*/ 213 w 639"/>
                <a:gd name="T13" fmla="*/ 645 h 645"/>
                <a:gd name="T14" fmla="*/ 0 w 639"/>
                <a:gd name="T15" fmla="*/ 0 h 6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9" h="645">
                  <a:moveTo>
                    <a:pt x="0" y="0"/>
                  </a:moveTo>
                  <a:lnTo>
                    <a:pt x="206" y="0"/>
                  </a:lnTo>
                  <a:lnTo>
                    <a:pt x="320" y="415"/>
                  </a:lnTo>
                  <a:lnTo>
                    <a:pt x="433" y="0"/>
                  </a:lnTo>
                  <a:lnTo>
                    <a:pt x="639" y="0"/>
                  </a:lnTo>
                  <a:lnTo>
                    <a:pt x="419" y="645"/>
                  </a:lnTo>
                  <a:lnTo>
                    <a:pt x="213" y="645"/>
                  </a:lnTo>
                  <a:lnTo>
                    <a:pt x="0" y="0"/>
                  </a:lnTo>
                  <a:close/>
                </a:path>
              </a:pathLst>
            </a:custGeom>
            <a:solidFill>
              <a:srgbClr val="CC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14"/>
            <p:cNvSpPr>
              <a:spLocks/>
            </p:cNvSpPr>
            <p:nvPr/>
          </p:nvSpPr>
          <p:spPr bwMode="auto">
            <a:xfrm>
              <a:off x="279400" y="2781300"/>
              <a:ext cx="1295400" cy="1092200"/>
            </a:xfrm>
            <a:custGeom>
              <a:avLst/>
              <a:gdLst>
                <a:gd name="T0" fmla="*/ 4 w 115"/>
                <a:gd name="T1" fmla="*/ 42 h 96"/>
                <a:gd name="T2" fmla="*/ 0 w 115"/>
                <a:gd name="T3" fmla="*/ 33 h 96"/>
                <a:gd name="T4" fmla="*/ 4 w 115"/>
                <a:gd name="T5" fmla="*/ 23 h 96"/>
                <a:gd name="T6" fmla="*/ 22 w 115"/>
                <a:gd name="T7" fmla="*/ 4 h 96"/>
                <a:gd name="T8" fmla="*/ 32 w 115"/>
                <a:gd name="T9" fmla="*/ 0 h 96"/>
                <a:gd name="T10" fmla="*/ 42 w 115"/>
                <a:gd name="T11" fmla="*/ 4 h 96"/>
                <a:gd name="T12" fmla="*/ 58 w 115"/>
                <a:gd name="T13" fmla="*/ 20 h 96"/>
                <a:gd name="T14" fmla="*/ 73 w 115"/>
                <a:gd name="T15" fmla="*/ 4 h 96"/>
                <a:gd name="T16" fmla="*/ 83 w 115"/>
                <a:gd name="T17" fmla="*/ 0 h 96"/>
                <a:gd name="T18" fmla="*/ 93 w 115"/>
                <a:gd name="T19" fmla="*/ 4 h 96"/>
                <a:gd name="T20" fmla="*/ 111 w 115"/>
                <a:gd name="T21" fmla="*/ 23 h 96"/>
                <a:gd name="T22" fmla="*/ 115 w 115"/>
                <a:gd name="T23" fmla="*/ 33 h 96"/>
                <a:gd name="T24" fmla="*/ 111 w 115"/>
                <a:gd name="T25" fmla="*/ 42 h 96"/>
                <a:gd name="T26" fmla="*/ 58 w 115"/>
                <a:gd name="T27" fmla="*/ 96 h 96"/>
                <a:gd name="T28" fmla="*/ 57 w 115"/>
                <a:gd name="T29" fmla="*/ 96 h 96"/>
                <a:gd name="T30" fmla="*/ 4 w 115"/>
                <a:gd name="T31" fmla="*/ 4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 h="96">
                  <a:moveTo>
                    <a:pt x="4" y="42"/>
                  </a:moveTo>
                  <a:cubicBezTo>
                    <a:pt x="1" y="40"/>
                    <a:pt x="0" y="36"/>
                    <a:pt x="0" y="33"/>
                  </a:cubicBezTo>
                  <a:cubicBezTo>
                    <a:pt x="0" y="29"/>
                    <a:pt x="1" y="25"/>
                    <a:pt x="4" y="23"/>
                  </a:cubicBezTo>
                  <a:cubicBezTo>
                    <a:pt x="22" y="4"/>
                    <a:pt x="22" y="4"/>
                    <a:pt x="22" y="4"/>
                  </a:cubicBezTo>
                  <a:cubicBezTo>
                    <a:pt x="25" y="1"/>
                    <a:pt x="29" y="0"/>
                    <a:pt x="32" y="0"/>
                  </a:cubicBezTo>
                  <a:cubicBezTo>
                    <a:pt x="36" y="0"/>
                    <a:pt x="39" y="1"/>
                    <a:pt x="42" y="4"/>
                  </a:cubicBezTo>
                  <a:cubicBezTo>
                    <a:pt x="58" y="20"/>
                    <a:pt x="58" y="20"/>
                    <a:pt x="58" y="20"/>
                  </a:cubicBezTo>
                  <a:cubicBezTo>
                    <a:pt x="73" y="4"/>
                    <a:pt x="73" y="4"/>
                    <a:pt x="73" y="4"/>
                  </a:cubicBezTo>
                  <a:cubicBezTo>
                    <a:pt x="76" y="1"/>
                    <a:pt x="79" y="0"/>
                    <a:pt x="83" y="0"/>
                  </a:cubicBezTo>
                  <a:cubicBezTo>
                    <a:pt x="87" y="0"/>
                    <a:pt x="90" y="1"/>
                    <a:pt x="93" y="4"/>
                  </a:cubicBezTo>
                  <a:cubicBezTo>
                    <a:pt x="111" y="23"/>
                    <a:pt x="111" y="23"/>
                    <a:pt x="111" y="23"/>
                  </a:cubicBezTo>
                  <a:cubicBezTo>
                    <a:pt x="114" y="25"/>
                    <a:pt x="115" y="29"/>
                    <a:pt x="115" y="33"/>
                  </a:cubicBezTo>
                  <a:cubicBezTo>
                    <a:pt x="115" y="36"/>
                    <a:pt x="114" y="40"/>
                    <a:pt x="111" y="42"/>
                  </a:cubicBezTo>
                  <a:cubicBezTo>
                    <a:pt x="58" y="96"/>
                    <a:pt x="58" y="96"/>
                    <a:pt x="58" y="96"/>
                  </a:cubicBezTo>
                  <a:cubicBezTo>
                    <a:pt x="57" y="96"/>
                    <a:pt x="57" y="96"/>
                    <a:pt x="57" y="96"/>
                  </a:cubicBezTo>
                  <a:lnTo>
                    <a:pt x="4" y="42"/>
                  </a:lnTo>
                  <a:close/>
                </a:path>
              </a:pathLst>
            </a:custGeom>
            <a:solidFill>
              <a:srgbClr val="CC0000"/>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99987809"/>
      </p:ext>
    </p:extLst>
  </p:cSld>
  <p:clrMap bg1="lt1" tx1="dk1" bg2="lt2" tx2="dk2" accent1="accent1" accent2="accent2" accent3="accent3" accent4="accent4" accent5="accent5" accent6="accent6" hlink="hlink" folHlink="folHlink"/>
  <p:sldLayoutIdLst>
    <p:sldLayoutId id="2147483652" r:id="rId1"/>
    <p:sldLayoutId id="2147483650" r:id="rId2"/>
  </p:sldLayoutIdLst>
  <p:hf hdr="0" dt="0"/>
  <p:txStyles>
    <p:titleStyle>
      <a:lvl1pPr algn="l" defTabSz="457200" rtl="0" eaLnBrk="1" latinLnBrk="0" hangingPunct="1">
        <a:lnSpc>
          <a:spcPct val="90000"/>
        </a:lnSpc>
        <a:spcBef>
          <a:spcPct val="0"/>
        </a:spcBef>
        <a:buNone/>
        <a:defRPr sz="2600" b="1" kern="1200">
          <a:solidFill>
            <a:schemeClr val="tx1"/>
          </a:solidFill>
          <a:latin typeface="+mj-lt"/>
          <a:ea typeface="+mj-ea"/>
          <a:cs typeface="+mj-cs"/>
        </a:defRPr>
      </a:lvl1pPr>
    </p:titleStyle>
    <p:bodyStyle>
      <a:lvl1pPr marL="0" indent="0" algn="l" defTabSz="457200" rtl="0" eaLnBrk="1" latinLnBrk="0" hangingPunct="1">
        <a:spcBef>
          <a:spcPts val="1800"/>
        </a:spcBef>
        <a:buClr>
          <a:srgbClr val="37BAAB"/>
        </a:buClr>
        <a:buFont typeface="Arial"/>
        <a:buNone/>
        <a:defRPr sz="1800" b="1" kern="1200">
          <a:solidFill>
            <a:schemeClr val="tx1"/>
          </a:solidFill>
          <a:latin typeface="+mn-lt"/>
          <a:ea typeface="+mn-ea"/>
          <a:cs typeface="+mn-cs"/>
        </a:defRPr>
      </a:lvl1pPr>
      <a:lvl2pPr marL="228600" indent="-228600" algn="l" defTabSz="457200" rtl="0" eaLnBrk="1" latinLnBrk="0" hangingPunct="1">
        <a:spcBef>
          <a:spcPts val="1200"/>
        </a:spcBef>
        <a:buClr>
          <a:srgbClr val="37BAAB"/>
        </a:buClr>
        <a:buFont typeface="Arial"/>
        <a:buChar char="•"/>
        <a:defRPr sz="1800" kern="1200">
          <a:solidFill>
            <a:schemeClr val="tx1"/>
          </a:solidFill>
          <a:latin typeface="+mn-lt"/>
          <a:ea typeface="+mn-ea"/>
          <a:cs typeface="+mn-cs"/>
        </a:defRPr>
      </a:lvl2pPr>
      <a:lvl3pPr marL="548640" indent="-228600" algn="l" defTabSz="457200" rtl="0" eaLnBrk="1" latinLnBrk="0" hangingPunct="1">
        <a:spcBef>
          <a:spcPts val="600"/>
        </a:spcBef>
        <a:buClr>
          <a:srgbClr val="37BAAB"/>
        </a:buClr>
        <a:buFont typeface="Lucida Grande"/>
        <a:buChar char="–"/>
        <a:defRPr sz="1600" kern="1200">
          <a:solidFill>
            <a:schemeClr val="tx1">
              <a:lumMod val="75000"/>
              <a:lumOff val="25000"/>
            </a:schemeClr>
          </a:solidFill>
          <a:latin typeface="+mn-lt"/>
          <a:ea typeface="+mn-ea"/>
          <a:cs typeface="+mn-cs"/>
        </a:defRPr>
      </a:lvl3pPr>
      <a:lvl4pPr marL="914400" indent="-228600" algn="l" defTabSz="457200" rtl="0" eaLnBrk="1" latinLnBrk="0" hangingPunct="1">
        <a:spcBef>
          <a:spcPts val="600"/>
        </a:spcBef>
        <a:buClr>
          <a:srgbClr val="37BAAB"/>
        </a:buClr>
        <a:buFont typeface="Arial"/>
        <a:buChar char="•"/>
        <a:defRPr sz="1600" kern="1200">
          <a:solidFill>
            <a:schemeClr val="tx1">
              <a:lumMod val="75000"/>
              <a:lumOff val="25000"/>
            </a:schemeClr>
          </a:solidFill>
          <a:latin typeface="+mn-lt"/>
          <a:ea typeface="+mn-ea"/>
          <a:cs typeface="+mn-cs"/>
        </a:defRPr>
      </a:lvl4pPr>
      <a:lvl5pPr marL="1234440" indent="-182880" algn="l" defTabSz="457200" rtl="0" eaLnBrk="1" latinLnBrk="0" hangingPunct="1">
        <a:spcBef>
          <a:spcPts val="300"/>
        </a:spcBef>
        <a:buClr>
          <a:srgbClr val="37BAAB"/>
        </a:buClr>
        <a:buFont typeface="Arial"/>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5813DD5E-34CD-45FC-96E2-7D5A5D16BEBF}"/>
              </a:ext>
            </a:extLst>
          </p:cNvPr>
          <p:cNvGraphicFramePr>
            <a:graphicFrameLocks noChangeAspect="1"/>
          </p:cNvGraphicFramePr>
          <p:nvPr userDrawn="1">
            <p:custDataLst>
              <p:tags r:id="rId4"/>
            </p:custDataLst>
            <p:extLst>
              <p:ext uri="{D42A27DB-BD31-4B8C-83A1-F6EECF244321}">
                <p14:modId xmlns:p14="http://schemas.microsoft.com/office/powerpoint/2010/main" val="1619990163"/>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5" name="Object 4" hidden="1">
                        <a:extLst>
                          <a:ext uri="{FF2B5EF4-FFF2-40B4-BE49-F238E27FC236}">
                            <a16:creationId xmlns:a16="http://schemas.microsoft.com/office/drawing/2014/main" id="{5813DD5E-34CD-45FC-96E2-7D5A5D16BEBF}"/>
                          </a:ext>
                        </a:extLst>
                      </p:cNvPr>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57929" y="649224"/>
            <a:ext cx="9667726" cy="713232"/>
          </a:xfrm>
          <a:prstGeom prst="rect">
            <a:avLst/>
          </a:prstGeom>
        </p:spPr>
        <p:txBody>
          <a:bodyPr vert="horz" lIns="0" tIns="0" rIns="0" bIns="0" rtlCol="0" anchor="t" anchorCtr="0">
            <a:noAutofit/>
          </a:bodyPr>
          <a:lstStyle/>
          <a:p>
            <a:r>
              <a:rPr lang="en-US"/>
              <a:t>Click to edit master title</a:t>
            </a:r>
          </a:p>
        </p:txBody>
      </p:sp>
      <p:sp>
        <p:nvSpPr>
          <p:cNvPr id="3" name="Text Placeholder 2"/>
          <p:cNvSpPr>
            <a:spLocks noGrp="1"/>
          </p:cNvSpPr>
          <p:nvPr>
            <p:ph type="body" idx="1"/>
          </p:nvPr>
        </p:nvSpPr>
        <p:spPr bwMode="gray">
          <a:xfrm>
            <a:off x="557929" y="1773936"/>
            <a:ext cx="11048829" cy="3977640"/>
          </a:xfrm>
          <a:prstGeom prst="rect">
            <a:avLst/>
          </a:prstGeom>
        </p:spPr>
        <p:txBody>
          <a:bodyPr vert="horz" lIns="0" tIns="0" rIns="0" bIns="0" rtlCol="0">
            <a:noAutofit/>
          </a:bodyPr>
          <a:lstStyle/>
          <a:p>
            <a:pPr lvl="0"/>
            <a:r>
              <a:rPr lang="en-US"/>
              <a:t>Click to edit Master text styles</a:t>
            </a:r>
          </a:p>
          <a:p>
            <a:pPr lvl="1"/>
            <a:r>
              <a:rPr lang="en-US"/>
              <a:t>First-level bullet</a:t>
            </a:r>
          </a:p>
          <a:p>
            <a:pPr marL="342900" marR="0" lvl="2" indent="-171450" algn="l" defTabSz="457200" rtl="0" eaLnBrk="1" fontAlgn="auto" latinLnBrk="0" hangingPunct="1">
              <a:lnSpc>
                <a:spcPct val="100000"/>
              </a:lnSpc>
              <a:spcBef>
                <a:spcPts val="600"/>
              </a:spcBef>
              <a:spcAft>
                <a:spcPts val="0"/>
              </a:spcAft>
              <a:buClrTx/>
              <a:buSzTx/>
              <a:buFont typeface="Lucida Grande"/>
              <a:buChar char="–"/>
              <a:tabLst/>
              <a:defRPr/>
            </a:pPr>
            <a:r>
              <a:rPr lang="en-US"/>
              <a:t>Second-level bullet</a:t>
            </a:r>
          </a:p>
          <a:p>
            <a:pPr lvl="3"/>
            <a:r>
              <a:rPr lang="en-US"/>
              <a:t>Third-level bullet</a:t>
            </a:r>
          </a:p>
          <a:p>
            <a:pPr lvl="4"/>
            <a:r>
              <a:rPr lang="en-US"/>
              <a:t>Fourth-level bullet</a:t>
            </a:r>
          </a:p>
          <a:p>
            <a:pPr lvl="5"/>
            <a:r>
              <a:rPr lang="en-US"/>
              <a:t>Fifth-level bullet</a:t>
            </a:r>
          </a:p>
          <a:p>
            <a:pPr lvl="6"/>
            <a:r>
              <a:rPr lang="en-US"/>
              <a:t>Sixth-level bullet</a:t>
            </a:r>
          </a:p>
          <a:p>
            <a:pPr lvl="7"/>
            <a:r>
              <a:rPr lang="en-US"/>
              <a:t>Seventh-level bullet</a:t>
            </a:r>
          </a:p>
          <a:p>
            <a:pPr lvl="8"/>
            <a:r>
              <a:rPr lang="en-US"/>
              <a:t>Eighth-level bullet</a:t>
            </a:r>
          </a:p>
        </p:txBody>
      </p:sp>
      <p:sp>
        <p:nvSpPr>
          <p:cNvPr id="20" name="Content Placeholder 8"/>
          <p:cNvSpPr txBox="1">
            <a:spLocks/>
          </p:cNvSpPr>
          <p:nvPr userDrawn="1"/>
        </p:nvSpPr>
        <p:spPr>
          <a:xfrm>
            <a:off x="557930" y="6367487"/>
            <a:ext cx="352459" cy="228600"/>
          </a:xfrm>
          <a:prstGeom prst="rect">
            <a:avLst/>
          </a:prstGeom>
        </p:spPr>
        <p:txBody>
          <a:bodyPr lIns="0" rIns="0" anchor="ctr"/>
          <a:lstStyle>
            <a:lvl1pPr marL="0" indent="0" algn="l" defTabSz="914400" rtl="0" eaLnBrk="1" latinLnBrk="0" hangingPunct="1">
              <a:spcBef>
                <a:spcPts val="600"/>
              </a:spcBef>
              <a:spcAft>
                <a:spcPts val="0"/>
              </a:spcAft>
              <a:buClrTx/>
              <a:buFontTx/>
              <a:buNone/>
              <a:tabLst>
                <a:tab pos="1201738" algn="l"/>
              </a:tabLst>
              <a:defRPr sz="800" b="0" i="0" kern="1200">
                <a:solidFill>
                  <a:schemeClr val="tx2"/>
                </a:solidFill>
                <a:latin typeface="Open Sans"/>
                <a:ea typeface="+mn-ea"/>
                <a:cs typeface="Open Sans"/>
              </a:defRPr>
            </a:lvl1pPr>
            <a:lvl2pPr marL="200025"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2pPr>
            <a:lvl3pPr marL="398463" indent="-200025"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3pPr>
            <a:lvl4pPr marL="622300" indent="-200025" algn="l" defTabSz="914400" rtl="0" eaLnBrk="1" latinLnBrk="0" hangingPunct="1">
              <a:spcBef>
                <a:spcPts val="600"/>
              </a:spcBef>
              <a:spcAft>
                <a:spcPts val="0"/>
              </a:spcAft>
              <a:buClrTx/>
              <a:buFont typeface="Arial" pitchFamily="34" charset="0"/>
              <a:buChar char="•"/>
              <a:tabLst>
                <a:tab pos="1201738" algn="l"/>
              </a:tabLst>
              <a:defRPr sz="1600" b="0" i="0" kern="1200">
                <a:solidFill>
                  <a:schemeClr val="tx2"/>
                </a:solidFill>
                <a:latin typeface="Open Sans Light"/>
                <a:ea typeface="+mn-ea"/>
                <a:cs typeface="Open Sans Light"/>
              </a:defRPr>
            </a:lvl4pPr>
            <a:lvl5pPr marL="806450" indent="-182563" algn="l" defTabSz="914400" rtl="0" eaLnBrk="1" latinLnBrk="0" hangingPunct="1">
              <a:spcBef>
                <a:spcPts val="600"/>
              </a:spcBef>
              <a:spcAft>
                <a:spcPts val="0"/>
              </a:spcAft>
              <a:buClrTx/>
              <a:buFont typeface="Lucida Grande"/>
              <a:buChar char="−"/>
              <a:tabLst>
                <a:tab pos="1201738" algn="l"/>
              </a:tabLst>
              <a:defRPr sz="1600" b="0" i="0" kern="1200">
                <a:solidFill>
                  <a:schemeClr val="tx2"/>
                </a:solidFill>
                <a:latin typeface="Open Sans Light"/>
                <a:ea typeface="+mn-ea"/>
                <a:cs typeface="Open Sans Ligh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l"/>
            <a:fld id="{38743595-4496-5147-A886-7D133864DF76}" type="slidenum">
              <a:rPr lang="en-US" sz="1000" b="1" smtClean="0">
                <a:solidFill>
                  <a:schemeClr val="tx2"/>
                </a:solidFill>
                <a:latin typeface="+mn-lt"/>
                <a:ea typeface="Open Sans" panose="020B0606030504020204" pitchFamily="34" charset="0"/>
                <a:cs typeface="Arial" panose="020B0604020202020204" pitchFamily="34" charset="0"/>
              </a:rPr>
              <a:pPr algn="l"/>
              <a:t>‹#›</a:t>
            </a:fld>
            <a:endParaRPr lang="en-US" sz="1000" b="1">
              <a:solidFill>
                <a:schemeClr val="tx2"/>
              </a:solidFill>
              <a:latin typeface="+mn-lt"/>
              <a:ea typeface="Open Sans" panose="020B0606030504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22B9F1AC-7982-48A5-A9F4-F49F09D2E693}"/>
              </a:ext>
            </a:extLst>
          </p:cNvPr>
          <p:cNvSpPr txBox="1"/>
          <p:nvPr userDrawn="1"/>
        </p:nvSpPr>
        <p:spPr>
          <a:xfrm>
            <a:off x="859758" y="6425582"/>
            <a:ext cx="8048816" cy="123111"/>
          </a:xfrm>
          <a:prstGeom prst="rect">
            <a:avLst/>
          </a:prstGeom>
          <a:noFill/>
        </p:spPr>
        <p:txBody>
          <a:bodyPr wrap="square" lIns="0" tIns="0" rIns="0" bIns="0" rtlCol="0" anchor="b">
            <a:spAutoFit/>
          </a:bodyPr>
          <a:lstStyle/>
          <a:p>
            <a:r>
              <a:rPr lang="en-US" sz="800" b="0">
                <a:solidFill>
                  <a:schemeClr val="tx2"/>
                </a:solidFill>
              </a:rPr>
              <a:t>©2022 CVS </a:t>
            </a:r>
            <a:r>
              <a:rPr lang="en-US" sz="800" b="0">
                <a:solidFill>
                  <a:schemeClr val="tx2"/>
                </a:solidFill>
                <a:latin typeface="+mn-lt"/>
              </a:rPr>
              <a:t>Health</a:t>
            </a:r>
            <a:r>
              <a:rPr lang="en-US" sz="800" b="0">
                <a:solidFill>
                  <a:schemeClr val="tx2"/>
                </a:solidFill>
              </a:rPr>
              <a:t> and/or one of its affiliates. Confidential and proprietary.</a:t>
            </a:r>
          </a:p>
        </p:txBody>
      </p:sp>
      <p:pic>
        <p:nvPicPr>
          <p:cNvPr id="14" name="Graphic 13" descr="CVS Health logo">
            <a:extLst>
              <a:ext uri="{FF2B5EF4-FFF2-40B4-BE49-F238E27FC236}">
                <a16:creationId xmlns:a16="http://schemas.microsoft.com/office/drawing/2014/main" id="{227358BE-2134-5C4A-824D-B02F786DC512}"/>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353705" y="6373368"/>
            <a:ext cx="1274145" cy="155448"/>
          </a:xfrm>
          <a:prstGeom prst="rect">
            <a:avLst/>
          </a:prstGeom>
        </p:spPr>
      </p:pic>
    </p:spTree>
    <p:extLst>
      <p:ext uri="{BB962C8B-B14F-4D97-AF65-F5344CB8AC3E}">
        <p14:creationId xmlns:p14="http://schemas.microsoft.com/office/powerpoint/2010/main" val="1695679966"/>
      </p:ext>
    </p:extLst>
  </p:cSld>
  <p:clrMap bg1="lt1" tx1="dk1" bg2="lt2" tx2="dk2" accent1="accent1" accent2="accent2" accent3="accent3" accent4="accent4" accent5="accent5" accent6="accent6" hlink="hlink" folHlink="folHlink"/>
  <p:sldLayoutIdLst>
    <p:sldLayoutId id="2147483982" r:id="rId1"/>
    <p:sldLayoutId id="2147483893" r:id="rId2"/>
  </p:sldLayoutIdLst>
  <p:hf hdr="0" dt="0"/>
  <p:txStyles>
    <p:titleStyle>
      <a:lvl1pPr algn="l" defTabSz="4572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0" indent="0" algn="l" defTabSz="457200" rtl="0" eaLnBrk="1" latinLnBrk="0" hangingPunct="1">
        <a:lnSpc>
          <a:spcPct val="100000"/>
        </a:lnSpc>
        <a:spcBef>
          <a:spcPts val="1800"/>
        </a:spcBef>
        <a:buClrTx/>
        <a:buFont typeface="Arial"/>
        <a:buNone/>
        <a:defRPr sz="1500" b="0" kern="1200">
          <a:solidFill>
            <a:schemeClr val="tx2"/>
          </a:solidFill>
          <a:latin typeface="+mn-lt"/>
          <a:ea typeface="+mn-ea"/>
          <a:cs typeface="+mn-cs"/>
        </a:defRPr>
      </a:lvl1pPr>
      <a:lvl2pPr marL="171450" indent="-171450" algn="l" defTabSz="457200" rtl="0" eaLnBrk="1" latinLnBrk="0" hangingPunct="1">
        <a:lnSpc>
          <a:spcPct val="100000"/>
        </a:lnSpc>
        <a:spcBef>
          <a:spcPts val="1200"/>
        </a:spcBef>
        <a:buClrTx/>
        <a:buFont typeface="Arial"/>
        <a:buChar char="•"/>
        <a:defRPr sz="1500" kern="1200">
          <a:solidFill>
            <a:schemeClr val="tx2"/>
          </a:solidFill>
          <a:latin typeface="+mn-lt"/>
          <a:ea typeface="+mn-ea"/>
          <a:cs typeface="+mn-cs"/>
        </a:defRPr>
      </a:lvl2pPr>
      <a:lvl3pPr marL="171450" marR="0" indent="0" algn="l" defTabSz="457200" rtl="0" eaLnBrk="1" fontAlgn="auto" latinLnBrk="0" hangingPunct="1">
        <a:lnSpc>
          <a:spcPct val="100000"/>
        </a:lnSpc>
        <a:spcBef>
          <a:spcPts val="600"/>
        </a:spcBef>
        <a:spcAft>
          <a:spcPts val="0"/>
        </a:spcAft>
        <a:buClrTx/>
        <a:buSzTx/>
        <a:buFont typeface="Lucida Grande"/>
        <a:buNone/>
        <a:tabLst/>
        <a:defRPr sz="1500" kern="1200">
          <a:solidFill>
            <a:schemeClr val="tx2"/>
          </a:solidFill>
          <a:latin typeface="+mn-lt"/>
          <a:ea typeface="+mn-ea"/>
          <a:cs typeface="+mn-cs"/>
        </a:defRPr>
      </a:lvl3pPr>
      <a:lvl4pPr marL="514350" indent="-171450" algn="l" defTabSz="457200" rtl="0" eaLnBrk="1" latinLnBrk="0" hangingPunct="1">
        <a:lnSpc>
          <a:spcPct val="100000"/>
        </a:lnSpc>
        <a:spcBef>
          <a:spcPts val="600"/>
        </a:spcBef>
        <a:buClrTx/>
        <a:buFont typeface="Arial"/>
        <a:buChar char="•"/>
        <a:defRPr sz="1500" kern="1200">
          <a:solidFill>
            <a:schemeClr val="tx2"/>
          </a:solidFill>
          <a:latin typeface="+mn-lt"/>
          <a:ea typeface="+mn-ea"/>
          <a:cs typeface="+mn-cs"/>
        </a:defRPr>
      </a:lvl4pPr>
      <a:lvl5pPr marL="682625" indent="-168275" algn="l" defTabSz="457200" rtl="0" eaLnBrk="1" latinLnBrk="0" hangingPunct="1">
        <a:lnSpc>
          <a:spcPct val="100000"/>
        </a:lnSpc>
        <a:spcBef>
          <a:spcPts val="600"/>
        </a:spcBef>
        <a:buClrTx/>
        <a:buFont typeface="Arial" panose="020B0604020202020204" pitchFamily="34" charset="0"/>
        <a:buChar char="–"/>
        <a:defRPr sz="1500" kern="1200">
          <a:solidFill>
            <a:schemeClr val="tx2"/>
          </a:solidFill>
          <a:latin typeface="+mn-lt"/>
          <a:ea typeface="+mn-ea"/>
          <a:cs typeface="+mn-cs"/>
        </a:defRPr>
      </a:lvl5pPr>
      <a:lvl6pPr marL="857250" indent="-174625" algn="l" defTabSz="457200" rtl="0" eaLnBrk="1" latinLnBrk="0" hangingPunct="1">
        <a:lnSpc>
          <a:spcPct val="100000"/>
        </a:lnSpc>
        <a:spcBef>
          <a:spcPts val="600"/>
        </a:spcBef>
        <a:buFont typeface="Arial" panose="020B0604020202020204" pitchFamily="34" charset="0"/>
        <a:buChar char="•"/>
        <a:defRPr sz="1500" kern="1200" baseline="0">
          <a:solidFill>
            <a:schemeClr val="tx2"/>
          </a:solidFill>
          <a:latin typeface="+mn-lt"/>
          <a:ea typeface="+mn-ea"/>
          <a:cs typeface="+mn-cs"/>
        </a:defRPr>
      </a:lvl6pPr>
      <a:lvl7pPr marL="1030288" indent="-173038" algn="l" defTabSz="457200" rtl="0" eaLnBrk="1" latinLnBrk="0" hangingPunct="1">
        <a:lnSpc>
          <a:spcPct val="100000"/>
        </a:lnSpc>
        <a:spcBef>
          <a:spcPts val="600"/>
        </a:spcBef>
        <a:buFont typeface="Arial" panose="020B0604020202020204" pitchFamily="34" charset="0"/>
        <a:buChar char="–"/>
        <a:defRPr sz="1500" kern="1200" baseline="0">
          <a:solidFill>
            <a:schemeClr val="tx2"/>
          </a:solidFill>
          <a:latin typeface="+mn-lt"/>
          <a:ea typeface="+mn-ea"/>
          <a:cs typeface="+mn-cs"/>
        </a:defRPr>
      </a:lvl7pPr>
      <a:lvl8pPr marL="1203325" indent="-173038" algn="l" defTabSz="457200" rtl="0" eaLnBrk="1" latinLnBrk="0" hangingPunct="1">
        <a:lnSpc>
          <a:spcPct val="100000"/>
        </a:lnSpc>
        <a:spcBef>
          <a:spcPts val="600"/>
        </a:spcBef>
        <a:buFont typeface="Arial"/>
        <a:buChar char="•"/>
        <a:defRPr sz="1500" kern="1200" baseline="0">
          <a:solidFill>
            <a:schemeClr val="tx2"/>
          </a:solidFill>
          <a:latin typeface="+mn-lt"/>
          <a:ea typeface="+mn-ea"/>
          <a:cs typeface="+mn-cs"/>
        </a:defRPr>
      </a:lvl8pPr>
      <a:lvl9pPr marL="1377950" indent="-174625" algn="l" defTabSz="457200" rtl="0" eaLnBrk="1" latinLnBrk="0" hangingPunct="1">
        <a:lnSpc>
          <a:spcPct val="100000"/>
        </a:lnSpc>
        <a:spcBef>
          <a:spcPts val="600"/>
        </a:spcBef>
        <a:buFont typeface="Arial" panose="020B0604020202020204" pitchFamily="34" charset="0"/>
        <a:buChar char="–"/>
        <a:defRPr sz="1500" kern="1200" baseline="0">
          <a:solidFill>
            <a:schemeClr val="tx2"/>
          </a:solidFill>
          <a:latin typeface="+mn-lt"/>
          <a:ea typeface="+mn-ea"/>
          <a:cs typeface="+mn-cs"/>
        </a:defRPr>
      </a:lvl9pPr>
    </p:bodyStyle>
    <p:otherStyle>
      <a:defPPr>
        <a:defRPr lang="en-US"/>
      </a:defPPr>
      <a:lvl1pPr marL="0" algn="l" defTabSz="457200" rtl="0" eaLnBrk="1" fontAlgn="ctr" latinLnBrk="0" hangingPunct="1">
        <a:defRPr sz="1500" kern="1500">
          <a:solidFill>
            <a:schemeClr val="tx1"/>
          </a:solidFill>
          <a:latin typeface="+mn-lt"/>
          <a:ea typeface="+mn-ea"/>
          <a:cs typeface="+mn-cs"/>
        </a:defRPr>
      </a:lvl1pPr>
      <a:lvl2pPr marL="0" algn="r" defTabSz="457200" rtl="0" eaLnBrk="1" fontAlgn="ctr" latinLnBrk="0" hangingPunct="1">
        <a:defRPr sz="1500" kern="1500">
          <a:solidFill>
            <a:schemeClr val="tx1"/>
          </a:solidFill>
          <a:latin typeface="+mn-lt"/>
          <a:ea typeface="+mn-ea"/>
          <a:cs typeface="+mn-cs"/>
        </a:defRPr>
      </a:lvl2pPr>
      <a:lvl3pPr marL="0" algn="ctr" defTabSz="457200" rtl="0" eaLnBrk="1" fontAlgn="ctr" latinLnBrk="0" hangingPunct="1">
        <a:defRPr sz="1500" kern="1500">
          <a:solidFill>
            <a:schemeClr val="tx1"/>
          </a:solidFill>
          <a:latin typeface="+mn-lt"/>
          <a:ea typeface="+mn-ea"/>
          <a:cs typeface="+mn-cs"/>
        </a:defRPr>
      </a:lvl3pPr>
      <a:lvl4pPr marL="0" algn="l" defTabSz="457200" rtl="0" eaLnBrk="1" fontAlgn="ctr" latinLnBrk="0" hangingPunct="1">
        <a:defRPr sz="1500" kern="1500">
          <a:solidFill>
            <a:schemeClr val="tx1"/>
          </a:solidFill>
          <a:latin typeface="+mn-lt"/>
          <a:ea typeface="+mn-ea"/>
          <a:cs typeface="+mn-cs"/>
        </a:defRPr>
      </a:lvl4pPr>
      <a:lvl5pPr marL="0" algn="r" defTabSz="457200" rtl="0" eaLnBrk="1" fontAlgn="ctr" latinLnBrk="0" hangingPunct="1">
        <a:defRPr sz="1500" kern="1500">
          <a:solidFill>
            <a:schemeClr val="tx1"/>
          </a:solidFill>
          <a:latin typeface="+mn-lt"/>
          <a:ea typeface="+mn-ea"/>
          <a:cs typeface="+mn-cs"/>
        </a:defRPr>
      </a:lvl5pPr>
      <a:lvl6pPr marL="0" algn="ctr" defTabSz="457200" rtl="0" eaLnBrk="1" fontAlgn="ctr" latinLnBrk="0" hangingPunct="1">
        <a:defRPr sz="1500" kern="1500">
          <a:solidFill>
            <a:schemeClr val="tx1"/>
          </a:solidFill>
          <a:latin typeface="+mn-lt"/>
          <a:ea typeface="+mn-ea"/>
          <a:cs typeface="+mn-cs"/>
        </a:defRPr>
      </a:lvl6pPr>
      <a:lvl7pPr marL="0" algn="l" defTabSz="457200" rtl="0" eaLnBrk="1" fontAlgn="ctr" latinLnBrk="0" hangingPunct="1">
        <a:defRPr sz="1500" kern="1500">
          <a:solidFill>
            <a:schemeClr val="tx1"/>
          </a:solidFill>
          <a:latin typeface="+mn-lt"/>
          <a:ea typeface="+mn-ea"/>
          <a:cs typeface="+mn-cs"/>
        </a:defRPr>
      </a:lvl7pPr>
      <a:lvl8pPr marL="0" algn="r" defTabSz="457200" rtl="0" eaLnBrk="1" fontAlgn="ctr" latinLnBrk="0" hangingPunct="1">
        <a:defRPr sz="1500" kern="1500">
          <a:solidFill>
            <a:schemeClr val="tx1"/>
          </a:solidFill>
          <a:latin typeface="+mn-lt"/>
          <a:ea typeface="+mn-ea"/>
          <a:cs typeface="+mn-cs"/>
        </a:defRPr>
      </a:lvl8pPr>
      <a:lvl9pPr marL="0" algn="ctr" defTabSz="457200" rtl="0" eaLnBrk="1" fontAlgn="ctr" latinLnBrk="0" hangingPunct="1">
        <a:defRPr sz="1500" kern="1500">
          <a:solidFill>
            <a:schemeClr val="tx1"/>
          </a:solidFill>
          <a:latin typeface="+mn-lt"/>
          <a:ea typeface="+mn-ea"/>
          <a:cs typeface="+mn-cs"/>
        </a:defRPr>
      </a:lvl9pPr>
    </p:otherStyle>
  </p:txStyles>
  <p:extLst>
    <p:ext uri="{27BBF7A9-308A-43DC-89C8-2F10F3537804}">
      <p15:sldGuideLst xmlns:p15="http://schemas.microsoft.com/office/powerpoint/2012/main">
        <p15:guide id="1" pos="359" userDrawn="1">
          <p15:clr>
            <a:srgbClr val="F26B43"/>
          </p15:clr>
        </p15:guide>
        <p15:guide id="2" pos="7321" userDrawn="1">
          <p15:clr>
            <a:srgbClr val="F26B43"/>
          </p15:clr>
        </p15:guide>
        <p15:guide id="3" orient="horz" pos="432" userDrawn="1">
          <p15:clr>
            <a:srgbClr val="F26B43"/>
          </p15:clr>
        </p15:guide>
        <p15:guide id="4" orient="horz" pos="4112" userDrawn="1">
          <p15:clr>
            <a:srgbClr val="F26B43"/>
          </p15:clr>
        </p15:guide>
        <p15:guide id="5" orient="horz" pos="1116" userDrawn="1">
          <p15:clr>
            <a:srgbClr val="F26B43"/>
          </p15:clr>
        </p15:guide>
        <p15:guide id="6" orient="horz" pos="36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86.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2.xml"/><Relationship Id="rId1" Type="http://schemas.openxmlformats.org/officeDocument/2006/relationships/tags" Target="../tags/tag16.xml"/><Relationship Id="rId6" Type="http://schemas.openxmlformats.org/officeDocument/2006/relationships/image" Target="../media/image15.png"/><Relationship Id="rId5" Type="http://schemas.openxmlformats.org/officeDocument/2006/relationships/image" Target="../media/image1.emf"/><Relationship Id="rId4" Type="http://schemas.openxmlformats.org/officeDocument/2006/relationships/oleObject" Target="../embeddings/oleObject12.bin"/></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3.xml"/><Relationship Id="rId7" Type="http://schemas.openxmlformats.org/officeDocument/2006/relationships/image" Target="../media/image16.png"/><Relationship Id="rId2" Type="http://schemas.openxmlformats.org/officeDocument/2006/relationships/slideLayout" Target="../slideLayouts/slideLayout39.xml"/><Relationship Id="rId1" Type="http://schemas.openxmlformats.org/officeDocument/2006/relationships/tags" Target="../tags/tag17.xml"/><Relationship Id="rId6" Type="http://schemas.openxmlformats.org/officeDocument/2006/relationships/hyperlink" Target="https://rally1.rallydev.com/#/266208983928d/portfolioitemstreegrid?detail=/portfolioitem/epic/618699962841" TargetMode="External"/><Relationship Id="rId5" Type="http://schemas.openxmlformats.org/officeDocument/2006/relationships/image" Target="../media/image1.emf"/><Relationship Id="rId4" Type="http://schemas.openxmlformats.org/officeDocument/2006/relationships/oleObject" Target="../embeddings/oleObject13.bin"/><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oleObject" Target="../embeddings/oleObject14.bin"/><Relationship Id="rId7" Type="http://schemas.openxmlformats.org/officeDocument/2006/relationships/image" Target="cid:image002.png@01D9109D.68CD3890" TargetMode="External"/><Relationship Id="rId2" Type="http://schemas.openxmlformats.org/officeDocument/2006/relationships/slideLayout" Target="../slideLayouts/slideLayout39.xml"/><Relationship Id="rId1" Type="http://schemas.openxmlformats.org/officeDocument/2006/relationships/tags" Target="../tags/tag18.xml"/><Relationship Id="rId6" Type="http://schemas.openxmlformats.org/officeDocument/2006/relationships/image" Target="../media/image19.png"/><Relationship Id="rId11" Type="http://schemas.openxmlformats.org/officeDocument/2006/relationships/image" Target="cid:image003.png@01D9109D.68CD3890" TargetMode="External"/><Relationship Id="rId5" Type="http://schemas.openxmlformats.org/officeDocument/2006/relationships/hyperlink" Target="https://rally1.rallydev.com/#/345788988880ud/dashboard?detail=%2Fportfolioitem%2Fepic%2F646686907937" TargetMode="External"/><Relationship Id="rId10" Type="http://schemas.openxmlformats.org/officeDocument/2006/relationships/image" Target="../media/image21.png"/><Relationship Id="rId4" Type="http://schemas.openxmlformats.org/officeDocument/2006/relationships/image" Target="../media/image1.emf"/><Relationship Id="rId9" Type="http://schemas.openxmlformats.org/officeDocument/2006/relationships/image" Target="cid:image004.png@01D9109D.68CD3890" TargetMode="Externa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hyperlink" Target="https://rally1.rallydev.com/#/266208983928d/portfolioitemstreegrid?detail=/portfolioitem/epic/414023276660" TargetMode="External"/><Relationship Id="rId2" Type="http://schemas.openxmlformats.org/officeDocument/2006/relationships/slideLayout" Target="../slideLayouts/slideLayout39.xml"/><Relationship Id="rId1" Type="http://schemas.openxmlformats.org/officeDocument/2006/relationships/tags" Target="../tags/tag1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emf"/></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oleObject" Target="../embeddings/oleObject14.bin"/><Relationship Id="rId7" Type="http://schemas.openxmlformats.org/officeDocument/2006/relationships/image" Target="../media/image25.png"/><Relationship Id="rId2" Type="http://schemas.openxmlformats.org/officeDocument/2006/relationships/slideLayout" Target="../slideLayouts/slideLayout39.xml"/><Relationship Id="rId1" Type="http://schemas.openxmlformats.org/officeDocument/2006/relationships/tags" Target="../tags/tag20.xml"/><Relationship Id="rId6" Type="http://schemas.openxmlformats.org/officeDocument/2006/relationships/image" Target="../media/image24.png"/><Relationship Id="rId5" Type="http://schemas.openxmlformats.org/officeDocument/2006/relationships/hyperlink" Target="https://rally1.rallydev.com/" TargetMode="Externa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oleObject" Target="../embeddings/oleObject14.bin"/><Relationship Id="rId7" Type="http://schemas.openxmlformats.org/officeDocument/2006/relationships/image" Target="../media/image28.png"/><Relationship Id="rId2" Type="http://schemas.openxmlformats.org/officeDocument/2006/relationships/slideLayout" Target="../slideLayouts/slideLayout39.xml"/><Relationship Id="rId1" Type="http://schemas.openxmlformats.org/officeDocument/2006/relationships/tags" Target="../tags/tag21.xml"/><Relationship Id="rId6" Type="http://schemas.openxmlformats.org/officeDocument/2006/relationships/image" Target="../media/image27.png"/><Relationship Id="rId5" Type="http://schemas.openxmlformats.org/officeDocument/2006/relationships/hyperlink" Target="https://rally1.rallydev.com/#/266208983928d/portfolioitemstreegrid?detail=/portfolioitem/epic/618699962841" TargetMode="External"/><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oleObject" Target="../embeddings/oleObject15.bin"/><Relationship Id="rId7" Type="http://schemas.openxmlformats.org/officeDocument/2006/relationships/image" Target="../media/image31.png"/><Relationship Id="rId2" Type="http://schemas.openxmlformats.org/officeDocument/2006/relationships/slideLayout" Target="../slideLayouts/slideLayout39.xml"/><Relationship Id="rId1" Type="http://schemas.openxmlformats.org/officeDocument/2006/relationships/tags" Target="../tags/tag22.xml"/><Relationship Id="rId6" Type="http://schemas.openxmlformats.org/officeDocument/2006/relationships/image" Target="../media/image30.png"/><Relationship Id="rId5" Type="http://schemas.openxmlformats.org/officeDocument/2006/relationships/hyperlink" Target="https://aetnao365.sharepoint.com/:v:/r/sites/End-to-EndExperienceDesignSquad/Shared%20Documents/General/Videos/VIDEO%20-%20Onboarding%20Wizard.mp4?csf=1&amp;web=1&amp;e=gHL2NP" TargetMode="External"/><Relationship Id="rId10" Type="http://schemas.openxmlformats.org/officeDocument/2006/relationships/image" Target="../media/image34.png"/><Relationship Id="rId4" Type="http://schemas.openxmlformats.org/officeDocument/2006/relationships/image" Target="../media/image1.emf"/><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26.xml"/><Relationship Id="rId1" Type="http://schemas.openxmlformats.org/officeDocument/2006/relationships/tags" Target="../tags/tag2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39.png"/><Relationship Id="rId2" Type="http://schemas.openxmlformats.org/officeDocument/2006/relationships/slideLayout" Target="../slideLayouts/slideLayout226.xml"/><Relationship Id="rId1" Type="http://schemas.openxmlformats.org/officeDocument/2006/relationships/tags" Target="../tags/tag2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1.emf"/></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chart" Target="../charts/chart1.xml"/><Relationship Id="rId3" Type="http://schemas.openxmlformats.org/officeDocument/2006/relationships/oleObject" Target="../embeddings/oleObject18.bin"/><Relationship Id="rId7" Type="http://schemas.openxmlformats.org/officeDocument/2006/relationships/hyperlink" Target="https://rally1.rallydev.com/#/266208983928d/portfolioitemstreegrid?detail=/portfolioitem/epic/618699962841" TargetMode="External"/><Relationship Id="rId12" Type="http://schemas.openxmlformats.org/officeDocument/2006/relationships/hyperlink" Target="https://pixabay.com/ko/%EC%A4%91%EB%8B%A8-%EC%82%AD%EC%A0%9C-%EC%97%86%EC%9D%8C-%EC%B7%A8%EC%86%8C-%EC%9E%A0%EA%B8%88-%EC%B0%A8%EB%8B%A8-%EA%B8%88%EC%A7%80-%EA%B1%B0%EB%B6%80-%EC%95%84%EC%9D%B4%EC%BD%98-146096/" TargetMode="External"/><Relationship Id="rId2" Type="http://schemas.openxmlformats.org/officeDocument/2006/relationships/slideLayout" Target="../slideLayouts/slideLayout39.xml"/><Relationship Id="rId1" Type="http://schemas.openxmlformats.org/officeDocument/2006/relationships/tags" Target="../tags/tag25.xml"/><Relationship Id="rId6" Type="http://schemas.openxmlformats.org/officeDocument/2006/relationships/hyperlink" Target="https://rally1.rallydev.com/#/266208983928d/portfolioitemstreegrid?detail=/portfolioitem/epic/606006776957" TargetMode="External"/><Relationship Id="rId11" Type="http://schemas.openxmlformats.org/officeDocument/2006/relationships/image" Target="../media/image43.png"/><Relationship Id="rId5" Type="http://schemas.openxmlformats.org/officeDocument/2006/relationships/image" Target="../media/image40.png"/><Relationship Id="rId10" Type="http://schemas.openxmlformats.org/officeDocument/2006/relationships/hyperlink" Target="https://svgsilh.com/4caf50/image/40143.html" TargetMode="External"/><Relationship Id="rId4" Type="http://schemas.openxmlformats.org/officeDocument/2006/relationships/image" Target="../media/image1.emf"/><Relationship Id="rId9" Type="http://schemas.openxmlformats.org/officeDocument/2006/relationships/image" Target="../media/image42.svg"/><Relationship Id="rId14" Type="http://schemas.openxmlformats.org/officeDocument/2006/relationships/image" Target="../media/image44.png"/></Relationships>
</file>

<file path=ppt/slides/_rels/slide12.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4.xml"/><Relationship Id="rId7" Type="http://schemas.openxmlformats.org/officeDocument/2006/relationships/image" Target="../media/image1.emf"/><Relationship Id="rId2" Type="http://schemas.openxmlformats.org/officeDocument/2006/relationships/slideLayout" Target="../slideLayouts/slideLayout39.xml"/><Relationship Id="rId1" Type="http://schemas.openxmlformats.org/officeDocument/2006/relationships/tags" Target="../tags/tag26.xml"/><Relationship Id="rId6" Type="http://schemas.openxmlformats.org/officeDocument/2006/relationships/oleObject" Target="../embeddings/oleObject14.bin"/><Relationship Id="rId5" Type="http://schemas.openxmlformats.org/officeDocument/2006/relationships/hyperlink" Target="https://rally1.rallydev.com/#/?detail=/portfolioitem/epic/641041007907&amp;fdp=true" TargetMode="External"/><Relationship Id="rId4" Type="http://schemas.openxmlformats.org/officeDocument/2006/relationships/hyperlink" Target="https://rally1.rallydev.com/#/266208983928d/portfolioitemstreegrid?detail=/portfolioitem/epic/618699962841" TargetMode="Externa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47.png"/><Relationship Id="rId2" Type="http://schemas.openxmlformats.org/officeDocument/2006/relationships/slideLayout" Target="../slideLayouts/slideLayout39.xml"/><Relationship Id="rId1" Type="http://schemas.openxmlformats.org/officeDocument/2006/relationships/tags" Target="../tags/tag27.xml"/><Relationship Id="rId6" Type="http://schemas.openxmlformats.org/officeDocument/2006/relationships/image" Target="../media/image46.png"/><Relationship Id="rId5" Type="http://schemas.openxmlformats.org/officeDocument/2006/relationships/hyperlink" Target="https://rally1.rallydev.com/#/266208983928d/portfolioitemstreegrid?detail=/portfolioitem/epic/457043639904" TargetMode="External"/><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oleObject" Target="../embeddings/oleObject14.bin"/><Relationship Id="rId7" Type="http://schemas.openxmlformats.org/officeDocument/2006/relationships/image" Target="../media/image49.png"/><Relationship Id="rId2" Type="http://schemas.openxmlformats.org/officeDocument/2006/relationships/slideLayout" Target="../slideLayouts/slideLayout39.xml"/><Relationship Id="rId1" Type="http://schemas.openxmlformats.org/officeDocument/2006/relationships/tags" Target="../tags/tag28.xml"/><Relationship Id="rId6" Type="http://schemas.openxmlformats.org/officeDocument/2006/relationships/image" Target="../media/image48.png"/><Relationship Id="rId5" Type="http://schemas.openxmlformats.org/officeDocument/2006/relationships/hyperlink" Target="https://rally1.rallydev.com/#/266208983928d/portfolioitemstreegrid?detail=/portfolioitem/epic/457043639904" TargetMode="External"/><Relationship Id="rId4" Type="http://schemas.openxmlformats.org/officeDocument/2006/relationships/image" Target="../media/image1.emf"/><Relationship Id="rId9"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9.xml"/><Relationship Id="rId1" Type="http://schemas.openxmlformats.org/officeDocument/2006/relationships/tags" Target="../tags/tag29.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56.jpeg"/><Relationship Id="rId2" Type="http://schemas.openxmlformats.org/officeDocument/2006/relationships/slideLayout" Target="../slideLayouts/slideLayout39.xml"/><Relationship Id="rId1" Type="http://schemas.openxmlformats.org/officeDocument/2006/relationships/tags" Target="../tags/tag30.xml"/><Relationship Id="rId6" Type="http://schemas.openxmlformats.org/officeDocument/2006/relationships/image" Target="../media/image55.jpeg"/><Relationship Id="rId5" Type="http://schemas.openxmlformats.org/officeDocument/2006/relationships/image" Target="../media/image54.jpeg"/><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2.xml"/><Relationship Id="rId1" Type="http://schemas.openxmlformats.org/officeDocument/2006/relationships/tags" Target="../tags/tag31.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2.xml"/><Relationship Id="rId1" Type="http://schemas.openxmlformats.org/officeDocument/2006/relationships/tags" Target="../tags/tag32.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2.xml"/><Relationship Id="rId1" Type="http://schemas.openxmlformats.org/officeDocument/2006/relationships/tags" Target="../tags/tag33.xml"/><Relationship Id="rId6" Type="http://schemas.openxmlformats.org/officeDocument/2006/relationships/hyperlink" Target="https://rally1.rallydev.com/#/?detail=/portfolioitem/epic/664092240441&amp;fdp=true" TargetMode="Externa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1.xml.rels><?xml version="1.0" encoding="UTF-8" standalone="yes"?>
<Relationships xmlns="http://schemas.openxmlformats.org/package/2006/relationships"><Relationship Id="rId8" Type="http://schemas.openxmlformats.org/officeDocument/2006/relationships/hyperlink" Target="https://rally1.rallydev.com/#/623238836287d/portfolioitemstreegrid?detail=/portfolioitem/epic/414023276660" TargetMode="External"/><Relationship Id="rId3" Type="http://schemas.openxmlformats.org/officeDocument/2006/relationships/notesSlide" Target="../notesSlides/notesSlide8.xml"/><Relationship Id="rId7" Type="http://schemas.openxmlformats.org/officeDocument/2006/relationships/hyperlink" Target="https://rally1.rallydev.com/#/623238836287d/portfolioitemstreegrid?detail=/portfolioitem/epic/675229790891" TargetMode="External"/><Relationship Id="rId2" Type="http://schemas.openxmlformats.org/officeDocument/2006/relationships/slideLayout" Target="../slideLayouts/slideLayout32.xml"/><Relationship Id="rId1" Type="http://schemas.openxmlformats.org/officeDocument/2006/relationships/tags" Target="../tags/tag34.xml"/><Relationship Id="rId6" Type="http://schemas.openxmlformats.org/officeDocument/2006/relationships/hyperlink" Target="https://rally1.rallydev.com/#/623238836287d/portfolioitemstreegrid?detail=/portfolioitem/epic/672936187679" TargetMode="Externa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2.xml.rels><?xml version="1.0" encoding="UTF-8" standalone="yes"?>
<Relationships xmlns="http://schemas.openxmlformats.org/package/2006/relationships"><Relationship Id="rId8" Type="http://schemas.openxmlformats.org/officeDocument/2006/relationships/hyperlink" Target="https://rally1.rallydev.com/#/623241061773d/detail/portfolioitem/feature/675651025449" TargetMode="External"/><Relationship Id="rId3" Type="http://schemas.openxmlformats.org/officeDocument/2006/relationships/notesSlide" Target="../notesSlides/notesSlide9.xml"/><Relationship Id="rId7" Type="http://schemas.openxmlformats.org/officeDocument/2006/relationships/hyperlink" Target="https://rally1.rallydev.com/#/623238836287d/portfolioitemstreegrid?detail=/portfolioitem/epic/424232679812" TargetMode="External"/><Relationship Id="rId2" Type="http://schemas.openxmlformats.org/officeDocument/2006/relationships/slideLayout" Target="../slideLayouts/slideLayout32.xml"/><Relationship Id="rId1" Type="http://schemas.openxmlformats.org/officeDocument/2006/relationships/tags" Target="../tags/tag35.xml"/><Relationship Id="rId6" Type="http://schemas.openxmlformats.org/officeDocument/2006/relationships/hyperlink" Target="https://rally1.rallydev.com/#/623241055847d/detail/portfolioitem/feature/623719315065" TargetMode="External"/><Relationship Id="rId5" Type="http://schemas.openxmlformats.org/officeDocument/2006/relationships/image" Target="../media/image1.emf"/><Relationship Id="rId10" Type="http://schemas.openxmlformats.org/officeDocument/2006/relationships/hyperlink" Target="https://rally1.rallydev.com/#/675836693117d/portfolioitemstreegrid?detail=/portfolioitem/epic/640354343957" TargetMode="External"/><Relationship Id="rId4" Type="http://schemas.openxmlformats.org/officeDocument/2006/relationships/oleObject" Target="../embeddings/oleObject19.bin"/><Relationship Id="rId9" Type="http://schemas.openxmlformats.org/officeDocument/2006/relationships/hyperlink" Target="https://rally1.rallydev.com/#/623241061773d/detail/portfolioitem/feature/632193362499" TargetMode="Externa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hyperlink" Target="https://rally1.rallydev.com/#/623241061773d/detail/portfolioitem/feature/647099779063" TargetMode="External"/><Relationship Id="rId2" Type="http://schemas.openxmlformats.org/officeDocument/2006/relationships/slideLayout" Target="../slideLayouts/slideLayout32.xml"/><Relationship Id="rId1" Type="http://schemas.openxmlformats.org/officeDocument/2006/relationships/tags" Target="../tags/tag36.xml"/><Relationship Id="rId6" Type="http://schemas.openxmlformats.org/officeDocument/2006/relationships/hyperlink" Target="https://rally1.rallydev.com/#/623241061773d/detail/portfolioitem/feature/672625061945" TargetMode="Externa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2.xml"/><Relationship Id="rId1" Type="http://schemas.openxmlformats.org/officeDocument/2006/relationships/tags" Target="../tags/tag37.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2.xml"/><Relationship Id="rId1" Type="http://schemas.openxmlformats.org/officeDocument/2006/relationships/tags" Target="../tags/tag38.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6.xml.rels><?xml version="1.0" encoding="UTF-8" standalone="yes"?>
<Relationships xmlns="http://schemas.openxmlformats.org/package/2006/relationships"><Relationship Id="rId8" Type="http://schemas.openxmlformats.org/officeDocument/2006/relationships/hyperlink" Target="https://rally1.rallydev.com/#/?detail=/portfolioitem/epic/675061994765&amp;fdp=true" TargetMode="External"/><Relationship Id="rId3" Type="http://schemas.openxmlformats.org/officeDocument/2006/relationships/notesSlide" Target="../notesSlides/notesSlide13.xml"/><Relationship Id="rId7" Type="http://schemas.openxmlformats.org/officeDocument/2006/relationships/hyperlink" Target="https://rally1.rallydev.com/#/?detail=/portfolioitem/epic/672240104785&amp;fdp=true" TargetMode="External"/><Relationship Id="rId2" Type="http://schemas.openxmlformats.org/officeDocument/2006/relationships/slideLayout" Target="../slideLayouts/slideLayout32.xml"/><Relationship Id="rId1" Type="http://schemas.openxmlformats.org/officeDocument/2006/relationships/tags" Target="../tags/tag39.xml"/><Relationship Id="rId6" Type="http://schemas.openxmlformats.org/officeDocument/2006/relationships/hyperlink" Target="https://rally1.rallydev.com/#/?detail=/portfolioitem/epic/638610926309&amp;fdp=true" TargetMode="External"/><Relationship Id="rId5" Type="http://schemas.openxmlformats.org/officeDocument/2006/relationships/image" Target="../media/image1.emf"/><Relationship Id="rId4" Type="http://schemas.openxmlformats.org/officeDocument/2006/relationships/oleObject" Target="../embeddings/oleObject19.bin"/><Relationship Id="rId9" Type="http://schemas.openxmlformats.org/officeDocument/2006/relationships/hyperlink" Target="https://rally1.rallydev.com/#/266208983928d/portfolioitemstreegrid?view=4d6e1a18-5d4a-41bd-b447-594eae871562&amp;detail=/portfolioitem/epic/641473844425"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2.xml"/><Relationship Id="rId1" Type="http://schemas.openxmlformats.org/officeDocument/2006/relationships/tags" Target="../tags/tag40.xml"/><Relationship Id="rId5" Type="http://schemas.openxmlformats.org/officeDocument/2006/relationships/image" Target="../media/image1.emf"/><Relationship Id="rId4" Type="http://schemas.openxmlformats.org/officeDocument/2006/relationships/oleObject" Target="../embeddings/oleObject1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33635983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6" name="Object 5"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E0BF561-7AB4-4D13-8916-30D3192A3CF6}"/>
              </a:ext>
            </a:extLst>
          </p:cNvPr>
          <p:cNvSpPr>
            <a:spLocks noGrp="1"/>
          </p:cNvSpPr>
          <p:nvPr>
            <p:ph type="ctrTitle"/>
          </p:nvPr>
        </p:nvSpPr>
        <p:spPr>
          <a:xfrm>
            <a:off x="609600" y="4108045"/>
            <a:ext cx="6173096" cy="553998"/>
          </a:xfrm>
        </p:spPr>
        <p:txBody>
          <a:bodyPr vert="horz"/>
          <a:lstStyle/>
          <a:p>
            <a:r>
              <a:rPr lang="en-US" sz="3600">
                <a:latin typeface="CVS Health Sans"/>
              </a:rPr>
              <a:t>Digital Retail Rx</a:t>
            </a:r>
            <a:br>
              <a:rPr lang="en-US" sz="3600">
                <a:latin typeface="CVS Health Sans" panose="020B0504020202020204" pitchFamily="34" charset="0"/>
              </a:rPr>
            </a:br>
            <a:r>
              <a:rPr lang="en-US" sz="2400">
                <a:latin typeface="CVS Health Sans"/>
              </a:rPr>
              <a:t>PI4 Solution Demo and PI1 Candidate Review</a:t>
            </a:r>
            <a:br>
              <a:rPr lang="en-US" sz="3600">
                <a:latin typeface="CVS Health Sans" panose="020B0504020202020204" pitchFamily="34" charset="0"/>
              </a:rPr>
            </a:br>
            <a:br>
              <a:rPr lang="en-US" sz="2400">
                <a:latin typeface="CVS Health Sans" panose="020B0504020202020204" pitchFamily="34" charset="0"/>
              </a:rPr>
            </a:br>
            <a:br>
              <a:rPr lang="en-US" sz="2400">
                <a:latin typeface="CVS Health Sans" panose="020B0504020202020204" pitchFamily="34" charset="0"/>
              </a:rPr>
            </a:br>
            <a:r>
              <a:rPr lang="en-US" sz="1800"/>
              <a:t>Jan 26, 2023</a:t>
            </a:r>
            <a:endParaRPr lang="en-US" sz="1800" b="0" i="1">
              <a:latin typeface="CVS Health Sans" panose="020B0504020202020204" pitchFamily="34" charset="0"/>
            </a:endParaRPr>
          </a:p>
        </p:txBody>
      </p:sp>
      <p:sp>
        <p:nvSpPr>
          <p:cNvPr id="10" name="Freeform 5">
            <a:extLst>
              <a:ext uri="{FF2B5EF4-FFF2-40B4-BE49-F238E27FC236}">
                <a16:creationId xmlns:a16="http://schemas.microsoft.com/office/drawing/2014/main" id="{5910700F-C289-4DA5-AAE3-27A1FEBF0726}"/>
              </a:ext>
            </a:extLst>
          </p:cNvPr>
          <p:cNvSpPr>
            <a:spLocks noChangeAspect="1" noEditPoints="1"/>
          </p:cNvSpPr>
          <p:nvPr/>
        </p:nvSpPr>
        <p:spPr bwMode="gray">
          <a:xfrm>
            <a:off x="6895197" y="1886378"/>
            <a:ext cx="5296803" cy="4297680"/>
          </a:xfrm>
          <a:custGeom>
            <a:avLst/>
            <a:gdLst>
              <a:gd name="T0" fmla="*/ 103 w 360"/>
              <a:gd name="T1" fmla="*/ 16 h 292"/>
              <a:gd name="T2" fmla="*/ 121 w 360"/>
              <a:gd name="T3" fmla="*/ 24 h 292"/>
              <a:gd name="T4" fmla="*/ 169 w 360"/>
              <a:gd name="T5" fmla="*/ 71 h 292"/>
              <a:gd name="T6" fmla="*/ 180 w 360"/>
              <a:gd name="T7" fmla="*/ 83 h 292"/>
              <a:gd name="T8" fmla="*/ 191 w 360"/>
              <a:gd name="T9" fmla="*/ 71 h 292"/>
              <a:gd name="T10" fmla="*/ 239 w 360"/>
              <a:gd name="T11" fmla="*/ 24 h 292"/>
              <a:gd name="T12" fmla="*/ 257 w 360"/>
              <a:gd name="T13" fmla="*/ 16 h 292"/>
              <a:gd name="T14" fmla="*/ 274 w 360"/>
              <a:gd name="T15" fmla="*/ 24 h 292"/>
              <a:gd name="T16" fmla="*/ 332 w 360"/>
              <a:gd name="T17" fmla="*/ 82 h 292"/>
              <a:gd name="T18" fmla="*/ 340 w 360"/>
              <a:gd name="T19" fmla="*/ 99 h 292"/>
              <a:gd name="T20" fmla="*/ 332 w 360"/>
              <a:gd name="T21" fmla="*/ 117 h 292"/>
              <a:gd name="T22" fmla="*/ 180 w 360"/>
              <a:gd name="T23" fmla="*/ 269 h 292"/>
              <a:gd name="T24" fmla="*/ 28 w 360"/>
              <a:gd name="T25" fmla="*/ 117 h 292"/>
              <a:gd name="T26" fmla="*/ 20 w 360"/>
              <a:gd name="T27" fmla="*/ 99 h 292"/>
              <a:gd name="T28" fmla="*/ 28 w 360"/>
              <a:gd name="T29" fmla="*/ 82 h 292"/>
              <a:gd name="T30" fmla="*/ 86 w 360"/>
              <a:gd name="T31" fmla="*/ 24 h 292"/>
              <a:gd name="T32" fmla="*/ 103 w 360"/>
              <a:gd name="T33" fmla="*/ 16 h 292"/>
              <a:gd name="T34" fmla="*/ 103 w 360"/>
              <a:gd name="T35" fmla="*/ 0 h 292"/>
              <a:gd name="T36" fmla="*/ 74 w 360"/>
              <a:gd name="T37" fmla="*/ 12 h 292"/>
              <a:gd name="T38" fmla="*/ 16 w 360"/>
              <a:gd name="T39" fmla="*/ 70 h 292"/>
              <a:gd name="T40" fmla="*/ 16 w 360"/>
              <a:gd name="T41" fmla="*/ 128 h 292"/>
              <a:gd name="T42" fmla="*/ 180 w 360"/>
              <a:gd name="T43" fmla="*/ 292 h 292"/>
              <a:gd name="T44" fmla="*/ 344 w 360"/>
              <a:gd name="T45" fmla="*/ 128 h 292"/>
              <a:gd name="T46" fmla="*/ 344 w 360"/>
              <a:gd name="T47" fmla="*/ 70 h 292"/>
              <a:gd name="T48" fmla="*/ 286 w 360"/>
              <a:gd name="T49" fmla="*/ 12 h 292"/>
              <a:gd name="T50" fmla="*/ 257 w 360"/>
              <a:gd name="T51" fmla="*/ 0 h 292"/>
              <a:gd name="T52" fmla="*/ 228 w 360"/>
              <a:gd name="T53" fmla="*/ 12 h 292"/>
              <a:gd name="T54" fmla="*/ 180 w 360"/>
              <a:gd name="T55" fmla="*/ 60 h 292"/>
              <a:gd name="T56" fmla="*/ 132 w 360"/>
              <a:gd name="T57" fmla="*/ 12 h 292"/>
              <a:gd name="T58" fmla="*/ 103 w 360"/>
              <a:gd name="T59" fmla="*/ 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0" h="292">
                <a:moveTo>
                  <a:pt x="103" y="16"/>
                </a:moveTo>
                <a:cubicBezTo>
                  <a:pt x="110" y="16"/>
                  <a:pt x="116" y="19"/>
                  <a:pt x="121" y="24"/>
                </a:cubicBezTo>
                <a:cubicBezTo>
                  <a:pt x="169" y="71"/>
                  <a:pt x="169" y="71"/>
                  <a:pt x="169" y="71"/>
                </a:cubicBezTo>
                <a:cubicBezTo>
                  <a:pt x="180" y="83"/>
                  <a:pt x="180" y="83"/>
                  <a:pt x="180" y="83"/>
                </a:cubicBezTo>
                <a:cubicBezTo>
                  <a:pt x="191" y="71"/>
                  <a:pt x="191" y="71"/>
                  <a:pt x="191" y="71"/>
                </a:cubicBezTo>
                <a:cubicBezTo>
                  <a:pt x="239" y="24"/>
                  <a:pt x="239" y="24"/>
                  <a:pt x="239" y="24"/>
                </a:cubicBezTo>
                <a:cubicBezTo>
                  <a:pt x="244" y="19"/>
                  <a:pt x="250" y="16"/>
                  <a:pt x="257" y="16"/>
                </a:cubicBezTo>
                <a:cubicBezTo>
                  <a:pt x="263" y="16"/>
                  <a:pt x="270" y="19"/>
                  <a:pt x="274" y="24"/>
                </a:cubicBezTo>
                <a:cubicBezTo>
                  <a:pt x="332" y="82"/>
                  <a:pt x="332" y="82"/>
                  <a:pt x="332" y="82"/>
                </a:cubicBezTo>
                <a:cubicBezTo>
                  <a:pt x="337" y="86"/>
                  <a:pt x="340" y="93"/>
                  <a:pt x="340" y="99"/>
                </a:cubicBezTo>
                <a:cubicBezTo>
                  <a:pt x="340" y="106"/>
                  <a:pt x="337" y="112"/>
                  <a:pt x="332" y="117"/>
                </a:cubicBezTo>
                <a:cubicBezTo>
                  <a:pt x="180" y="269"/>
                  <a:pt x="180" y="269"/>
                  <a:pt x="180" y="269"/>
                </a:cubicBezTo>
                <a:cubicBezTo>
                  <a:pt x="28" y="117"/>
                  <a:pt x="28" y="117"/>
                  <a:pt x="28" y="117"/>
                </a:cubicBezTo>
                <a:cubicBezTo>
                  <a:pt x="23" y="112"/>
                  <a:pt x="20" y="106"/>
                  <a:pt x="20" y="99"/>
                </a:cubicBezTo>
                <a:cubicBezTo>
                  <a:pt x="20" y="93"/>
                  <a:pt x="23" y="86"/>
                  <a:pt x="28" y="82"/>
                </a:cubicBezTo>
                <a:cubicBezTo>
                  <a:pt x="86" y="24"/>
                  <a:pt x="86" y="24"/>
                  <a:pt x="86" y="24"/>
                </a:cubicBezTo>
                <a:cubicBezTo>
                  <a:pt x="90" y="19"/>
                  <a:pt x="97" y="16"/>
                  <a:pt x="103" y="16"/>
                </a:cubicBezTo>
                <a:moveTo>
                  <a:pt x="103" y="0"/>
                </a:moveTo>
                <a:cubicBezTo>
                  <a:pt x="93" y="0"/>
                  <a:pt x="82" y="4"/>
                  <a:pt x="74" y="12"/>
                </a:cubicBezTo>
                <a:cubicBezTo>
                  <a:pt x="16" y="70"/>
                  <a:pt x="16" y="70"/>
                  <a:pt x="16" y="70"/>
                </a:cubicBezTo>
                <a:cubicBezTo>
                  <a:pt x="0" y="86"/>
                  <a:pt x="0" y="112"/>
                  <a:pt x="16" y="128"/>
                </a:cubicBezTo>
                <a:cubicBezTo>
                  <a:pt x="180" y="292"/>
                  <a:pt x="180" y="292"/>
                  <a:pt x="180" y="292"/>
                </a:cubicBezTo>
                <a:cubicBezTo>
                  <a:pt x="344" y="128"/>
                  <a:pt x="344" y="128"/>
                  <a:pt x="344" y="128"/>
                </a:cubicBezTo>
                <a:cubicBezTo>
                  <a:pt x="360" y="112"/>
                  <a:pt x="360" y="86"/>
                  <a:pt x="344" y="70"/>
                </a:cubicBezTo>
                <a:cubicBezTo>
                  <a:pt x="286" y="12"/>
                  <a:pt x="286" y="12"/>
                  <a:pt x="286" y="12"/>
                </a:cubicBezTo>
                <a:cubicBezTo>
                  <a:pt x="278" y="4"/>
                  <a:pt x="267" y="0"/>
                  <a:pt x="257" y="0"/>
                </a:cubicBezTo>
                <a:cubicBezTo>
                  <a:pt x="246" y="0"/>
                  <a:pt x="236" y="4"/>
                  <a:pt x="228" y="12"/>
                </a:cubicBezTo>
                <a:cubicBezTo>
                  <a:pt x="180" y="60"/>
                  <a:pt x="180" y="60"/>
                  <a:pt x="180" y="60"/>
                </a:cubicBezTo>
                <a:cubicBezTo>
                  <a:pt x="132" y="12"/>
                  <a:pt x="132" y="12"/>
                  <a:pt x="132" y="12"/>
                </a:cubicBezTo>
                <a:cubicBezTo>
                  <a:pt x="124" y="4"/>
                  <a:pt x="114" y="0"/>
                  <a:pt x="103"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893375" rtl="0" eaLnBrk="1" fontAlgn="auto" latinLnBrk="0" hangingPunct="1">
              <a:lnSpc>
                <a:spcPct val="100000"/>
              </a:lnSpc>
              <a:spcBef>
                <a:spcPts val="0"/>
              </a:spcBef>
              <a:spcAft>
                <a:spcPts val="0"/>
              </a:spcAft>
              <a:buClrTx/>
              <a:buSzTx/>
              <a:buFontTx/>
              <a:buNone/>
              <a:tabLst/>
              <a:defRPr/>
            </a:pPr>
            <a:endParaRPr kumimoji="0" lang="en-US" sz="1759" b="0" i="0" u="none" strike="noStrike" kern="1200" cap="none" spc="0" normalizeH="0" baseline="0" noProof="0">
              <a:ln>
                <a:noFill/>
              </a:ln>
              <a:solidFill>
                <a:srgbClr val="000000"/>
              </a:solidFill>
              <a:effectLst/>
              <a:uLnTx/>
              <a:uFillTx/>
              <a:latin typeface="CVS Health Sans" panose="020B0504020202020204" pitchFamily="34" charset="0"/>
              <a:ea typeface="ＭＳ Ｐゴシック"/>
              <a:cs typeface="+mn-cs"/>
            </a:endParaRPr>
          </a:p>
        </p:txBody>
      </p:sp>
    </p:spTree>
    <p:extLst>
      <p:ext uri="{BB962C8B-B14F-4D97-AF65-F5344CB8AC3E}">
        <p14:creationId xmlns:p14="http://schemas.microsoft.com/office/powerpoint/2010/main" val="2185969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F51B7FE-DB1E-45FF-839F-4F110FDF1B0D}"/>
              </a:ext>
            </a:extLst>
          </p:cNvPr>
          <p:cNvGraphicFramePr>
            <a:graphicFrameLocks noGrp="1"/>
          </p:cNvGraphicFramePr>
          <p:nvPr>
            <p:extLst>
              <p:ext uri="{D42A27DB-BD31-4B8C-83A1-F6EECF244321}">
                <p14:modId xmlns:p14="http://schemas.microsoft.com/office/powerpoint/2010/main" val="1382661743"/>
              </p:ext>
            </p:extLst>
          </p:nvPr>
        </p:nvGraphicFramePr>
        <p:xfrm>
          <a:off x="825623" y="1002004"/>
          <a:ext cx="9733091" cy="4298335"/>
        </p:xfrm>
        <a:graphic>
          <a:graphicData uri="http://schemas.openxmlformats.org/drawingml/2006/table">
            <a:tbl>
              <a:tblPr firstRow="1" bandRow="1">
                <a:tableStyleId>{5C22544A-7EE6-4342-B048-85BDC9FD1C3A}</a:tableStyleId>
              </a:tblPr>
              <a:tblGrid>
                <a:gridCol w="527067">
                  <a:extLst>
                    <a:ext uri="{9D8B030D-6E8A-4147-A177-3AD203B41FA5}">
                      <a16:colId xmlns:a16="http://schemas.microsoft.com/office/drawing/2014/main" val="2855828293"/>
                    </a:ext>
                  </a:extLst>
                </a:gridCol>
                <a:gridCol w="5403217">
                  <a:extLst>
                    <a:ext uri="{9D8B030D-6E8A-4147-A177-3AD203B41FA5}">
                      <a16:colId xmlns:a16="http://schemas.microsoft.com/office/drawing/2014/main" val="2685561486"/>
                    </a:ext>
                  </a:extLst>
                </a:gridCol>
                <a:gridCol w="1296140">
                  <a:extLst>
                    <a:ext uri="{9D8B030D-6E8A-4147-A177-3AD203B41FA5}">
                      <a16:colId xmlns:a16="http://schemas.microsoft.com/office/drawing/2014/main" val="620344185"/>
                    </a:ext>
                  </a:extLst>
                </a:gridCol>
                <a:gridCol w="1091953">
                  <a:extLst>
                    <a:ext uri="{9D8B030D-6E8A-4147-A177-3AD203B41FA5}">
                      <a16:colId xmlns:a16="http://schemas.microsoft.com/office/drawing/2014/main" val="851557322"/>
                    </a:ext>
                  </a:extLst>
                </a:gridCol>
                <a:gridCol w="1414714">
                  <a:extLst>
                    <a:ext uri="{9D8B030D-6E8A-4147-A177-3AD203B41FA5}">
                      <a16:colId xmlns:a16="http://schemas.microsoft.com/office/drawing/2014/main" val="1253554104"/>
                    </a:ext>
                  </a:extLst>
                </a:gridCol>
              </a:tblGrid>
              <a:tr h="457855">
                <a:tc>
                  <a:txBody>
                    <a:bodyPr/>
                    <a:lstStyle/>
                    <a:p>
                      <a:pPr lvl="0" algn="l">
                        <a:buNone/>
                      </a:pPr>
                      <a:endParaRPr lang="en-US" sz="1100" u="none" strike="noStrike">
                        <a:effectLst/>
                      </a:endParaRPr>
                    </a:p>
                  </a:txBody>
                  <a:tcPr marT="91440" marB="91440" anchor="ctr">
                    <a:lnR w="0">
                      <a:noFill/>
                    </a:lnR>
                    <a:solidFill>
                      <a:schemeClr val="accent2"/>
                    </a:solidFill>
                  </a:tcPr>
                </a:tc>
                <a:tc>
                  <a:txBody>
                    <a:bodyPr/>
                    <a:lstStyle/>
                    <a:p>
                      <a:pPr algn="ctr" fontAlgn="ctr"/>
                      <a:r>
                        <a:rPr lang="en-US" sz="1100" u="none" strike="noStrike">
                          <a:effectLst/>
                        </a:rPr>
                        <a:t>Demo Item</a:t>
                      </a:r>
                      <a:endParaRPr lang="en-US" sz="1100" b="1" i="0" u="none" strike="noStrike">
                        <a:solidFill>
                          <a:srgbClr val="000000"/>
                        </a:solidFill>
                        <a:effectLst/>
                        <a:latin typeface="Calibri" panose="020F050202020403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solidFill>
                  </a:tcPr>
                </a:tc>
                <a:tc>
                  <a:txBody>
                    <a:bodyPr/>
                    <a:lstStyle/>
                    <a:p>
                      <a:pPr algn="ctr" fontAlgn="ctr"/>
                      <a:r>
                        <a:rPr lang="en-US" sz="1100" u="none" strike="noStrike">
                          <a:effectLst/>
                        </a:rPr>
                        <a:t>Slide</a:t>
                      </a:r>
                      <a:endParaRPr lang="en-US" sz="1100" b="1" i="0" u="none" strike="noStrike">
                        <a:solidFill>
                          <a:srgbClr val="000000"/>
                        </a:solidFill>
                        <a:effectLst/>
                        <a:latin typeface="Calibri" panose="020F050202020403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solidFill>
                  </a:tcPr>
                </a:tc>
                <a:tc>
                  <a:txBody>
                    <a:bodyPr/>
                    <a:lstStyle/>
                    <a:p>
                      <a:pPr algn="ctr" fontAlgn="ctr"/>
                      <a:r>
                        <a:rPr lang="en-US" sz="1100" b="1" u="none" strike="noStrike" kern="1200">
                          <a:solidFill>
                            <a:schemeClr val="lt1"/>
                          </a:solidFill>
                          <a:effectLst/>
                          <a:latin typeface="+mn-lt"/>
                          <a:ea typeface="+mn-ea"/>
                          <a:cs typeface="+mn-cs"/>
                        </a:rPr>
                        <a:t>Pods</a:t>
                      </a: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solidFill>
                  </a:tcPr>
                </a:tc>
                <a:tc>
                  <a:txBody>
                    <a:bodyPr/>
                    <a:lstStyle/>
                    <a:p>
                      <a:pPr algn="ctr" fontAlgn="ctr"/>
                      <a:r>
                        <a:rPr lang="en-US" sz="1100" u="none" strike="noStrike">
                          <a:effectLst/>
                        </a:rPr>
                        <a:t>Presenter(s)</a:t>
                      </a:r>
                      <a:endParaRPr lang="en-US" sz="1100" b="1" i="0" u="none" strike="noStrike">
                        <a:solidFill>
                          <a:srgbClr val="000000"/>
                        </a:solidFill>
                        <a:effectLst/>
                        <a:latin typeface="Calibri" panose="020F0502020204030204" pitchFamily="34" charset="0"/>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solidFill>
                      <a:schemeClr val="accent2"/>
                    </a:solidFill>
                  </a:tcPr>
                </a:tc>
                <a:extLst>
                  <a:ext uri="{0D108BD9-81ED-4DB2-BD59-A6C34878D82A}">
                    <a16:rowId xmlns:a16="http://schemas.microsoft.com/office/drawing/2014/main" val="1032286545"/>
                  </a:ext>
                </a:extLst>
              </a:tr>
              <a:tr h="320040">
                <a:tc>
                  <a:txBody>
                    <a:bodyPr/>
                    <a:lstStyle/>
                    <a:p>
                      <a:pPr lvl="0" algn="l">
                        <a:buNone/>
                      </a:pPr>
                      <a:r>
                        <a:rPr lang="en-US" sz="1100" b="1" i="0" u="none" strike="noStrike">
                          <a:solidFill>
                            <a:srgbClr val="000000"/>
                          </a:solidFill>
                          <a:effectLst/>
                          <a:latin typeface="Calibri"/>
                        </a:rPr>
                        <a:t>1</a:t>
                      </a:r>
                    </a:p>
                  </a:txBody>
                  <a:tcPr>
                    <a:lnR w="0">
                      <a:noFill/>
                    </a:lnR>
                  </a:tcPr>
                </a:tc>
                <a:tc>
                  <a:txBody>
                    <a:bodyPr/>
                    <a:lstStyle/>
                    <a:p>
                      <a:pPr lvl="0" algn="l">
                        <a:buNone/>
                      </a:pPr>
                      <a:r>
                        <a:rPr lang="en-US" sz="1100" b="1" i="0" u="none" strike="noStrike" noProof="0">
                          <a:effectLst/>
                          <a:latin typeface="CVS Health Sans"/>
                        </a:rPr>
                        <a:t>Cash Discount Tool – Search Enhancements</a:t>
                      </a:r>
                      <a:endParaRPr lang="en-US"/>
                    </a:p>
                  </a:txBody>
                  <a:tcPr>
                    <a:lnL w="0">
                      <a:noFill/>
                    </a:lnL>
                    <a:lnR w="0">
                      <a:noFill/>
                    </a:lnR>
                  </a:tcPr>
                </a:tc>
                <a:tc>
                  <a:txBody>
                    <a:bodyPr/>
                    <a:lstStyle/>
                    <a:p>
                      <a:pPr lvl="0" algn="ctr">
                        <a:buNone/>
                      </a:pPr>
                      <a:r>
                        <a:rPr lang="en-US" sz="1100" b="0" i="0" u="none" strike="noStrike">
                          <a:solidFill>
                            <a:srgbClr val="000000"/>
                          </a:solidFill>
                          <a:effectLst/>
                          <a:latin typeface="Calibri"/>
                        </a:rPr>
                        <a:t>3</a:t>
                      </a:r>
                    </a:p>
                  </a:txBody>
                  <a:tcPr>
                    <a:lnL w="0">
                      <a:noFill/>
                    </a:lnL>
                    <a:lnR w="0">
                      <a:noFill/>
                    </a:lnR>
                  </a:tcPr>
                </a:tc>
                <a:tc>
                  <a:txBody>
                    <a:bodyPr/>
                    <a:lstStyle/>
                    <a:p>
                      <a:pPr lvl="0" algn="l">
                        <a:buNone/>
                      </a:pPr>
                      <a:r>
                        <a:rPr lang="en-US" sz="1100" b="0" i="0" u="none" strike="noStrike">
                          <a:solidFill>
                            <a:srgbClr val="000000"/>
                          </a:solidFill>
                          <a:effectLst/>
                          <a:latin typeface="Calibri"/>
                        </a:rPr>
                        <a:t>Non-Pod</a:t>
                      </a:r>
                    </a:p>
                  </a:txBody>
                  <a:tcPr>
                    <a:lnL w="0">
                      <a:noFill/>
                    </a:lnL>
                    <a:lnR w="0">
                      <a:noFill/>
                    </a:lnR>
                  </a:tcPr>
                </a:tc>
                <a:tc>
                  <a:txBody>
                    <a:bodyPr/>
                    <a:lstStyle/>
                    <a:p>
                      <a:pPr lvl="0" algn="l">
                        <a:buNone/>
                      </a:pPr>
                      <a:r>
                        <a:rPr lang="en-US" sz="1100" b="0" i="0" u="none" strike="noStrike">
                          <a:solidFill>
                            <a:srgbClr val="000000"/>
                          </a:solidFill>
                          <a:effectLst/>
                          <a:latin typeface="Calibri"/>
                        </a:rPr>
                        <a:t>Nam N</a:t>
                      </a:r>
                    </a:p>
                  </a:txBody>
                  <a:tcPr>
                    <a:lnL w="0">
                      <a:noFill/>
                    </a:lnL>
                    <a:lnR w="0">
                      <a:noFill/>
                    </a:lnR>
                  </a:tcPr>
                </a:tc>
                <a:extLst>
                  <a:ext uri="{0D108BD9-81ED-4DB2-BD59-A6C34878D82A}">
                    <a16:rowId xmlns:a16="http://schemas.microsoft.com/office/drawing/2014/main" val="607499536"/>
                  </a:ext>
                </a:extLst>
              </a:tr>
              <a:tr h="320040">
                <a:tc>
                  <a:txBody>
                    <a:bodyPr/>
                    <a:lstStyle/>
                    <a:p>
                      <a:pPr lvl="0" algn="l">
                        <a:buNone/>
                      </a:pPr>
                      <a:r>
                        <a:rPr lang="en-US" sz="1100" b="1" i="0" u="none" strike="noStrike">
                          <a:solidFill>
                            <a:srgbClr val="000000"/>
                          </a:solidFill>
                          <a:effectLst/>
                          <a:latin typeface="Calibri"/>
                        </a:rPr>
                        <a:t>2</a:t>
                      </a:r>
                    </a:p>
                  </a:txBody>
                  <a:tcPr anchor="ctr">
                    <a:lnR w="0">
                      <a:noFill/>
                    </a:lnR>
                  </a:tcPr>
                </a:tc>
                <a:tc>
                  <a:txBody>
                    <a:bodyPr/>
                    <a:lstStyle/>
                    <a:p>
                      <a:pPr lvl="0" algn="l">
                        <a:buNone/>
                      </a:pPr>
                      <a:r>
                        <a:rPr lang="en-US" sz="1100" b="1" i="0" u="none" strike="noStrike" noProof="0">
                          <a:effectLst/>
                          <a:latin typeface="CVS Health Sans"/>
                        </a:rPr>
                        <a:t>Digital Order Tracker (DOT)</a:t>
                      </a:r>
                      <a:endParaRPr lang="en-US" sz="1100" b="1" i="0" u="none" strike="noStrike">
                        <a:solidFill>
                          <a:srgbClr val="000000"/>
                        </a:solidFill>
                        <a:effectLst/>
                        <a:latin typeface="Calibri"/>
                      </a:endParaRPr>
                    </a:p>
                  </a:txBody>
                  <a:tcPr anchor="ctr">
                    <a:lnL w="0">
                      <a:noFill/>
                    </a:lnL>
                    <a:lnR w="0">
                      <a:noFill/>
                    </a:lnR>
                  </a:tcPr>
                </a:tc>
                <a:tc>
                  <a:txBody>
                    <a:bodyPr/>
                    <a:lstStyle/>
                    <a:p>
                      <a:pPr lvl="0" algn="ctr">
                        <a:buNone/>
                      </a:pPr>
                      <a:r>
                        <a:rPr lang="en-US" sz="1100" b="0" i="0" u="none" strike="noStrike">
                          <a:solidFill>
                            <a:srgbClr val="000000"/>
                          </a:solidFill>
                          <a:effectLst/>
                          <a:latin typeface="Calibri"/>
                        </a:rPr>
                        <a:t>4</a:t>
                      </a:r>
                    </a:p>
                  </a:txBody>
                  <a:tcPr anchor="ctr">
                    <a:lnL w="0">
                      <a:noFill/>
                    </a:lnL>
                    <a:lnR w="0">
                      <a:noFill/>
                    </a:lnR>
                  </a:tcPr>
                </a:tc>
                <a:tc>
                  <a:txBody>
                    <a:bodyPr/>
                    <a:lstStyle/>
                    <a:p>
                      <a:pPr algn="l" fontAlgn="ctr"/>
                      <a:r>
                        <a:rPr lang="en-US" sz="1100" b="0" i="0" u="none" strike="noStrike">
                          <a:solidFill>
                            <a:srgbClr val="000000"/>
                          </a:solidFill>
                          <a:effectLst/>
                          <a:latin typeface="Calibri"/>
                        </a:rPr>
                        <a:t>Fill Experience</a:t>
                      </a:r>
                    </a:p>
                  </a:txBody>
                  <a:tcPr anchor="ctr">
                    <a:lnL w="0">
                      <a:noFill/>
                    </a:lnL>
                    <a:lnR w="0">
                      <a:noFill/>
                    </a:lnR>
                  </a:tcPr>
                </a:tc>
                <a:tc>
                  <a:txBody>
                    <a:bodyPr/>
                    <a:lstStyle/>
                    <a:p>
                      <a:pPr algn="l" fontAlgn="ctr"/>
                      <a:r>
                        <a:rPr lang="en-US" sz="1100" b="0" i="0" u="none" strike="noStrike">
                          <a:solidFill>
                            <a:srgbClr val="000000"/>
                          </a:solidFill>
                          <a:effectLst/>
                          <a:latin typeface="Calibri"/>
                        </a:rPr>
                        <a:t>Jessica K</a:t>
                      </a:r>
                    </a:p>
                  </a:txBody>
                  <a:tcPr anchor="ctr">
                    <a:lnL w="0">
                      <a:noFill/>
                    </a:lnL>
                    <a:lnR w="0">
                      <a:noFill/>
                    </a:lnR>
                  </a:tcPr>
                </a:tc>
                <a:extLst>
                  <a:ext uri="{0D108BD9-81ED-4DB2-BD59-A6C34878D82A}">
                    <a16:rowId xmlns:a16="http://schemas.microsoft.com/office/drawing/2014/main" val="1439182632"/>
                  </a:ext>
                </a:extLst>
              </a:tr>
              <a:tr h="320040">
                <a:tc>
                  <a:txBody>
                    <a:bodyPr/>
                    <a:lstStyle/>
                    <a:p>
                      <a:pPr lvl="0" algn="l">
                        <a:buNone/>
                      </a:pPr>
                      <a:r>
                        <a:rPr lang="en-US" sz="1100" b="1" i="0" u="none" strike="noStrike">
                          <a:solidFill>
                            <a:srgbClr val="000000"/>
                          </a:solidFill>
                          <a:effectLst/>
                          <a:latin typeface="Calibri"/>
                        </a:rPr>
                        <a:t>3</a:t>
                      </a:r>
                    </a:p>
                  </a:txBody>
                  <a:tcPr anchor="ctr">
                    <a:lnR w="0">
                      <a:noFill/>
                    </a:lnR>
                  </a:tcPr>
                </a:tc>
                <a:tc>
                  <a:txBody>
                    <a:bodyPr/>
                    <a:lstStyle/>
                    <a:p>
                      <a:pPr lvl="0" algn="l">
                        <a:buNone/>
                      </a:pPr>
                      <a:r>
                        <a:rPr lang="en-US" sz="1100" b="1" i="0" u="none" strike="noStrike" noProof="0">
                          <a:effectLst/>
                          <a:latin typeface="CVS Health Sans"/>
                        </a:rPr>
                        <a:t>Unlock On Holds – Phase 2  </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100" b="0" i="0" u="none" strike="noStrike">
                          <a:solidFill>
                            <a:srgbClr val="000000"/>
                          </a:solidFill>
                          <a:effectLst/>
                          <a:latin typeface="Calibri"/>
                        </a:rPr>
                        <a:t>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Calibri"/>
                        </a:rPr>
                        <a:t>Fill Experience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Calibri"/>
                        </a:rPr>
                        <a:t>Janet C</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562883900"/>
                  </a:ext>
                </a:extLst>
              </a:tr>
              <a:tr h="320040">
                <a:tc>
                  <a:txBody>
                    <a:bodyPr/>
                    <a:lstStyle/>
                    <a:p>
                      <a:pPr lvl="0" algn="l">
                        <a:buNone/>
                      </a:pPr>
                      <a:r>
                        <a:rPr lang="en-US" sz="1100" b="1" i="0" u="none" strike="noStrike">
                          <a:solidFill>
                            <a:srgbClr val="000000"/>
                          </a:solidFill>
                          <a:effectLst/>
                          <a:latin typeface="Calibri"/>
                        </a:rPr>
                        <a:t>4</a:t>
                      </a:r>
                    </a:p>
                  </a:txBody>
                  <a:tcPr anchor="ctr">
                    <a:lnR w="0">
                      <a:noFill/>
                    </a:lnR>
                  </a:tcPr>
                </a:tc>
                <a:tc>
                  <a:txBody>
                    <a:bodyPr/>
                    <a:lstStyle/>
                    <a:p>
                      <a:pPr lvl="0" algn="l">
                        <a:lnSpc>
                          <a:spcPct val="100000"/>
                        </a:lnSpc>
                        <a:spcBef>
                          <a:spcPts val="0"/>
                        </a:spcBef>
                        <a:spcAft>
                          <a:spcPts val="0"/>
                        </a:spcAft>
                        <a:buNone/>
                      </a:pPr>
                      <a:r>
                        <a:rPr lang="en-US" sz="1100" b="1" i="0" u="none" strike="noStrike" noProof="0">
                          <a:effectLst/>
                          <a:latin typeface="CVS Health Sans"/>
                        </a:rPr>
                        <a:t>Reduce Refill Too Soon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100" b="0" i="0" u="none" strike="noStrike">
                          <a:solidFill>
                            <a:srgbClr val="000000"/>
                          </a:solidFill>
                          <a:effectLst/>
                          <a:latin typeface="Calibri"/>
                        </a:rPr>
                        <a:t>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0" i="0" u="none" strike="noStrike" kern="1200">
                          <a:solidFill>
                            <a:srgbClr val="000000"/>
                          </a:solidFill>
                          <a:effectLst/>
                          <a:latin typeface="Calibri"/>
                          <a:ea typeface="+mn-ea"/>
                          <a:cs typeface="+mn-cs"/>
                        </a:rPr>
                        <a:t>Fill Experience</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l">
                        <a:buNone/>
                      </a:pPr>
                      <a:r>
                        <a:rPr lang="en-US" sz="1100" b="0" i="0" u="none" strike="noStrike" noProof="0">
                          <a:solidFill>
                            <a:srgbClr val="000000"/>
                          </a:solidFill>
                          <a:effectLst/>
                          <a:latin typeface="Calibri"/>
                        </a:rPr>
                        <a:t>Janet C</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95330953"/>
                  </a:ext>
                </a:extLst>
              </a:tr>
              <a:tr h="320040">
                <a:tc>
                  <a:txBody>
                    <a:bodyPr/>
                    <a:lstStyle/>
                    <a:p>
                      <a:pPr lvl="0" algn="l">
                        <a:buNone/>
                      </a:pPr>
                      <a:r>
                        <a:rPr lang="en-US" sz="1100" b="1" i="0" u="none" strike="noStrike">
                          <a:solidFill>
                            <a:srgbClr val="000000"/>
                          </a:solidFill>
                          <a:effectLst/>
                          <a:latin typeface="Calibri"/>
                        </a:rPr>
                        <a:t>5</a:t>
                      </a:r>
                    </a:p>
                  </a:txBody>
                  <a:tcPr anchor="ctr">
                    <a:lnR w="0">
                      <a:noFill/>
                    </a:lnR>
                  </a:tcPr>
                </a:tc>
                <a:tc>
                  <a:txBody>
                    <a:bodyPr/>
                    <a:lstStyle/>
                    <a:p>
                      <a:pPr lvl="0" algn="l">
                        <a:buNone/>
                      </a:pPr>
                      <a:r>
                        <a:rPr lang="en-US" sz="1100" b="1" i="0" u="none" strike="noStrike" noProof="0">
                          <a:effectLst/>
                          <a:latin typeface="CVS Health Sans"/>
                        </a:rPr>
                        <a:t>Detailed Recent Orders On Hold Status</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100" b="0" i="0" u="none" strike="noStrike">
                          <a:solidFill>
                            <a:srgbClr val="000000"/>
                          </a:solidFill>
                          <a:effectLst/>
                          <a:latin typeface="Calibri"/>
                        </a:rPr>
                        <a:t>7</a:t>
                      </a:r>
                      <a:endParaRPr lang="en-US" sz="1100" b="0" i="0" u="none" strike="noStrike">
                        <a:solidFill>
                          <a:srgbClr val="000000"/>
                        </a:solidFill>
                        <a:effectLst/>
                        <a:latin typeface="Calibri" panose="020F0502020204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0" i="0" u="none" strike="noStrike" kern="1200">
                          <a:solidFill>
                            <a:srgbClr val="000000"/>
                          </a:solidFill>
                          <a:effectLst/>
                          <a:latin typeface="Calibri"/>
                          <a:ea typeface="+mn-ea"/>
                          <a:cs typeface="+mn-cs"/>
                        </a:rPr>
                        <a:t>Fill Experience</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l">
                        <a:buNone/>
                      </a:pPr>
                      <a:r>
                        <a:rPr lang="en-US" sz="1100" b="0" i="0" u="none" strike="noStrike" noProof="0">
                          <a:solidFill>
                            <a:srgbClr val="000000"/>
                          </a:solidFill>
                          <a:effectLst/>
                          <a:latin typeface="Calibri"/>
                        </a:rPr>
                        <a:t>Jessica K</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170495176"/>
                  </a:ext>
                </a:extLst>
              </a:tr>
              <a:tr h="320040">
                <a:tc>
                  <a:txBody>
                    <a:bodyPr/>
                    <a:lstStyle/>
                    <a:p>
                      <a:pPr lvl="0" algn="l">
                        <a:buNone/>
                      </a:pPr>
                      <a:r>
                        <a:rPr lang="en-US" sz="1100" b="1" i="0" u="none" strike="noStrike">
                          <a:solidFill>
                            <a:srgbClr val="000000"/>
                          </a:solidFill>
                          <a:effectLst/>
                          <a:latin typeface="Calibri"/>
                        </a:rPr>
                        <a:t>6</a:t>
                      </a:r>
                    </a:p>
                  </a:txBody>
                  <a:tcPr anchor="ctr">
                    <a:lnR w="0">
                      <a:noFill/>
                    </a:lnR>
                  </a:tcPr>
                </a:tc>
                <a:tc>
                  <a:txBody>
                    <a:bodyPr/>
                    <a:lstStyle/>
                    <a:p>
                      <a:pPr lvl="0" algn="l">
                        <a:lnSpc>
                          <a:spcPct val="100000"/>
                        </a:lnSpc>
                        <a:spcBef>
                          <a:spcPts val="0"/>
                        </a:spcBef>
                        <a:spcAft>
                          <a:spcPts val="0"/>
                        </a:spcAft>
                        <a:buNone/>
                      </a:pPr>
                      <a:r>
                        <a:rPr lang="en-US" sz="1100" b="1" i="0" u="none" strike="noStrike" noProof="0">
                          <a:effectLst/>
                          <a:latin typeface="CVS Health Sans"/>
                        </a:rPr>
                        <a:t>Guided Digital Pharmacy Onboarding Wizard: Web/mWeb MVP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100" b="0" i="0" u="none" strike="noStrike">
                          <a:solidFill>
                            <a:srgbClr val="000000"/>
                          </a:solidFill>
                          <a:effectLst/>
                          <a:latin typeface="Calibri"/>
                        </a:rPr>
                        <a:t>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Calibri"/>
                        </a:rPr>
                        <a:t>Onboarding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Calibri"/>
                        </a:rPr>
                        <a:t>Darcy Sly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1601300510"/>
                  </a:ext>
                </a:extLst>
              </a:tr>
              <a:tr h="320040">
                <a:tc>
                  <a:txBody>
                    <a:bodyPr/>
                    <a:lstStyle/>
                    <a:p>
                      <a:pPr lvl="0" algn="l">
                        <a:buNone/>
                      </a:pPr>
                      <a:r>
                        <a:rPr lang="en-US" sz="1100" b="1" i="0" u="none" strike="noStrike">
                          <a:solidFill>
                            <a:srgbClr val="000000"/>
                          </a:solidFill>
                          <a:effectLst/>
                          <a:latin typeface="Calibri"/>
                        </a:rPr>
                        <a:t>7</a:t>
                      </a:r>
                    </a:p>
                  </a:txBody>
                  <a:tcPr anchor="ctr">
                    <a:lnR w="0">
                      <a:noFill/>
                    </a:lnR>
                  </a:tcPr>
                </a:tc>
                <a:tc>
                  <a:txBody>
                    <a:bodyPr/>
                    <a:lstStyle/>
                    <a:p>
                      <a:pPr lvl="0" algn="l">
                        <a:lnSpc>
                          <a:spcPct val="100000"/>
                        </a:lnSpc>
                        <a:spcBef>
                          <a:spcPts val="0"/>
                        </a:spcBef>
                        <a:spcAft>
                          <a:spcPts val="0"/>
                        </a:spcAft>
                        <a:buNone/>
                      </a:pPr>
                      <a:r>
                        <a:rPr lang="en-US" sz="1100" b="1" i="0" u="none" strike="noStrike" noProof="0">
                          <a:effectLst/>
                          <a:latin typeface="CVS Health Sans"/>
                        </a:rPr>
                        <a:t>Expand Eligibility for Standalone ScriptSync Enrollment Flow</a:t>
                      </a:r>
                    </a:p>
                  </a:txBody>
                  <a:tcPr anchor="ctr">
                    <a:lnL w="0">
                      <a:noFill/>
                    </a:lnL>
                    <a:lnR w="0">
                      <a:noFill/>
                    </a:lnR>
                  </a:tcPr>
                </a:tc>
                <a:tc>
                  <a:txBody>
                    <a:bodyPr/>
                    <a:lstStyle/>
                    <a:p>
                      <a:pPr lvl="0" algn="ctr">
                        <a:buNone/>
                      </a:pPr>
                      <a:r>
                        <a:rPr lang="en-US" sz="1100" b="0" i="0" u="none" strike="noStrike">
                          <a:solidFill>
                            <a:srgbClr val="000000"/>
                          </a:solidFill>
                          <a:effectLst/>
                          <a:latin typeface="Calibri"/>
                        </a:rPr>
                        <a:t>11</a:t>
                      </a:r>
                    </a:p>
                  </a:txBody>
                  <a:tcPr anchor="ctr">
                    <a:lnL w="0">
                      <a:noFill/>
                    </a:lnL>
                    <a:lnR w="0">
                      <a:noFill/>
                    </a:lnR>
                  </a:tcPr>
                </a:tc>
                <a:tc>
                  <a:txBody>
                    <a:bodyPr/>
                    <a:lstStyle/>
                    <a:p>
                      <a:pPr lvl="0" algn="l">
                        <a:buNone/>
                      </a:pPr>
                      <a:r>
                        <a:rPr lang="en-US" sz="1100" b="0" i="0" u="none" strike="noStrike">
                          <a:solidFill>
                            <a:srgbClr val="000000"/>
                          </a:solidFill>
                          <a:effectLst/>
                          <a:latin typeface="Calibri"/>
                        </a:rPr>
                        <a:t>Onboarding</a:t>
                      </a:r>
                    </a:p>
                  </a:txBody>
                  <a:tcPr anchor="ctr">
                    <a:lnL w="0">
                      <a:noFill/>
                    </a:lnL>
                    <a:lnR w="0">
                      <a:noFill/>
                    </a:lnR>
                  </a:tcPr>
                </a:tc>
                <a:tc>
                  <a:txBody>
                    <a:bodyPr/>
                    <a:lstStyle/>
                    <a:p>
                      <a:pPr lvl="0" algn="l">
                        <a:buNone/>
                      </a:pPr>
                      <a:r>
                        <a:rPr lang="en-US" sz="1100" b="0" i="0" u="none" strike="noStrike">
                          <a:solidFill>
                            <a:srgbClr val="000000"/>
                          </a:solidFill>
                          <a:effectLst/>
                          <a:latin typeface="Calibri"/>
                        </a:rPr>
                        <a:t>Jeff M</a:t>
                      </a:r>
                    </a:p>
                  </a:txBody>
                  <a:tcPr anchor="ctr">
                    <a:lnL w="0">
                      <a:noFill/>
                    </a:lnL>
                    <a:lnR w="0">
                      <a:noFill/>
                    </a:lnR>
                  </a:tcPr>
                </a:tc>
                <a:extLst>
                  <a:ext uri="{0D108BD9-81ED-4DB2-BD59-A6C34878D82A}">
                    <a16:rowId xmlns:a16="http://schemas.microsoft.com/office/drawing/2014/main" val="1549319660"/>
                  </a:ext>
                </a:extLst>
              </a:tr>
              <a:tr h="320040">
                <a:tc>
                  <a:txBody>
                    <a:bodyPr/>
                    <a:lstStyle/>
                    <a:p>
                      <a:pPr lvl="0" algn="l">
                        <a:buNone/>
                      </a:pPr>
                      <a:r>
                        <a:rPr lang="en-US" sz="1100" b="1" i="0" u="none" strike="noStrike">
                          <a:solidFill>
                            <a:srgbClr val="000000"/>
                          </a:solidFill>
                          <a:effectLst/>
                          <a:latin typeface="Calibri"/>
                        </a:rPr>
                        <a:t>8</a:t>
                      </a:r>
                    </a:p>
                  </a:txBody>
                  <a:tcPr anchor="ctr">
                    <a:lnR w="0">
                      <a:noFill/>
                    </a:lnR>
                  </a:tcPr>
                </a:tc>
                <a:tc>
                  <a:txBody>
                    <a:bodyPr/>
                    <a:lstStyle/>
                    <a:p>
                      <a:pPr lvl="0" algn="l">
                        <a:buNone/>
                      </a:pPr>
                      <a:r>
                        <a:rPr lang="en-US" sz="1100" b="1" i="0" u="none" strike="noStrike" noProof="0">
                          <a:effectLst/>
                          <a:latin typeface="CVS Health Sans"/>
                        </a:rPr>
                        <a:t>Update Promise Time Schedule </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ctr">
                        <a:buNone/>
                      </a:pPr>
                      <a:r>
                        <a:rPr lang="en-US" sz="1000" b="0" i="0" u="none" strike="noStrike" noProof="0"/>
                        <a:t>12</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Calibri"/>
                        </a:rPr>
                        <a:t>Fill Experience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Calibri"/>
                        </a:rPr>
                        <a:t>Lindsey B</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865279095"/>
                  </a:ext>
                </a:extLst>
              </a:tr>
              <a:tr h="320040">
                <a:tc>
                  <a:txBody>
                    <a:bodyPr/>
                    <a:lstStyle/>
                    <a:p>
                      <a:pPr lvl="0" algn="l">
                        <a:buNone/>
                      </a:pPr>
                      <a:r>
                        <a:rPr lang="en-US" sz="1100" b="1" i="0" u="none" strike="noStrike">
                          <a:solidFill>
                            <a:srgbClr val="000000"/>
                          </a:solidFill>
                          <a:effectLst/>
                          <a:latin typeface="Calibri"/>
                        </a:rPr>
                        <a:t>9</a:t>
                      </a:r>
                    </a:p>
                  </a:txBody>
                  <a:tcPr anchor="ctr">
                    <a:lnR w="0">
                      <a:noFill/>
                    </a:lnR>
                  </a:tcPr>
                </a:tc>
                <a:tc>
                  <a:txBody>
                    <a:bodyPr/>
                    <a:lstStyle/>
                    <a:p>
                      <a:pPr lvl="0" algn="l">
                        <a:lnSpc>
                          <a:spcPct val="100000"/>
                        </a:lnSpc>
                        <a:spcBef>
                          <a:spcPts val="0"/>
                        </a:spcBef>
                        <a:spcAft>
                          <a:spcPts val="0"/>
                        </a:spcAft>
                        <a:buNone/>
                      </a:pPr>
                      <a:r>
                        <a:rPr lang="en-US" sz="1100" b="1" i="0" u="none" strike="noStrike" noProof="0">
                          <a:effectLst/>
                          <a:latin typeface="CVS Health Sans"/>
                        </a:rPr>
                        <a:t>Action Note Banner on the Mobile App Pharmacy Dashboard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000"/>
                        <a:t>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100" b="0" i="0" u="none" strike="noStrike">
                          <a:solidFill>
                            <a:srgbClr val="000000"/>
                          </a:solidFill>
                          <a:effectLst/>
                          <a:latin typeface="Calibri"/>
                        </a:rPr>
                        <a:t>Onboarding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l" fontAlgn="ctr"/>
                      <a:r>
                        <a:rPr lang="en-US" sz="1100" b="0" i="0" u="none" strike="noStrike">
                          <a:solidFill>
                            <a:srgbClr val="000000"/>
                          </a:solidFill>
                          <a:effectLst/>
                          <a:latin typeface="Calibri"/>
                        </a:rPr>
                        <a:t>Brett F</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3724146384"/>
                  </a:ext>
                </a:extLst>
              </a:tr>
              <a:tr h="320040">
                <a:tc>
                  <a:txBody>
                    <a:bodyPr/>
                    <a:lstStyle/>
                    <a:p>
                      <a:pPr lvl="0" algn="l">
                        <a:buNone/>
                      </a:pPr>
                      <a:r>
                        <a:rPr lang="en-US" sz="1100" b="1" i="0" u="none" strike="noStrike">
                          <a:solidFill>
                            <a:srgbClr val="000000"/>
                          </a:solidFill>
                          <a:effectLst/>
                          <a:latin typeface="Calibri"/>
                        </a:rPr>
                        <a:t>10</a:t>
                      </a:r>
                    </a:p>
                  </a:txBody>
                  <a:tcPr anchor="ctr">
                    <a:lnR w="0">
                      <a:noFill/>
                    </a:lnR>
                  </a:tcPr>
                </a:tc>
                <a:tc>
                  <a:txBody>
                    <a:bodyPr/>
                    <a:lstStyle/>
                    <a:p>
                      <a:pPr lvl="0" algn="l">
                        <a:buNone/>
                      </a:pPr>
                      <a:r>
                        <a:rPr lang="en-US" sz="1100" b="1" i="0" u="none" strike="noStrike" noProof="0">
                          <a:effectLst/>
                          <a:latin typeface="CVS Health Sans"/>
                        </a:rPr>
                        <a:t>Allow Ready for pickup card to lead straight to the cart for eligible Rx (App)</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100" b="0" i="0" u="none" strike="noStrike">
                          <a:solidFill>
                            <a:srgbClr val="000000"/>
                          </a:solidFill>
                          <a:effectLst/>
                          <a:latin typeface="Calibri"/>
                        </a:rPr>
                        <a:t>14</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0" i="0" u="none" strike="noStrike" kern="1200">
                          <a:solidFill>
                            <a:srgbClr val="000000"/>
                          </a:solidFill>
                          <a:effectLst/>
                          <a:latin typeface="Calibri"/>
                          <a:ea typeface="+mn-ea"/>
                          <a:cs typeface="+mn-cs"/>
                        </a:rPr>
                        <a:t>Onboarding</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l">
                        <a:buNone/>
                      </a:pPr>
                      <a:r>
                        <a:rPr lang="en-US" sz="1100" b="0" i="0" u="none" strike="noStrike" noProof="0">
                          <a:solidFill>
                            <a:srgbClr val="000000"/>
                          </a:solidFill>
                          <a:effectLst/>
                          <a:latin typeface="Calibri"/>
                        </a:rPr>
                        <a:t>Brett F</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99729145"/>
                  </a:ext>
                </a:extLst>
              </a:tr>
              <a:tr h="320040">
                <a:tc>
                  <a:txBody>
                    <a:bodyPr/>
                    <a:lstStyle/>
                    <a:p>
                      <a:pPr lvl="0" algn="l">
                        <a:buNone/>
                      </a:pPr>
                      <a:r>
                        <a:rPr lang="en-US" sz="1100" b="1" i="0" u="none" strike="noStrike">
                          <a:solidFill>
                            <a:srgbClr val="000000"/>
                          </a:solidFill>
                          <a:effectLst/>
                          <a:latin typeface="Calibri"/>
                        </a:rPr>
                        <a:t>11</a:t>
                      </a:r>
                    </a:p>
                  </a:txBody>
                  <a:tcPr anchor="ctr">
                    <a:lnR w="0">
                      <a:noFill/>
                    </a:lnR>
                  </a:tcPr>
                </a:tc>
                <a:tc>
                  <a:txBody>
                    <a:bodyPr/>
                    <a:lstStyle/>
                    <a:p>
                      <a:pPr lvl="0" algn="l">
                        <a:buNone/>
                      </a:pPr>
                      <a:r>
                        <a:rPr lang="en-US" sz="1100" b="1" i="0" u="none" strike="noStrike" noProof="0">
                          <a:effectLst/>
                          <a:latin typeface="CVS Health Sans"/>
                        </a:rPr>
                        <a:t>Barcode Pickup on Order Ready Page</a:t>
                      </a:r>
                    </a:p>
                  </a:txBody>
                  <a:tcPr anchor="ctr">
                    <a:lnL w="0">
                      <a:noFill/>
                    </a:lnL>
                    <a:lnR w="0">
                      <a:noFill/>
                    </a:lnR>
                  </a:tcPr>
                </a:tc>
                <a:tc>
                  <a:txBody>
                    <a:bodyPr/>
                    <a:lstStyle/>
                    <a:p>
                      <a:pPr lvl="0" algn="ctr">
                        <a:buNone/>
                      </a:pPr>
                      <a:r>
                        <a:rPr lang="en-US" sz="1100" b="0" i="0" u="none" strike="noStrike">
                          <a:solidFill>
                            <a:srgbClr val="000000"/>
                          </a:solidFill>
                          <a:effectLst/>
                          <a:latin typeface="Calibri"/>
                        </a:rPr>
                        <a:t>15</a:t>
                      </a:r>
                    </a:p>
                  </a:txBody>
                  <a:tcPr anchor="ctr">
                    <a:lnL w="0">
                      <a:noFill/>
                    </a:lnL>
                    <a:lnR w="0">
                      <a:noFill/>
                    </a:lnR>
                  </a:tcPr>
                </a:tc>
                <a:tc>
                  <a:txBody>
                    <a:bodyPr/>
                    <a:lstStyle/>
                    <a:p>
                      <a:pPr marL="0" lvl="0" algn="l" defTabSz="457200" rtl="0" eaLnBrk="1" latinLnBrk="0" hangingPunct="1">
                        <a:buNone/>
                      </a:pPr>
                      <a:r>
                        <a:rPr lang="en-US" sz="1100" b="0" i="0" u="none" strike="noStrike" kern="1200">
                          <a:solidFill>
                            <a:srgbClr val="000000"/>
                          </a:solidFill>
                          <a:effectLst/>
                          <a:latin typeface="Calibri"/>
                          <a:ea typeface="+mn-ea"/>
                          <a:cs typeface="+mn-cs"/>
                        </a:rPr>
                        <a:t>DESE</a:t>
                      </a:r>
                    </a:p>
                  </a:txBody>
                  <a:tcPr anchor="ctr">
                    <a:lnL w="0">
                      <a:noFill/>
                    </a:lnL>
                    <a:lnR w="0">
                      <a:noFill/>
                    </a:lnR>
                  </a:tcPr>
                </a:tc>
                <a:tc>
                  <a:txBody>
                    <a:bodyPr/>
                    <a:lstStyle/>
                    <a:p>
                      <a:pPr lvl="0" algn="l">
                        <a:buNone/>
                      </a:pPr>
                      <a:r>
                        <a:rPr lang="en-US" sz="1100" b="0" i="0" u="none" strike="noStrike" noProof="0">
                          <a:solidFill>
                            <a:srgbClr val="000000"/>
                          </a:solidFill>
                          <a:effectLst/>
                          <a:latin typeface="Calibri"/>
                        </a:rPr>
                        <a:t>Jessica S</a:t>
                      </a:r>
                    </a:p>
                  </a:txBody>
                  <a:tcPr anchor="ctr">
                    <a:lnL w="0">
                      <a:noFill/>
                    </a:lnL>
                    <a:lnR w="0">
                      <a:noFill/>
                    </a:lnR>
                  </a:tcPr>
                </a:tc>
                <a:extLst>
                  <a:ext uri="{0D108BD9-81ED-4DB2-BD59-A6C34878D82A}">
                    <a16:rowId xmlns:a16="http://schemas.microsoft.com/office/drawing/2014/main" val="1550173592"/>
                  </a:ext>
                </a:extLst>
              </a:tr>
              <a:tr h="320040">
                <a:tc>
                  <a:txBody>
                    <a:bodyPr/>
                    <a:lstStyle/>
                    <a:p>
                      <a:pPr lvl="0" algn="l">
                        <a:buNone/>
                      </a:pPr>
                      <a:r>
                        <a:rPr lang="en-US" sz="1100" b="1" i="0" u="none" strike="noStrike">
                          <a:solidFill>
                            <a:srgbClr val="000000"/>
                          </a:solidFill>
                          <a:effectLst/>
                          <a:latin typeface="Calibri"/>
                        </a:rPr>
                        <a:t>12</a:t>
                      </a:r>
                    </a:p>
                  </a:txBody>
                  <a:tcPr anchor="ctr">
                    <a:lnR w="0">
                      <a:noFill/>
                    </a:lnR>
                  </a:tcPr>
                </a:tc>
                <a:tc>
                  <a:txBody>
                    <a:bodyPr/>
                    <a:lstStyle/>
                    <a:p>
                      <a:pPr lvl="0" algn="l">
                        <a:buNone/>
                      </a:pPr>
                      <a:r>
                        <a:rPr lang="en-US" sz="1100" b="1" i="0" u="none" strike="noStrike" noProof="0">
                          <a:effectLst/>
                          <a:latin typeface="CVS Health Sans"/>
                        </a:rPr>
                        <a:t>Rx Solution: Lean Team Highlights</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algn="ctr" fontAlgn="ctr"/>
                      <a:r>
                        <a:rPr lang="en-US" sz="1100" b="0" i="0" u="none" strike="noStrike">
                          <a:solidFill>
                            <a:srgbClr val="000000"/>
                          </a:solidFill>
                          <a:effectLst/>
                          <a:latin typeface="Calibri"/>
                        </a:rPr>
                        <a:t>16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l">
                        <a:buNone/>
                      </a:pPr>
                      <a:r>
                        <a:rPr lang="en-US" sz="1100" b="0" i="0" u="none" strike="noStrike" kern="1200">
                          <a:solidFill>
                            <a:srgbClr val="000000"/>
                          </a:solidFill>
                          <a:effectLst/>
                          <a:latin typeface="Calibri"/>
                          <a:ea typeface="+mn-ea"/>
                          <a:cs typeface="+mn-cs"/>
                        </a:rPr>
                        <a:t>DESE, x-Pod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tc>
                  <a:txBody>
                    <a:bodyPr/>
                    <a:lstStyle/>
                    <a:p>
                      <a:pPr lvl="0" algn="l">
                        <a:buNone/>
                      </a:pPr>
                      <a:r>
                        <a:rPr lang="en-US" sz="1100" b="0" i="0" u="none" strike="noStrike" noProof="0">
                          <a:solidFill>
                            <a:srgbClr val="000000"/>
                          </a:solidFill>
                          <a:effectLst/>
                          <a:latin typeface="Calibri"/>
                        </a:rPr>
                        <a:t>Prachi Joshi</a:t>
                      </a:r>
                      <a:endParaRPr lang="en-US"/>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tcPr>
                </a:tc>
                <a:extLst>
                  <a:ext uri="{0D108BD9-81ED-4DB2-BD59-A6C34878D82A}">
                    <a16:rowId xmlns:a16="http://schemas.microsoft.com/office/drawing/2014/main" val="2103604033"/>
                  </a:ext>
                </a:extLst>
              </a:tr>
            </a:tbl>
          </a:graphicData>
        </a:graphic>
      </p:graphicFrame>
      <p:graphicFrame>
        <p:nvGraphicFramePr>
          <p:cNvPr id="4" name="Object 3" hidden="1">
            <a:extLst>
              <a:ext uri="{FF2B5EF4-FFF2-40B4-BE49-F238E27FC236}">
                <a16:creationId xmlns:a16="http://schemas.microsoft.com/office/drawing/2014/main" id="{E8E85FF2-B748-457D-9151-952F0C674827}"/>
              </a:ext>
            </a:extLst>
          </p:cNvPr>
          <p:cNvGraphicFramePr>
            <a:graphicFrameLocks noChangeAspect="1"/>
          </p:cNvGraphicFramePr>
          <p:nvPr>
            <p:custDataLst>
              <p:tags r:id="rId1"/>
            </p:custDataLst>
            <p:extLst>
              <p:ext uri="{D42A27DB-BD31-4B8C-83A1-F6EECF244321}">
                <p14:modId xmlns:p14="http://schemas.microsoft.com/office/powerpoint/2010/main" val="16721550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4" name="Object 3" hidden="1">
                        <a:extLst>
                          <a:ext uri="{FF2B5EF4-FFF2-40B4-BE49-F238E27FC236}">
                            <a16:creationId xmlns:a16="http://schemas.microsoft.com/office/drawing/2014/main" id="{E8E85FF2-B748-457D-9151-952F0C6748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9A107F4-29B5-4731-8E5D-E8F07D2E521F}"/>
              </a:ext>
            </a:extLst>
          </p:cNvPr>
          <p:cNvSpPr>
            <a:spLocks noGrp="1"/>
          </p:cNvSpPr>
          <p:nvPr>
            <p:ph type="title"/>
          </p:nvPr>
        </p:nvSpPr>
        <p:spPr>
          <a:xfrm>
            <a:off x="488490" y="288772"/>
            <a:ext cx="9667726" cy="713232"/>
          </a:xfrm>
        </p:spPr>
        <p:txBody>
          <a:bodyPr vert="horz"/>
          <a:lstStyle/>
          <a:p>
            <a:r>
              <a:rPr lang="en-US"/>
              <a:t>PI4 Demos by Customer Experience</a:t>
            </a:r>
            <a:endParaRPr lang="en-US">
              <a:highlight>
                <a:srgbClr val="FFFF00"/>
              </a:highlight>
            </a:endParaRPr>
          </a:p>
        </p:txBody>
      </p:sp>
      <p:sp>
        <p:nvSpPr>
          <p:cNvPr id="16" name="TextBox 15">
            <a:extLst>
              <a:ext uri="{FF2B5EF4-FFF2-40B4-BE49-F238E27FC236}">
                <a16:creationId xmlns:a16="http://schemas.microsoft.com/office/drawing/2014/main" id="{46871A1B-4AA0-4900-BDD8-737ABD74E1D1}"/>
              </a:ext>
            </a:extLst>
          </p:cNvPr>
          <p:cNvSpPr txBox="1"/>
          <p:nvPr/>
        </p:nvSpPr>
        <p:spPr>
          <a:xfrm>
            <a:off x="719390" y="5619385"/>
            <a:ext cx="9205926" cy="900246"/>
          </a:xfrm>
          <a:prstGeom prst="rect">
            <a:avLst/>
          </a:prstGeom>
          <a:noFill/>
        </p:spPr>
        <p:txBody>
          <a:bodyPr wrap="square" lIns="91440" tIns="45720" rIns="91440" bIns="45720" anchor="t">
            <a:spAutoFit/>
          </a:bodyPr>
          <a:lstStyle/>
          <a:p>
            <a:r>
              <a:rPr lang="en-US" sz="1050">
                <a:solidFill>
                  <a:schemeClr val="tx2"/>
                </a:solidFill>
              </a:rPr>
              <a:t>Note: Many of these demos released Late in the PI and are too new to report on success metrics. We will send out a consolidated update on </a:t>
            </a:r>
            <a:r>
              <a:rPr lang="en-US" sz="1050" u="none" strike="noStrike" kern="1200">
                <a:solidFill>
                  <a:schemeClr val="tx2"/>
                </a:solidFill>
                <a:effectLst/>
                <a:latin typeface="+mn-lt"/>
                <a:ea typeface="+mn-ea"/>
                <a:cs typeface="+mn-cs"/>
              </a:rPr>
              <a:t>Impact Metrics</a:t>
            </a:r>
            <a:r>
              <a:rPr lang="en-US" sz="1050">
                <a:solidFill>
                  <a:schemeClr val="tx2"/>
                </a:solidFill>
              </a:rPr>
              <a:t> </a:t>
            </a:r>
            <a:r>
              <a:rPr lang="en-US" sz="1050" u="none" strike="noStrike" kern="1200">
                <a:solidFill>
                  <a:schemeClr val="tx2"/>
                </a:solidFill>
                <a:effectLst/>
                <a:latin typeface="+mn-lt"/>
                <a:ea typeface="+mn-ea"/>
                <a:cs typeface="+mn-cs"/>
              </a:rPr>
              <a:t> </a:t>
            </a:r>
            <a:r>
              <a:rPr lang="en-US" sz="1050" b="1" u="none" strike="noStrike" kern="1200">
                <a:solidFill>
                  <a:schemeClr val="tx2"/>
                </a:solidFill>
                <a:effectLst/>
                <a:latin typeface="+mn-lt"/>
                <a:ea typeface="+mn-ea"/>
                <a:cs typeface="+mn-cs"/>
              </a:rPr>
              <a:t>by ~ </a:t>
            </a:r>
            <a:r>
              <a:rPr lang="en-US" sz="1050" b="1">
                <a:solidFill>
                  <a:schemeClr val="tx2"/>
                </a:solidFill>
              </a:rPr>
              <a:t>02/28</a:t>
            </a:r>
            <a:endParaRPr lang="en-US" sz="1050" b="1" u="none" strike="noStrike" kern="1200">
              <a:solidFill>
                <a:schemeClr val="tx2"/>
              </a:solidFill>
              <a:effectLst/>
              <a:latin typeface="+mn-lt"/>
              <a:ea typeface="+mn-ea"/>
              <a:cs typeface="+mn-cs"/>
            </a:endParaRPr>
          </a:p>
          <a:p>
            <a:endParaRPr lang="en-US" sz="1050"/>
          </a:p>
          <a:p>
            <a:endParaRPr lang="en-US" sz="1050"/>
          </a:p>
          <a:p>
            <a:endParaRPr lang="en-US" sz="1050"/>
          </a:p>
        </p:txBody>
      </p:sp>
      <p:pic>
        <p:nvPicPr>
          <p:cNvPr id="23" name="Picture 4" descr="​Folder icon">
            <a:extLst>
              <a:ext uri="{FF2B5EF4-FFF2-40B4-BE49-F238E27FC236}">
                <a16:creationId xmlns:a16="http://schemas.microsoft.com/office/drawing/2014/main" id="{8E4F45BC-D329-4975-8088-7A513031C3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7372" y="6123316"/>
            <a:ext cx="152400" cy="15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300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4" imgW="473" imgH="476" progId="TCLayout.ActiveDocument.1">
                  <p:embed/>
                </p:oleObj>
              </mc:Choice>
              <mc:Fallback>
                <p:oleObj name="think-cell Slide" r:id="rId4"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5"/>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774575" y="724586"/>
            <a:ext cx="7168154" cy="713232"/>
          </a:xfrm>
        </p:spPr>
        <p:txBody>
          <a:bodyPr vert="horz"/>
          <a:lstStyle/>
          <a:p>
            <a:r>
              <a:rPr lang="en-US">
                <a:latin typeface="CVS Health Sans"/>
              </a:rPr>
              <a:t>Cash Discount Tool – Search Enhancements </a:t>
            </a:r>
            <a:r>
              <a:rPr lang="en-US" i="1">
                <a:solidFill>
                  <a:srgbClr val="1287F2"/>
                </a:solidFill>
                <a:latin typeface="CVS Health Sans"/>
              </a:rPr>
              <a:t>Scheduled for Release 2/7</a:t>
            </a: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774575" y="2314195"/>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701812" y="2043687"/>
            <a:ext cx="5610835" cy="2492990"/>
          </a:xfrm>
          <a:prstGeom prst="rect">
            <a:avLst/>
          </a:prstGeom>
          <a:noFill/>
        </p:spPr>
        <p:txBody>
          <a:bodyPr wrap="square" lIns="91440" tIns="45720" rIns="91440" bIns="45720" anchor="t">
            <a:spAutoFit/>
          </a:bodyPr>
          <a:lstStyle/>
          <a:p>
            <a:pPr fontAlgn="base"/>
            <a:r>
              <a:rPr lang="en-US" sz="1200" b="1" dirty="0">
                <a:solidFill>
                  <a:srgbClr val="000000"/>
                </a:solidFill>
                <a:latin typeface="Arial"/>
                <a:cs typeface="Arial"/>
              </a:rPr>
              <a:t>Background:</a:t>
            </a:r>
            <a:r>
              <a:rPr lang="en-US" sz="1200" dirty="0">
                <a:solidFill>
                  <a:srgbClr val="000000"/>
                </a:solidFill>
                <a:latin typeface="Arial"/>
                <a:cs typeface="Arial"/>
              </a:rPr>
              <a:t> The Cash Discount Tool (CDT) allows p</a:t>
            </a:r>
            <a:r>
              <a:rPr lang="en-US" sz="1200" dirty="0">
                <a:ea typeface="+mn-lt"/>
                <a:cs typeface="+mn-lt"/>
              </a:rPr>
              <a:t>atients can search for off-benefit, cash-savings discounts from our third-party partners on </a:t>
            </a:r>
            <a:r>
              <a:rPr lang="en-US" sz="1200" dirty="0" err="1">
                <a:ea typeface="+mn-lt"/>
                <a:cs typeface="+mn-lt"/>
              </a:rPr>
              <a:t>CVS.com</a:t>
            </a:r>
            <a:r>
              <a:rPr lang="en-US" sz="1200" dirty="0">
                <a:ea typeface="+mn-lt"/>
                <a:cs typeface="+mn-lt"/>
              </a:rPr>
              <a:t>.  </a:t>
            </a:r>
            <a:endParaRPr lang="en-US" sz="1200" dirty="0">
              <a:latin typeface="CVS Health Sans"/>
              <a:cs typeface="Arial"/>
            </a:endParaRPr>
          </a:p>
          <a:p>
            <a:endParaRPr lang="en-US" sz="1200" b="1" dirty="0">
              <a:solidFill>
                <a:srgbClr val="000000"/>
              </a:solidFill>
              <a:latin typeface="Arial"/>
              <a:cs typeface="Arial"/>
            </a:endParaRPr>
          </a:p>
          <a:p>
            <a:r>
              <a:rPr lang="en-US" sz="1200" b="1" i="0" u="none" strike="noStrike" dirty="0">
                <a:solidFill>
                  <a:srgbClr val="000000"/>
                </a:solidFill>
                <a:effectLst/>
                <a:latin typeface="Arial"/>
                <a:cs typeface="Arial"/>
              </a:rPr>
              <a:t>Problem:</a:t>
            </a:r>
            <a:r>
              <a:rPr lang="en-US" sz="1200" b="1" dirty="0">
                <a:solidFill>
                  <a:srgbClr val="000000"/>
                </a:solidFill>
                <a:latin typeface="Arial"/>
                <a:cs typeface="Arial"/>
              </a:rPr>
              <a:t> </a:t>
            </a:r>
            <a:r>
              <a:rPr lang="en-US" sz="1200" dirty="0">
                <a:solidFill>
                  <a:srgbClr val="000000"/>
                </a:solidFill>
                <a:latin typeface="Arial"/>
                <a:cs typeface="Arial"/>
              </a:rPr>
              <a:t>On average, there was 1 error for every visit to the CDT. The majority of these errors (~80%) were due to 'drug name' errors in the drug search field due to misspellings, incompleteness, or special characters. In addition, patients do not have a way to configure their search results by form, strength, and </a:t>
            </a:r>
            <a:r>
              <a:rPr lang="en-US" sz="1200" dirty="0" err="1">
                <a:solidFill>
                  <a:srgbClr val="000000"/>
                </a:solidFill>
                <a:latin typeface="Arial"/>
                <a:cs typeface="Arial"/>
              </a:rPr>
              <a:t>quanity</a:t>
            </a:r>
            <a:r>
              <a:rPr lang="en-US" sz="1200" dirty="0">
                <a:solidFill>
                  <a:srgbClr val="000000"/>
                </a:solidFill>
                <a:latin typeface="Arial"/>
                <a:cs typeface="Arial"/>
              </a:rPr>
              <a:t>. </a:t>
            </a:r>
            <a:endParaRPr lang="en-US" sz="1200" b="0" i="0" dirty="0">
              <a:solidFill>
                <a:srgbClr val="000000"/>
              </a:solidFill>
              <a:effectLst/>
              <a:latin typeface="Arial"/>
              <a:cs typeface="Arial"/>
            </a:endParaRPr>
          </a:p>
          <a:p>
            <a:pPr algn="l" rtl="0" fontAlgn="base">
              <a:buFont typeface="Arial" panose="020B0604020202020204" pitchFamily="34" charset="0"/>
              <a:buChar char="•"/>
            </a:pPr>
            <a:endParaRPr lang="en-US" sz="1200" b="0" i="0" dirty="0">
              <a:solidFill>
                <a:srgbClr val="000000"/>
              </a:solidFill>
              <a:effectLst/>
              <a:latin typeface="Arial" panose="020B0604020202020204" pitchFamily="34" charset="0"/>
            </a:endParaRPr>
          </a:p>
          <a:p>
            <a:pPr fontAlgn="base"/>
            <a:r>
              <a:rPr lang="en-US" sz="1200" b="1" i="0" u="none" strike="noStrike" dirty="0">
                <a:solidFill>
                  <a:srgbClr val="000000"/>
                </a:solidFill>
                <a:effectLst/>
                <a:latin typeface="CVS Health Sans"/>
              </a:rPr>
              <a:t>Solution:</a:t>
            </a:r>
            <a:r>
              <a:rPr lang="en-US" sz="1200" b="1" dirty="0">
                <a:solidFill>
                  <a:srgbClr val="000000"/>
                </a:solidFill>
                <a:latin typeface="CVS Health Sans"/>
              </a:rPr>
              <a:t> </a:t>
            </a:r>
            <a:r>
              <a:rPr lang="en-US" sz="1200" dirty="0">
                <a:solidFill>
                  <a:srgbClr val="000000"/>
                </a:solidFill>
                <a:latin typeface="CVS Health Sans"/>
              </a:rPr>
              <a:t>Elastic search will be implemented on the drug search field for CDT so that patients can more easily find the drug name they are searching for. Additionally, a configurable search results page will be implemented that allows patients to configure strength, form, and dosage.  </a:t>
            </a:r>
            <a:endParaRPr lang="en-US" sz="1200" dirty="0">
              <a:solidFill>
                <a:srgbClr val="3F3F3F"/>
              </a:solidFill>
              <a:latin typeface="CVS Health Sans"/>
            </a:endParaRPr>
          </a:p>
        </p:txBody>
      </p:sp>
      <p:sp>
        <p:nvSpPr>
          <p:cNvPr id="27" name="TextBox 26">
            <a:extLst>
              <a:ext uri="{FF2B5EF4-FFF2-40B4-BE49-F238E27FC236}">
                <a16:creationId xmlns:a16="http://schemas.microsoft.com/office/drawing/2014/main" id="{199CA3DB-4768-4C5C-9145-D28DB41FBB98}"/>
              </a:ext>
            </a:extLst>
          </p:cNvPr>
          <p:cNvSpPr txBox="1"/>
          <p:nvPr/>
        </p:nvSpPr>
        <p:spPr>
          <a:xfrm>
            <a:off x="774575" y="5075397"/>
            <a:ext cx="5615253" cy="1384995"/>
          </a:xfrm>
          <a:prstGeom prst="rect">
            <a:avLst/>
          </a:prstGeom>
          <a:noFill/>
        </p:spPr>
        <p:txBody>
          <a:bodyPr wrap="square" lIns="91440" tIns="45720" rIns="91440" bIns="45720" anchor="t">
            <a:spAutoFit/>
          </a:bodyPr>
          <a:lstStyle/>
          <a:p>
            <a:pPr fontAlgn="base"/>
            <a:r>
              <a:rPr lang="en-US" sz="1200" dirty="0">
                <a:solidFill>
                  <a:srgbClr val="000000"/>
                </a:solidFill>
                <a:latin typeface="CVS Health Sans"/>
              </a:rPr>
              <a:t>Scheduled release on 2/7/23</a:t>
            </a:r>
            <a:endParaRPr lang="en-US" sz="1200" dirty="0">
              <a:solidFill>
                <a:srgbClr val="000000"/>
              </a:solidFill>
              <a:latin typeface="CVS Health Sans" panose="020B0504020202020204" pitchFamily="34" charset="0"/>
            </a:endParaRPr>
          </a:p>
          <a:p>
            <a:pPr algn="l" rtl="0" fontAlgn="base"/>
            <a:endParaRPr lang="en-US" sz="1200" dirty="0">
              <a:solidFill>
                <a:srgbClr val="000000"/>
              </a:solidFill>
              <a:latin typeface="CVS Health Sans" panose="020B0504020202020204" pitchFamily="34" charset="0"/>
            </a:endParaRPr>
          </a:p>
          <a:p>
            <a:pPr algn="l" rtl="0" fontAlgn="base"/>
            <a:r>
              <a:rPr lang="en-US" sz="1200" dirty="0">
                <a:solidFill>
                  <a:srgbClr val="000000"/>
                </a:solidFill>
                <a:latin typeface="CVS Health Sans"/>
              </a:rPr>
              <a:t>​</a:t>
            </a:r>
            <a:r>
              <a:rPr lang="en-US" sz="1200" b="1" dirty="0">
                <a:solidFill>
                  <a:srgbClr val="000000"/>
                </a:solidFill>
                <a:latin typeface="CVS Health Sans"/>
              </a:rPr>
              <a:t>Impact</a:t>
            </a:r>
          </a:p>
          <a:p>
            <a:pPr marL="171450" indent="-171450">
              <a:buFont typeface="Arial" panose="020B0604020202020204" pitchFamily="34" charset="0"/>
              <a:buChar char="•"/>
            </a:pPr>
            <a:r>
              <a:rPr lang="en-US" sz="1200" dirty="0">
                <a:solidFill>
                  <a:srgbClr val="000000"/>
                </a:solidFill>
                <a:latin typeface="CVS Health Sans"/>
              </a:rPr>
              <a:t>Reduce the number of errors per visit to the Cash Discount Tool from 1.0 to &lt;0.2</a:t>
            </a:r>
            <a:endParaRPr lang="en-US" sz="1200" dirty="0">
              <a:solidFill>
                <a:srgbClr val="000000"/>
              </a:solidFill>
              <a:latin typeface="CVS Health Sans" panose="020B0504020202020204" pitchFamily="34" charset="0"/>
            </a:endParaRPr>
          </a:p>
          <a:p>
            <a:pPr marL="171450" indent="-171450">
              <a:buFont typeface="Arial" panose="020B0604020202020204" pitchFamily="34" charset="0"/>
              <a:buChar char="•"/>
            </a:pPr>
            <a:r>
              <a:rPr lang="en-US" sz="1200" dirty="0">
                <a:solidFill>
                  <a:srgbClr val="000000"/>
                </a:solidFill>
                <a:latin typeface="CVS Health Sans"/>
              </a:rPr>
              <a:t>Increase the number of drug searches per visit from 1.0 to 1.1 (10% increase) </a:t>
            </a:r>
            <a:endParaRPr lang="en-US" sz="1200" dirty="0">
              <a:solidFill>
                <a:srgbClr val="000000"/>
              </a:solidFill>
              <a:latin typeface="CVS Health Sans" panose="020B0504020202020204" pitchFamily="34" charset="0"/>
            </a:endParaRPr>
          </a:p>
          <a:p>
            <a:pPr fontAlgn="base"/>
            <a:endParaRPr lang="en-US" sz="1200" dirty="0">
              <a:solidFill>
                <a:srgbClr val="000000"/>
              </a:solidFill>
              <a:latin typeface="CVS Health Sans" panose="020B0504020202020204" pitchFamily="34" charset="0"/>
            </a:endParaRPr>
          </a:p>
          <a:p>
            <a:pPr fontAlgn="base"/>
            <a:endParaRPr lang="en-US" sz="1200" dirty="0">
              <a:solidFill>
                <a:srgbClr val="000000"/>
              </a:solidFill>
              <a:latin typeface="CVS Health Sans" panose="020B0504020202020204" pitchFamily="34" charset="0"/>
            </a:endParaRP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774575" y="4622219"/>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774575" y="1549199"/>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extLst>
              <p:ext uri="{D42A27DB-BD31-4B8C-83A1-F6EECF244321}">
                <p14:modId xmlns:p14="http://schemas.microsoft.com/office/powerpoint/2010/main" val="4234128896"/>
              </p:ext>
            </p:extLst>
          </p:nvPr>
        </p:nvGraphicFramePr>
        <p:xfrm>
          <a:off x="10103587" y="116965"/>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Nam N</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24" name="TextBox 23">
            <a:extLst>
              <a:ext uri="{FF2B5EF4-FFF2-40B4-BE49-F238E27FC236}">
                <a16:creationId xmlns:a16="http://schemas.microsoft.com/office/drawing/2014/main" id="{52499368-21E4-4F8B-8535-BA68FC2EC1E4}"/>
              </a:ext>
            </a:extLst>
          </p:cNvPr>
          <p:cNvSpPr txBox="1"/>
          <p:nvPr/>
        </p:nvSpPr>
        <p:spPr>
          <a:xfrm>
            <a:off x="6971734" y="1116014"/>
            <a:ext cx="1031742" cy="215444"/>
          </a:xfrm>
          <a:prstGeom prst="rect">
            <a:avLst/>
          </a:prstGeom>
          <a:solidFill>
            <a:schemeClr val="accent2"/>
          </a:solidFill>
        </p:spPr>
        <p:txBody>
          <a:bodyPr wrap="square" lIns="0" tIns="0" rIns="0" bIns="0" rtlCol="0">
            <a:spAutoFit/>
          </a:bodyPr>
          <a:lstStyle/>
          <a:p>
            <a:pPr algn="ctr"/>
            <a:r>
              <a:rPr lang="en-US" sz="1400" b="1">
                <a:solidFill>
                  <a:schemeClr val="bg1"/>
                </a:solidFill>
              </a:rPr>
              <a:t>Before</a:t>
            </a:r>
          </a:p>
        </p:txBody>
      </p:sp>
      <p:sp>
        <p:nvSpPr>
          <p:cNvPr id="3" name="Rectangle 2">
            <a:extLst>
              <a:ext uri="{FF2B5EF4-FFF2-40B4-BE49-F238E27FC236}">
                <a16:creationId xmlns:a16="http://schemas.microsoft.com/office/drawing/2014/main" id="{4CA42E0C-0C04-4E48-9EA6-B74136D6ACD0}"/>
              </a:ext>
            </a:extLst>
          </p:cNvPr>
          <p:cNvSpPr/>
          <p:nvPr/>
        </p:nvSpPr>
        <p:spPr bwMode="gray">
          <a:xfrm>
            <a:off x="6570451" y="37777"/>
            <a:ext cx="3482109" cy="391039"/>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l"/>
            <a:endParaRPr lang="en-US" sz="1100" b="1" i="0" u="none" strike="noStrike">
              <a:solidFill>
                <a:schemeClr val="bg1"/>
              </a:solidFill>
              <a:effectLst/>
              <a:latin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endParaRPr>
          </a:p>
          <a:p>
            <a:pPr algn="l"/>
            <a:endParaRPr lang="en-US" sz="1100" b="1">
              <a:solidFill>
                <a:schemeClr val="bg1"/>
              </a:solidFill>
              <a:latin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endParaRPr>
          </a:p>
          <a:p>
            <a:pPr algn="l"/>
            <a:endParaRPr lang="en-US" sz="1100" b="1" i="0" u="none" strike="noStrike">
              <a:solidFill>
                <a:schemeClr val="bg1"/>
              </a:solidFill>
              <a:effectLst/>
              <a:latin typeface="Calibri" panose="020F0502020204030204" pitchFamily="34" charset="0"/>
              <a:cs typeface="Calibri" panose="020F0502020204030204" pitchFamily="34" charset="0"/>
              <a:hlinkClick r:id="rId6">
                <a:extLst>
                  <a:ext uri="{A12FA001-AC4F-418D-AE19-62706E023703}">
                    <ahyp:hlinkClr xmlns:ahyp="http://schemas.microsoft.com/office/drawing/2018/hyperlinkcolor" val="tx"/>
                  </a:ext>
                </a:extLst>
              </a:hlinkClick>
            </a:endParaRPr>
          </a:p>
          <a:p>
            <a:pPr algn="l"/>
            <a:r>
              <a:rPr lang="en-US" sz="1100" b="1">
                <a:solidFill>
                  <a:schemeClr val="bg1"/>
                </a:solidFill>
                <a:latin typeface="Calibri"/>
                <a:cs typeface="Calibri"/>
                <a:hlinkClick r:id="rId6">
                  <a:extLst>
                    <a:ext uri="{A12FA001-AC4F-418D-AE19-62706E023703}">
                      <ahyp:hlinkClr xmlns:ahyp="http://schemas.microsoft.com/office/drawing/2018/hyperlinkcolor" val="tx"/>
                    </a:ext>
                  </a:extLst>
                </a:hlinkClick>
              </a:rPr>
              <a:t>Associated Rally Epic URL:</a:t>
            </a:r>
          </a:p>
          <a:p>
            <a:r>
              <a:rPr lang="en-US" sz="1100" b="1">
                <a:solidFill>
                  <a:schemeClr val="bg1"/>
                </a:solidFill>
                <a:latin typeface="Calibri"/>
                <a:cs typeface="Calibri"/>
              </a:rPr>
              <a:t>E14970: Retail Saving Patients Money (SPM) Experiences</a:t>
            </a:r>
            <a:endParaRPr lang="en-US">
              <a:solidFill>
                <a:schemeClr val="bg1"/>
              </a:solidFill>
            </a:endParaRPr>
          </a:p>
          <a:p>
            <a:br>
              <a:rPr lang="en-US" b="0" i="0">
                <a:effectLst/>
                <a:latin typeface="inherit"/>
              </a:rPr>
            </a:br>
            <a:endParaRPr lang="en-US" b="1">
              <a:solidFill>
                <a:schemeClr val="bg1"/>
              </a:solidFill>
            </a:endParaRPr>
          </a:p>
        </p:txBody>
      </p:sp>
      <p:sp>
        <p:nvSpPr>
          <p:cNvPr id="6" name="TextBox 5">
            <a:extLst>
              <a:ext uri="{FF2B5EF4-FFF2-40B4-BE49-F238E27FC236}">
                <a16:creationId xmlns:a16="http://schemas.microsoft.com/office/drawing/2014/main" id="{77C5B3CC-F867-71EB-2845-8C5126721783}"/>
              </a:ext>
            </a:extLst>
          </p:cNvPr>
          <p:cNvSpPr txBox="1"/>
          <p:nvPr/>
        </p:nvSpPr>
        <p:spPr>
          <a:xfrm>
            <a:off x="7046439" y="3289955"/>
            <a:ext cx="1031742" cy="215444"/>
          </a:xfrm>
          <a:prstGeom prst="rect">
            <a:avLst/>
          </a:prstGeom>
          <a:solidFill>
            <a:schemeClr val="accent2"/>
          </a:solidFill>
        </p:spPr>
        <p:txBody>
          <a:bodyPr wrap="square" lIns="0" tIns="0" rIns="0" bIns="0" rtlCol="0" anchor="t">
            <a:spAutoFit/>
          </a:bodyPr>
          <a:lstStyle/>
          <a:p>
            <a:pPr algn="ctr"/>
            <a:r>
              <a:rPr lang="en-US" sz="1400" b="1">
                <a:solidFill>
                  <a:schemeClr val="bg1"/>
                </a:solidFill>
              </a:rPr>
              <a:t>After</a:t>
            </a:r>
            <a:endParaRPr lang="en-US"/>
          </a:p>
        </p:txBody>
      </p:sp>
      <p:pic>
        <p:nvPicPr>
          <p:cNvPr id="8" name="Picture 8" descr="Graphical user interface, text, application, email&#10;&#10;Description automatically generated">
            <a:extLst>
              <a:ext uri="{FF2B5EF4-FFF2-40B4-BE49-F238E27FC236}">
                <a16:creationId xmlns:a16="http://schemas.microsoft.com/office/drawing/2014/main" id="{EE0899B5-65A3-3459-AE40-5F6B1D489A0B}"/>
              </a:ext>
            </a:extLst>
          </p:cNvPr>
          <p:cNvPicPr>
            <a:picLocks noChangeAspect="1"/>
          </p:cNvPicPr>
          <p:nvPr/>
        </p:nvPicPr>
        <p:blipFill>
          <a:blip r:embed="rId7"/>
          <a:stretch>
            <a:fillRect/>
          </a:stretch>
        </p:blipFill>
        <p:spPr>
          <a:xfrm>
            <a:off x="6875930" y="1412398"/>
            <a:ext cx="3205629" cy="1817054"/>
          </a:xfrm>
          <a:prstGeom prst="rect">
            <a:avLst/>
          </a:prstGeom>
        </p:spPr>
      </p:pic>
      <p:pic>
        <p:nvPicPr>
          <p:cNvPr id="14" name="Picture 16" descr="Graphical user interface, application&#10;&#10;Description automatically generated">
            <a:extLst>
              <a:ext uri="{FF2B5EF4-FFF2-40B4-BE49-F238E27FC236}">
                <a16:creationId xmlns:a16="http://schemas.microsoft.com/office/drawing/2014/main" id="{EECFB03C-9E6E-9A07-C764-92D344A4E7DF}"/>
              </a:ext>
            </a:extLst>
          </p:cNvPr>
          <p:cNvPicPr>
            <a:picLocks noChangeAspect="1"/>
          </p:cNvPicPr>
          <p:nvPr/>
        </p:nvPicPr>
        <p:blipFill>
          <a:blip r:embed="rId8"/>
          <a:stretch>
            <a:fillRect/>
          </a:stretch>
        </p:blipFill>
        <p:spPr>
          <a:xfrm>
            <a:off x="6908800" y="3621821"/>
            <a:ext cx="2228850" cy="2027358"/>
          </a:xfrm>
          <a:prstGeom prst="rect">
            <a:avLst/>
          </a:prstGeom>
        </p:spPr>
      </p:pic>
      <p:sp>
        <p:nvSpPr>
          <p:cNvPr id="17" name="TextBox 16">
            <a:extLst>
              <a:ext uri="{FF2B5EF4-FFF2-40B4-BE49-F238E27FC236}">
                <a16:creationId xmlns:a16="http://schemas.microsoft.com/office/drawing/2014/main" id="{DD69ED6B-EAE4-A20F-60FC-A009FBE4F8C6}"/>
              </a:ext>
            </a:extLst>
          </p:cNvPr>
          <p:cNvSpPr txBox="1"/>
          <p:nvPr/>
        </p:nvSpPr>
        <p:spPr>
          <a:xfrm>
            <a:off x="8191500" y="1155700"/>
            <a:ext cx="4089400" cy="1384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900">
                <a:solidFill>
                  <a:schemeClr val="tx2"/>
                </a:solidFill>
              </a:rPr>
              <a:t>Non-elastic search for "</a:t>
            </a:r>
            <a:r>
              <a:rPr lang="en-US" sz="900" err="1">
                <a:solidFill>
                  <a:schemeClr val="tx2"/>
                </a:solidFill>
              </a:rPr>
              <a:t>Cylosprine</a:t>
            </a:r>
            <a:r>
              <a:rPr lang="en-US" sz="900">
                <a:solidFill>
                  <a:schemeClr val="tx2"/>
                </a:solidFill>
              </a:rPr>
              <a:t>" (Note: Correct spelling is Cyclosporine)</a:t>
            </a:r>
          </a:p>
        </p:txBody>
      </p:sp>
      <p:sp>
        <p:nvSpPr>
          <p:cNvPr id="21" name="TextBox 20">
            <a:extLst>
              <a:ext uri="{FF2B5EF4-FFF2-40B4-BE49-F238E27FC236}">
                <a16:creationId xmlns:a16="http://schemas.microsoft.com/office/drawing/2014/main" id="{E08AEAF9-3C77-B98C-E5C8-F11F3AE84A6A}"/>
              </a:ext>
            </a:extLst>
          </p:cNvPr>
          <p:cNvSpPr txBox="1"/>
          <p:nvPr/>
        </p:nvSpPr>
        <p:spPr>
          <a:xfrm>
            <a:off x="8261350" y="3327400"/>
            <a:ext cx="3676650" cy="1384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900">
                <a:solidFill>
                  <a:schemeClr val="tx2"/>
                </a:solidFill>
              </a:rPr>
              <a:t>Elastic search for "</a:t>
            </a:r>
            <a:r>
              <a:rPr lang="en-US" sz="900" err="1">
                <a:solidFill>
                  <a:schemeClr val="tx2"/>
                </a:solidFill>
              </a:rPr>
              <a:t>Cylosprine</a:t>
            </a:r>
            <a:r>
              <a:rPr lang="en-US" sz="900">
                <a:solidFill>
                  <a:schemeClr val="tx2"/>
                </a:solidFill>
              </a:rPr>
              <a:t>" with configurable search results page</a:t>
            </a:r>
          </a:p>
        </p:txBody>
      </p:sp>
      <p:pic>
        <p:nvPicPr>
          <p:cNvPr id="13" name="Picture 13" descr="Graphical user interface, text, application&#10;&#10;Description automatically generated">
            <a:extLst>
              <a:ext uri="{FF2B5EF4-FFF2-40B4-BE49-F238E27FC236}">
                <a16:creationId xmlns:a16="http://schemas.microsoft.com/office/drawing/2014/main" id="{597429C0-6475-4AAA-7C60-A2204DD22D7F}"/>
              </a:ext>
            </a:extLst>
          </p:cNvPr>
          <p:cNvPicPr>
            <a:picLocks noChangeAspect="1"/>
          </p:cNvPicPr>
          <p:nvPr/>
        </p:nvPicPr>
        <p:blipFill>
          <a:blip r:embed="rId9"/>
          <a:stretch>
            <a:fillRect/>
          </a:stretch>
        </p:blipFill>
        <p:spPr>
          <a:xfrm>
            <a:off x="8966200" y="3561567"/>
            <a:ext cx="3086100" cy="2960666"/>
          </a:xfrm>
          <a:prstGeom prst="rect">
            <a:avLst/>
          </a:prstGeom>
        </p:spPr>
      </p:pic>
    </p:spTree>
    <p:extLst>
      <p:ext uri="{BB962C8B-B14F-4D97-AF65-F5344CB8AC3E}">
        <p14:creationId xmlns:p14="http://schemas.microsoft.com/office/powerpoint/2010/main" val="1611612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4761" y="3372"/>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4761" y="3372"/>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9370" y="589898"/>
            <a:ext cx="10564519" cy="713046"/>
          </a:xfrm>
        </p:spPr>
        <p:txBody>
          <a:bodyPr vert="horz"/>
          <a:lstStyle/>
          <a:p>
            <a:r>
              <a:rPr lang="en-US">
                <a:latin typeface="CVS Health Sans" panose="020B0504020202020204" pitchFamily="34" charset="0"/>
              </a:rPr>
              <a:t>Digital Order Tracker (DOT): </a:t>
            </a:r>
            <a:br>
              <a:rPr lang="en-US">
                <a:latin typeface="CVS Health Sans" panose="020B0504020202020204" pitchFamily="34" charset="0"/>
              </a:rPr>
            </a:br>
            <a:r>
              <a:rPr lang="en-US" sz="2000" i="1">
                <a:latin typeface="CVS Health Sans" panose="020B0504020202020204" pitchFamily="34" charset="0"/>
              </a:rPr>
              <a:t>Add a </a:t>
            </a:r>
            <a:r>
              <a:rPr lang="en-US" sz="2000" i="1">
                <a:latin typeface="CVS Health Sans"/>
              </a:rPr>
              <a:t>sign-in &amp; create account links to error pages</a:t>
            </a:r>
            <a:br>
              <a:rPr lang="en-US">
                <a:latin typeface="CVS Health Sans" panose="020B0504020202020204" pitchFamily="34" charset="0"/>
              </a:rPr>
            </a:br>
            <a:endParaRPr lang="en-US" i="1">
              <a:solidFill>
                <a:srgbClr val="1287F2"/>
              </a:solidFill>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9371" y="2120302"/>
            <a:ext cx="4679603" cy="1832955"/>
          </a:xfrm>
          <a:prstGeom prst="rect">
            <a:avLst/>
          </a:prstGeom>
        </p:spPr>
        <p:txBody>
          <a:bodyPr lIns="91416" tIns="45708" rIns="91416" bIns="45708"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664" indent="-285664">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86626" y="1733776"/>
            <a:ext cx="5609374" cy="2292911"/>
          </a:xfrm>
          <a:prstGeom prst="rect">
            <a:avLst/>
          </a:prstGeom>
          <a:noFill/>
        </p:spPr>
        <p:txBody>
          <a:bodyPr wrap="square" lIns="91416" tIns="45708" rIns="91416" bIns="45708" anchor="t">
            <a:spAutoFit/>
          </a:bodyPr>
          <a:lstStyle/>
          <a:p>
            <a:pPr fontAlgn="base"/>
            <a:r>
              <a:rPr lang="en-US" sz="1100" b="1">
                <a:solidFill>
                  <a:srgbClr val="000000"/>
                </a:solidFill>
              </a:rPr>
              <a:t>Background:</a:t>
            </a:r>
            <a:r>
              <a:rPr lang="en-US" sz="1100"/>
              <a:t> </a:t>
            </a:r>
            <a:r>
              <a:rPr lang="en-US" sz="1100">
                <a:ea typeface="+mn-lt"/>
                <a:cs typeface="+mn-lt"/>
              </a:rPr>
              <a:t>DOT is a guest experience; patients receive a text when their batch order is ready. The text hyperlinks to the DOT page, and the page includes their batch prescriptions and checkout views.  All non-batch orders are sent to the Omni Order Status page. </a:t>
            </a:r>
            <a:endParaRPr lang="en-US" sz="1100"/>
          </a:p>
          <a:p>
            <a:endParaRPr lang="en-US" sz="1100">
              <a:solidFill>
                <a:srgbClr val="000000"/>
              </a:solidFill>
            </a:endParaRPr>
          </a:p>
          <a:p>
            <a:pPr fontAlgn="base"/>
            <a:r>
              <a:rPr lang="en-US" sz="1100" b="1">
                <a:solidFill>
                  <a:srgbClr val="000000"/>
                </a:solidFill>
              </a:rPr>
              <a:t>Problem: </a:t>
            </a:r>
            <a:r>
              <a:rPr lang="en-US" sz="1100">
                <a:ea typeface="+mn-lt"/>
                <a:cs typeface="+mn-lt"/>
              </a:rPr>
              <a:t>Due to security reasons, the link in the text message expires after 72 hours or becomes invalid if the prescription status changes. The error pages informed users that there was an issue but does not communicate the next steps.</a:t>
            </a:r>
            <a:endParaRPr lang="en-US">
              <a:ea typeface="+mn-lt"/>
              <a:cs typeface="+mn-lt"/>
            </a:endParaRPr>
          </a:p>
          <a:p>
            <a:pPr fontAlgn="base"/>
            <a:endParaRPr lang="en-US" sz="1100">
              <a:solidFill>
                <a:srgbClr val="000000"/>
              </a:solidFill>
            </a:endParaRPr>
          </a:p>
          <a:p>
            <a:pPr fontAlgn="base"/>
            <a:r>
              <a:rPr lang="en-US" sz="1100" b="1">
                <a:solidFill>
                  <a:srgbClr val="000000"/>
                </a:solidFill>
              </a:rPr>
              <a:t>Solution: </a:t>
            </a:r>
            <a:r>
              <a:rPr lang="en-US" sz="1100">
                <a:ea typeface="+mn-lt"/>
                <a:cs typeface="+mn-lt"/>
              </a:rPr>
              <a:t>The error pages now have the same supportive content and a link to sign in or create an account. By improving the language of the messages, tagging, and prompt to sign in, we will improve the user experience and boost digital engagement.  </a:t>
            </a:r>
            <a:endParaRPr lang="en-US" sz="1400"/>
          </a:p>
        </p:txBody>
      </p:sp>
      <p:sp>
        <p:nvSpPr>
          <p:cNvPr id="27" name="TextBox 26">
            <a:extLst>
              <a:ext uri="{FF2B5EF4-FFF2-40B4-BE49-F238E27FC236}">
                <a16:creationId xmlns:a16="http://schemas.microsoft.com/office/drawing/2014/main" id="{199CA3DB-4768-4C5C-9145-D28DB41FBB98}"/>
              </a:ext>
            </a:extLst>
          </p:cNvPr>
          <p:cNvSpPr txBox="1"/>
          <p:nvPr/>
        </p:nvSpPr>
        <p:spPr>
          <a:xfrm>
            <a:off x="489677" y="4395189"/>
            <a:ext cx="5606323" cy="2077468"/>
          </a:xfrm>
          <a:prstGeom prst="rect">
            <a:avLst/>
          </a:prstGeom>
          <a:noFill/>
        </p:spPr>
        <p:txBody>
          <a:bodyPr wrap="square" lIns="91416" tIns="45708" rIns="91416" bIns="45708" anchor="t">
            <a:spAutoFit/>
          </a:bodyPr>
          <a:lstStyle/>
          <a:p>
            <a:pPr algn="l" rtl="0" fontAlgn="base"/>
            <a:r>
              <a:rPr lang="en-US" sz="1200" b="1">
                <a:solidFill>
                  <a:srgbClr val="000000"/>
                </a:solidFill>
                <a:latin typeface="CVS Health Sans"/>
              </a:rPr>
              <a:t>Released on 12/15/2022</a:t>
            </a:r>
          </a:p>
          <a:p>
            <a:pPr algn="l" rtl="0" fontAlgn="base"/>
            <a:endParaRPr lang="en-US" sz="1200">
              <a:solidFill>
                <a:srgbClr val="000000"/>
              </a:solidFill>
              <a:latin typeface="CVS Health Sans" panose="020B0504020202020204" pitchFamily="34" charset="0"/>
            </a:endParaRPr>
          </a:p>
          <a:p>
            <a:pPr algn="l" rtl="0" fontAlgn="base"/>
            <a:r>
              <a:rPr lang="en-US" sz="1200" b="1">
                <a:solidFill>
                  <a:srgbClr val="000000"/>
                </a:solidFill>
                <a:latin typeface="CVS Health Sans"/>
              </a:rPr>
              <a:t>Impact:</a:t>
            </a:r>
          </a:p>
          <a:p>
            <a:pPr marL="171450" indent="-171450" fontAlgn="base">
              <a:buFont typeface="Arial" panose="020B0604020202020204" pitchFamily="34" charset="0"/>
              <a:buChar char="•"/>
            </a:pPr>
            <a:endParaRPr lang="en-US" sz="1200">
              <a:solidFill>
                <a:srgbClr val="000000"/>
              </a:solidFill>
              <a:latin typeface="CVS Health Sans"/>
            </a:endParaRPr>
          </a:p>
          <a:p>
            <a:pPr marL="171450" indent="-171450">
              <a:buFont typeface="Arial" panose="020B0604020202020204" pitchFamily="34" charset="0"/>
              <a:buChar char="•"/>
            </a:pPr>
            <a:r>
              <a:rPr lang="en-US" sz="1200">
                <a:solidFill>
                  <a:srgbClr val="000000"/>
                </a:solidFill>
                <a:latin typeface="CVS Health Sans"/>
              </a:rPr>
              <a:t>1.2M visits the error page</a:t>
            </a:r>
            <a:endParaRPr lang="en-US"/>
          </a:p>
          <a:p>
            <a:pPr marL="171450" indent="-171450">
              <a:buFont typeface="Arial" panose="020B0604020202020204" pitchFamily="34" charset="0"/>
              <a:buChar char="•"/>
            </a:pPr>
            <a:r>
              <a:rPr lang="en-US" sz="1100" kern="1500">
                <a:ea typeface="+mn-lt"/>
                <a:cs typeface="+mn-lt"/>
              </a:rPr>
              <a:t>25K sign-ins</a:t>
            </a:r>
            <a:endParaRPr lang="en-US" sz="1100" kern="1500"/>
          </a:p>
          <a:p>
            <a:pPr marL="171450" indent="-171450">
              <a:buFont typeface="Arial" panose="020B0604020202020204" pitchFamily="34" charset="0"/>
              <a:buChar char="•"/>
            </a:pPr>
            <a:r>
              <a:rPr lang="en-US" sz="1100" kern="1500"/>
              <a:t>9K net new account creations </a:t>
            </a:r>
            <a:endParaRPr lang="en-US"/>
          </a:p>
          <a:p>
            <a:pPr marL="171450" indent="-171450">
              <a:buFont typeface="Arial" panose="020B0604020202020204" pitchFamily="34" charset="0"/>
              <a:buChar char="•"/>
            </a:pPr>
            <a:endParaRPr lang="en-US" sz="1100" kern="1500"/>
          </a:p>
          <a:p>
            <a:pPr marL="171450" indent="-171450" fontAlgn="base">
              <a:buFont typeface="Arial" panose="020B0604020202020204" pitchFamily="34" charset="0"/>
              <a:buChar char="•"/>
            </a:pPr>
            <a:endParaRPr lang="en-US" sz="1200">
              <a:solidFill>
                <a:srgbClr val="000000"/>
              </a:solidFill>
              <a:latin typeface="CVS Health Sans" panose="020B0504020202020204" pitchFamily="34" charset="0"/>
            </a:endParaRPr>
          </a:p>
          <a:p>
            <a:pPr algn="l" rtl="0" fontAlgn="base"/>
            <a:endParaRPr lang="en-US" sz="1200">
              <a:solidFill>
                <a:srgbClr val="000000"/>
              </a:solidFill>
              <a:latin typeface="CVS Health Sans" panose="020B0504020202020204" pitchFamily="34" charset="0"/>
            </a:endParaRPr>
          </a:p>
          <a:p>
            <a:pPr algn="l" rtl="0" fontAlgn="base"/>
            <a:endParaRPr lang="en-US" sz="1200">
              <a:solidFill>
                <a:srgbClr val="000000"/>
              </a:solidFill>
              <a:latin typeface="CVS Health Sans" panose="020B0504020202020204" pitchFamily="34" charset="0"/>
            </a:endParaRPr>
          </a:p>
        </p:txBody>
      </p:sp>
      <p:sp>
        <p:nvSpPr>
          <p:cNvPr id="4" name="TextBox 3">
            <a:extLst>
              <a:ext uri="{FF2B5EF4-FFF2-40B4-BE49-F238E27FC236}">
                <a16:creationId xmlns:a16="http://schemas.microsoft.com/office/drawing/2014/main" id="{C8BC4E5A-08CB-4AD6-9EFB-89920D32347D}"/>
              </a:ext>
            </a:extLst>
          </p:cNvPr>
          <p:cNvSpPr txBox="1"/>
          <p:nvPr/>
        </p:nvSpPr>
        <p:spPr>
          <a:xfrm>
            <a:off x="9355647" y="1628637"/>
            <a:ext cx="1335024" cy="215388"/>
          </a:xfrm>
          <a:prstGeom prst="rect">
            <a:avLst/>
          </a:prstGeom>
          <a:solidFill>
            <a:schemeClr val="accent2"/>
          </a:solidFill>
        </p:spPr>
        <p:txBody>
          <a:bodyPr wrap="square" lIns="0" tIns="0" rIns="0" bIns="0" rtlCol="0">
            <a:spAutoFit/>
          </a:bodyPr>
          <a:lstStyle/>
          <a:p>
            <a:pPr algn="ctr"/>
            <a:r>
              <a:rPr lang="en-US" sz="1400" b="1">
                <a:solidFill>
                  <a:schemeClr val="bg1"/>
                </a:solidFill>
              </a:rPr>
              <a:t>After</a:t>
            </a: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59371" y="3985137"/>
            <a:ext cx="3580212" cy="378172"/>
          </a:xfrm>
          <a:prstGeom prst="homePlate">
            <a:avLst/>
          </a:prstGeom>
          <a:solidFill>
            <a:srgbClr val="5AA2AE"/>
          </a:solidFill>
          <a:ln w="9525" cap="flat" cmpd="sng" algn="ctr">
            <a:noFill/>
            <a:prstDash val="solid"/>
            <a:miter lim="800000"/>
          </a:ln>
          <a:effectLst/>
        </p:spPr>
        <p:txBody>
          <a:bodyPr lIns="91368" tIns="45684" rIns="91368" bIns="45684" rtlCol="0" anchor="ctr"/>
          <a:lstStyle/>
          <a:p>
            <a:pPr algn="ctr" defTabSz="913304">
              <a:defRPr/>
            </a:pPr>
            <a:r>
              <a:rPr lang="en-US" sz="1797"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59371" y="1355505"/>
            <a:ext cx="3580212" cy="378271"/>
          </a:xfrm>
          <a:prstGeom prst="homePlate">
            <a:avLst/>
          </a:prstGeom>
          <a:solidFill>
            <a:srgbClr val="4A66AC"/>
          </a:solidFill>
          <a:ln w="9525" cap="flat" cmpd="sng" algn="ctr">
            <a:noFill/>
            <a:prstDash val="solid"/>
            <a:miter lim="800000"/>
          </a:ln>
          <a:effectLst/>
        </p:spPr>
        <p:txBody>
          <a:bodyPr rtlCol="0" anchor="ctr"/>
          <a:lstStyle/>
          <a:p>
            <a:pPr algn="ctr" defTabSz="913578">
              <a:defRPr/>
            </a:pPr>
            <a:r>
              <a:rPr lang="en-US" sz="1798"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extLst>
              <p:ext uri="{D42A27DB-BD31-4B8C-83A1-F6EECF244321}">
                <p14:modId xmlns:p14="http://schemas.microsoft.com/office/powerpoint/2010/main" val="1114050897"/>
              </p:ext>
            </p:extLst>
          </p:nvPr>
        </p:nvGraphicFramePr>
        <p:xfrm>
          <a:off x="10377714" y="87085"/>
          <a:ext cx="1651630" cy="243792"/>
        </p:xfrm>
        <a:graphic>
          <a:graphicData uri="http://schemas.openxmlformats.org/drawingml/2006/table">
            <a:tbl>
              <a:tblPr firstRow="1" bandRow="1">
                <a:tableStyleId>{5C22544A-7EE6-4342-B048-85BDC9FD1C3A}</a:tableStyleId>
              </a:tblPr>
              <a:tblGrid>
                <a:gridCol w="1651630">
                  <a:extLst>
                    <a:ext uri="{9D8B030D-6E8A-4147-A177-3AD203B41FA5}">
                      <a16:colId xmlns:a16="http://schemas.microsoft.com/office/drawing/2014/main" val="148671580"/>
                    </a:ext>
                  </a:extLst>
                </a:gridCol>
              </a:tblGrid>
              <a:tr h="186657">
                <a:tc>
                  <a:txBody>
                    <a:bodyPr/>
                    <a:lstStyle/>
                    <a:p>
                      <a:pPr lvl="0" algn="ctr">
                        <a:buNone/>
                      </a:pPr>
                      <a:r>
                        <a:rPr lang="en-US" sz="1000">
                          <a:latin typeface="CVS Health Sans"/>
                        </a:rPr>
                        <a:t>Jessica K</a:t>
                      </a:r>
                      <a:endParaRPr lang="en-US" sz="1500"/>
                    </a:p>
                  </a:txBody>
                  <a:tcPr marL="91392" marR="91392" marT="45696" marB="45696">
                    <a:solidFill>
                      <a:srgbClr val="CC0000"/>
                    </a:solidFill>
                  </a:tcPr>
                </a:tc>
                <a:extLst>
                  <a:ext uri="{0D108BD9-81ED-4DB2-BD59-A6C34878D82A}">
                    <a16:rowId xmlns:a16="http://schemas.microsoft.com/office/drawing/2014/main" val="4014615958"/>
                  </a:ext>
                </a:extLst>
              </a:tr>
            </a:tbl>
          </a:graphicData>
        </a:graphic>
      </p:graphicFrame>
      <p:sp>
        <p:nvSpPr>
          <p:cNvPr id="24" name="TextBox 23">
            <a:extLst>
              <a:ext uri="{FF2B5EF4-FFF2-40B4-BE49-F238E27FC236}">
                <a16:creationId xmlns:a16="http://schemas.microsoft.com/office/drawing/2014/main" id="{52499368-21E4-4F8B-8535-BA68FC2EC1E4}"/>
              </a:ext>
            </a:extLst>
          </p:cNvPr>
          <p:cNvSpPr txBox="1"/>
          <p:nvPr/>
        </p:nvSpPr>
        <p:spPr>
          <a:xfrm>
            <a:off x="6335420" y="1626082"/>
            <a:ext cx="1332670" cy="215388"/>
          </a:xfrm>
          <a:prstGeom prst="rect">
            <a:avLst/>
          </a:prstGeom>
          <a:solidFill>
            <a:schemeClr val="accent2"/>
          </a:solidFill>
        </p:spPr>
        <p:txBody>
          <a:bodyPr wrap="square" lIns="0" tIns="0" rIns="0" bIns="0" rtlCol="0">
            <a:spAutoFit/>
          </a:bodyPr>
          <a:lstStyle/>
          <a:p>
            <a:pPr algn="ctr"/>
            <a:r>
              <a:rPr lang="en-US" sz="1400" b="1">
                <a:solidFill>
                  <a:schemeClr val="bg1"/>
                </a:solidFill>
              </a:rPr>
              <a:t>Before</a:t>
            </a:r>
          </a:p>
        </p:txBody>
      </p:sp>
      <p:sp>
        <p:nvSpPr>
          <p:cNvPr id="3" name="Rectangle 2">
            <a:extLst>
              <a:ext uri="{FF2B5EF4-FFF2-40B4-BE49-F238E27FC236}">
                <a16:creationId xmlns:a16="http://schemas.microsoft.com/office/drawing/2014/main" id="{4CA42E0C-0C04-4E48-9EA6-B74136D6ACD0}"/>
              </a:ext>
            </a:extLst>
          </p:cNvPr>
          <p:cNvSpPr/>
          <p:nvPr/>
        </p:nvSpPr>
        <p:spPr bwMode="gray">
          <a:xfrm>
            <a:off x="6165693" y="84494"/>
            <a:ext cx="4041475" cy="424842"/>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000">
                <a:solidFill>
                  <a:schemeClr val="bg1"/>
                </a:solidFill>
                <a:hlinkClick r:id="rId5">
                  <a:extLst>
                    <a:ext uri="{A12FA001-AC4F-418D-AE19-62706E023703}">
                      <ahyp:hlinkClr xmlns:ahyp="http://schemas.microsoft.com/office/drawing/2018/hyperlinkcolor" val="tx"/>
                    </a:ext>
                  </a:extLst>
                </a:hlinkClick>
              </a:rPr>
              <a:t>Associated Rally Epic</a:t>
            </a:r>
            <a:br>
              <a:rPr lang="en-US" sz="1000" b="1" u="sng"/>
            </a:br>
            <a:r>
              <a:rPr lang="en-US" sz="900">
                <a:solidFill>
                  <a:schemeClr val="bg1"/>
                </a:solidFill>
                <a:cs typeface="Calibri"/>
              </a:rPr>
              <a:t>E13770: One Pharmacy Order Status Flow: Consolidation of OS Message</a:t>
            </a:r>
            <a:endParaRPr lang="en-US" sz="1000">
              <a:solidFill>
                <a:schemeClr val="bg1"/>
              </a:solidFill>
              <a:cs typeface="Calibri"/>
            </a:endParaRPr>
          </a:p>
        </p:txBody>
      </p:sp>
      <p:pic>
        <p:nvPicPr>
          <p:cNvPr id="10" name="Picture 8" descr="Text, letter&#10;&#10;Description automatically generated">
            <a:extLst>
              <a:ext uri="{FF2B5EF4-FFF2-40B4-BE49-F238E27FC236}">
                <a16:creationId xmlns:a16="http://schemas.microsoft.com/office/drawing/2014/main" id="{5808AD38-66D5-B86B-D66C-80FB1B797EE8}"/>
              </a:ext>
            </a:extLst>
          </p:cNvPr>
          <p:cNvPicPr>
            <a:picLocks noChangeAspect="1" noChangeArrowheads="1"/>
          </p:cNvPicPr>
          <p:nvPr/>
        </p:nvPicPr>
        <p:blipFill rotWithShape="1">
          <a:blip r:embed="rId6" r:link="rId7">
            <a:extLst>
              <a:ext uri="{28A0092B-C50C-407E-A947-70E740481C1C}">
                <a14:useLocalDpi xmlns:a14="http://schemas.microsoft.com/office/drawing/2010/main" val="0"/>
              </a:ext>
            </a:extLst>
          </a:blip>
          <a:srcRect t="1" b="47735"/>
          <a:stretch>
            <a:fillRect/>
          </a:stretch>
        </p:blipFill>
        <p:spPr bwMode="auto">
          <a:xfrm>
            <a:off x="6335420" y="2015520"/>
            <a:ext cx="2468880" cy="201990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2" name="Picture 6" descr="Graphical user interface, text, application&#10;&#10;Description automatically generated">
            <a:extLst>
              <a:ext uri="{FF2B5EF4-FFF2-40B4-BE49-F238E27FC236}">
                <a16:creationId xmlns:a16="http://schemas.microsoft.com/office/drawing/2014/main" id="{B6452AF1-1638-080F-1A5E-09E2C1FC5730}"/>
              </a:ext>
            </a:extLst>
          </p:cNvPr>
          <p:cNvPicPr>
            <a:picLocks noChangeAspect="1" noChangeArrowheads="1"/>
          </p:cNvPicPr>
          <p:nvPr/>
        </p:nvPicPr>
        <p:blipFill rotWithShape="1">
          <a:blip r:embed="rId8" r:link="rId9">
            <a:extLst>
              <a:ext uri="{28A0092B-C50C-407E-A947-70E740481C1C}">
                <a14:useLocalDpi xmlns:a14="http://schemas.microsoft.com/office/drawing/2010/main" val="0"/>
              </a:ext>
            </a:extLst>
          </a:blip>
          <a:srcRect b="44865"/>
          <a:stretch>
            <a:fillRect/>
          </a:stretch>
        </p:blipFill>
        <p:spPr bwMode="auto">
          <a:xfrm>
            <a:off x="9355647" y="2010454"/>
            <a:ext cx="2468880" cy="199469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1" name="Picture 7" descr="Graphical user interface, text&#10;&#10;Description automatically generated">
            <a:extLst>
              <a:ext uri="{FF2B5EF4-FFF2-40B4-BE49-F238E27FC236}">
                <a16:creationId xmlns:a16="http://schemas.microsoft.com/office/drawing/2014/main" id="{AF70F2C4-15BE-8E10-B262-35BEF0550EF7}"/>
              </a:ext>
            </a:extLst>
          </p:cNvPr>
          <p:cNvPicPr>
            <a:picLocks noChangeAspect="1" noChangeArrowheads="1"/>
          </p:cNvPicPr>
          <p:nvPr/>
        </p:nvPicPr>
        <p:blipFill rotWithShape="1">
          <a:blip r:embed="rId10" r:link="rId11">
            <a:extLst>
              <a:ext uri="{28A0092B-C50C-407E-A947-70E740481C1C}">
                <a14:useLocalDpi xmlns:a14="http://schemas.microsoft.com/office/drawing/2010/main" val="0"/>
              </a:ext>
            </a:extLst>
          </a:blip>
          <a:srcRect b="48808"/>
          <a:stretch>
            <a:fillRect/>
          </a:stretch>
        </p:blipFill>
        <p:spPr bwMode="auto">
          <a:xfrm>
            <a:off x="6335420" y="4335206"/>
            <a:ext cx="2468880" cy="193131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7A1B586C-54A0-B8F5-4C44-05A1F8FCD7B5}"/>
              </a:ext>
            </a:extLst>
          </p:cNvPr>
          <p:cNvSpPr/>
          <p:nvPr/>
        </p:nvSpPr>
        <p:spPr bwMode="gray">
          <a:xfrm>
            <a:off x="9555161" y="3234309"/>
            <a:ext cx="2077468" cy="389382"/>
          </a:xfrm>
          <a:prstGeom prst="rect">
            <a:avLst/>
          </a:prstGeom>
          <a:noFill/>
          <a:ln w="22225">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500" b="1">
              <a:solidFill>
                <a:schemeClr val="bg1"/>
              </a:solidFill>
            </a:endParaRPr>
          </a:p>
        </p:txBody>
      </p:sp>
    </p:spTree>
    <p:extLst>
      <p:ext uri="{BB962C8B-B14F-4D97-AF65-F5344CB8AC3E}">
        <p14:creationId xmlns:p14="http://schemas.microsoft.com/office/powerpoint/2010/main" val="1922031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7928" y="530351"/>
            <a:ext cx="10567271" cy="713232"/>
          </a:xfrm>
        </p:spPr>
        <p:txBody>
          <a:bodyPr vert="horz"/>
          <a:lstStyle/>
          <a:p>
            <a:r>
              <a:rPr lang="en-US">
                <a:latin typeface="CVS Health Sans"/>
              </a:rPr>
              <a:t>Unlock On Holds – Phase 2  </a:t>
            </a:r>
            <a:endParaRPr lang="en-US" i="1">
              <a:solidFill>
                <a:srgbClr val="1287F2"/>
              </a:solidFill>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7928" y="211996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17" name="Rectangle 16">
            <a:extLst>
              <a:ext uri="{FF2B5EF4-FFF2-40B4-BE49-F238E27FC236}">
                <a16:creationId xmlns:a16="http://schemas.microsoft.com/office/drawing/2014/main" id="{39B8C956-0B11-41D0-98A6-F2431C00307C}"/>
              </a:ext>
            </a:extLst>
          </p:cNvPr>
          <p:cNvSpPr/>
          <p:nvPr/>
        </p:nvSpPr>
        <p:spPr bwMode="gray">
          <a:xfrm>
            <a:off x="6957157" y="1243583"/>
            <a:ext cx="3004333" cy="520219"/>
          </a:xfrm>
          <a:prstGeom prst="rect">
            <a:avLst/>
          </a:prstGeom>
          <a:solidFill>
            <a:srgbClr val="CC0000"/>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CVS Health Sans"/>
                <a:ea typeface="+mn-ea"/>
                <a:cs typeface="+mn-cs"/>
              </a:rPr>
              <a:t>Example On Hold Prescription view via CVS App</a:t>
            </a:r>
          </a:p>
        </p:txBody>
      </p:sp>
      <p:pic>
        <p:nvPicPr>
          <p:cNvPr id="19" name="Picture 18">
            <a:extLst>
              <a:ext uri="{FF2B5EF4-FFF2-40B4-BE49-F238E27FC236}">
                <a16:creationId xmlns:a16="http://schemas.microsoft.com/office/drawing/2014/main" id="{4692091D-4CF5-471A-B9D7-22F29E857E98}"/>
              </a:ext>
            </a:extLst>
          </p:cNvPr>
          <p:cNvPicPr>
            <a:picLocks noChangeAspect="1"/>
          </p:cNvPicPr>
          <p:nvPr/>
        </p:nvPicPr>
        <p:blipFill>
          <a:blip r:embed="rId5"/>
          <a:stretch>
            <a:fillRect/>
          </a:stretch>
        </p:blipFill>
        <p:spPr>
          <a:xfrm>
            <a:off x="6957157" y="1849452"/>
            <a:ext cx="2904155" cy="4633410"/>
          </a:xfrm>
          <a:prstGeom prst="rect">
            <a:avLst/>
          </a:prstGeom>
          <a:effectLst>
            <a:outerShdw blurRad="50800" dist="38100" dir="2700000" algn="tl" rotWithShape="0">
              <a:prstClr val="black">
                <a:alpha val="40000"/>
              </a:prstClr>
            </a:outerShdw>
          </a:effectLst>
        </p:spPr>
      </p:pic>
      <p:sp>
        <p:nvSpPr>
          <p:cNvPr id="26" name="TextBox 25">
            <a:extLst>
              <a:ext uri="{FF2B5EF4-FFF2-40B4-BE49-F238E27FC236}">
                <a16:creationId xmlns:a16="http://schemas.microsoft.com/office/drawing/2014/main" id="{94D447B5-FFED-4D4A-8DE8-4561A471211C}"/>
              </a:ext>
            </a:extLst>
          </p:cNvPr>
          <p:cNvSpPr txBox="1"/>
          <p:nvPr/>
        </p:nvSpPr>
        <p:spPr>
          <a:xfrm>
            <a:off x="485165" y="1763802"/>
            <a:ext cx="5734566" cy="1323439"/>
          </a:xfrm>
          <a:prstGeom prst="rect">
            <a:avLst/>
          </a:prstGeom>
          <a:noFill/>
        </p:spPr>
        <p:txBody>
          <a:bodyPr wrap="square" lIns="91440" tIns="45720" rIns="91440" bIns="45720" anchor="t">
            <a:spAutoFit/>
          </a:bodyPr>
          <a:lstStyle/>
          <a:p>
            <a:pPr marR="0" lvl="0" algn="l" defTabSz="914400" rtl="0" eaLnBrk="1" fontAlgn="auto" latinLnBrk="0" hangingPunct="1">
              <a:lnSpc>
                <a:spcPct val="100000"/>
              </a:lnSpc>
              <a:spcBef>
                <a:spcPts val="0"/>
              </a:spcBef>
              <a:spcAft>
                <a:spcPts val="600"/>
              </a:spcAft>
              <a:buClrTx/>
              <a:buSzTx/>
              <a:tabLst/>
              <a:defRPr/>
            </a:pPr>
            <a:r>
              <a:rPr kumimoji="0" lang="en-US" sz="1200" b="1" i="0" u="none" strike="noStrike" kern="1200" cap="none" spc="0" normalizeH="0" baseline="0" noProof="0">
                <a:ln>
                  <a:noFill/>
                </a:ln>
                <a:solidFill>
                  <a:srgbClr val="3F3F3F"/>
                </a:solidFill>
                <a:effectLst/>
                <a:uLnTx/>
                <a:uFillTx/>
                <a:latin typeface="CVS Health Sans"/>
                <a:ea typeface="+mn-ea"/>
                <a:cs typeface="+mn-cs"/>
              </a:rPr>
              <a:t>Problem: </a:t>
            </a:r>
            <a:r>
              <a:rPr kumimoji="0" lang="en-US" sz="1200" i="0" u="none" strike="noStrike" kern="1200" cap="none" spc="0" normalizeH="0" baseline="0" noProof="0">
                <a:ln>
                  <a:noFill/>
                </a:ln>
                <a:solidFill>
                  <a:srgbClr val="3F3F3F"/>
                </a:solidFill>
                <a:effectLst/>
                <a:uLnTx/>
                <a:uFillTx/>
                <a:latin typeface="CVS Health Sans"/>
                <a:ea typeface="+mn-ea"/>
                <a:cs typeface="+mn-cs"/>
              </a:rPr>
              <a:t>Patients are unable to fill a script in an On Hold status and are told to contact their pharmacy. </a:t>
            </a:r>
            <a:r>
              <a:rPr lang="en-US" sz="1200">
                <a:solidFill>
                  <a:srgbClr val="3F3F3F"/>
                </a:solidFill>
                <a:latin typeface="CVS Health Sans"/>
              </a:rPr>
              <a:t>Only</a:t>
            </a:r>
            <a:r>
              <a:rPr lang="en-US" sz="1200" b="1">
                <a:solidFill>
                  <a:srgbClr val="3F3F3F"/>
                </a:solidFill>
                <a:latin typeface="CVS Health Sans"/>
              </a:rPr>
              <a:t> new </a:t>
            </a:r>
            <a:r>
              <a:rPr lang="en-US" sz="1200">
                <a:solidFill>
                  <a:srgbClr val="3F3F3F"/>
                </a:solidFill>
                <a:latin typeface="CVS Health Sans"/>
              </a:rPr>
              <a:t>prescriptions can be placed on hold (Fill 00).</a:t>
            </a:r>
          </a:p>
          <a:p>
            <a:pPr>
              <a:spcAft>
                <a:spcPts val="1800"/>
              </a:spcAft>
              <a:defRPr/>
            </a:pPr>
            <a:r>
              <a:rPr lang="en-US" sz="1200" b="1">
                <a:solidFill>
                  <a:srgbClr val="3F3F3F"/>
                </a:solidFill>
                <a:latin typeface="CVS Health Sans"/>
              </a:rPr>
              <a:t>Solution: </a:t>
            </a:r>
            <a:r>
              <a:rPr lang="en-US" sz="1200">
                <a:solidFill>
                  <a:srgbClr val="3F3F3F"/>
                </a:solidFill>
                <a:latin typeface="CVS Health Sans"/>
              </a:rPr>
              <a:t>Patients who scripts have been placed On Hold due to </a:t>
            </a:r>
            <a:r>
              <a:rPr lang="en-US" sz="1200" b="1">
                <a:solidFill>
                  <a:srgbClr val="3F3F3F"/>
                </a:solidFill>
                <a:latin typeface="CVS Health Sans"/>
              </a:rPr>
              <a:t>return to stock </a:t>
            </a:r>
            <a:r>
              <a:rPr lang="en-US" sz="1200">
                <a:solidFill>
                  <a:srgbClr val="3F3F3F"/>
                </a:solidFill>
                <a:latin typeface="CVS Health Sans"/>
              </a:rPr>
              <a:t>will be able to fill their scripts digitally and not have to call the store. </a:t>
            </a:r>
            <a:endParaRPr lang="en-US" sz="1200" b="0" i="0" u="none" strike="noStrike" kern="1200" cap="none" spc="0" normalizeH="0" baseline="0" noProof="0">
              <a:ln>
                <a:noFill/>
              </a:ln>
              <a:solidFill>
                <a:srgbClr val="3F3F3F"/>
              </a:solidFill>
              <a:effectLst/>
              <a:uLnTx/>
              <a:uFillTx/>
              <a:latin typeface="CVS Health Sans"/>
            </a:endParaRPr>
          </a:p>
          <a:p>
            <a:pPr>
              <a:spcAft>
                <a:spcPts val="600"/>
              </a:spcAft>
              <a:defRPr/>
            </a:pPr>
            <a:endParaRPr lang="en-US" sz="1200">
              <a:solidFill>
                <a:srgbClr val="0070C0"/>
              </a:solidFill>
              <a:latin typeface="CVS Health Sans"/>
            </a:endParaRPr>
          </a:p>
        </p:txBody>
      </p:sp>
      <p:sp>
        <p:nvSpPr>
          <p:cNvPr id="27" name="TextBox 26">
            <a:extLst>
              <a:ext uri="{FF2B5EF4-FFF2-40B4-BE49-F238E27FC236}">
                <a16:creationId xmlns:a16="http://schemas.microsoft.com/office/drawing/2014/main" id="{199CA3DB-4768-4C5C-9145-D28DB41FBB98}"/>
              </a:ext>
            </a:extLst>
          </p:cNvPr>
          <p:cNvSpPr txBox="1"/>
          <p:nvPr/>
        </p:nvSpPr>
        <p:spPr>
          <a:xfrm>
            <a:off x="627542" y="3185964"/>
            <a:ext cx="5960902" cy="3785652"/>
          </a:xfrm>
          <a:prstGeom prst="rect">
            <a:avLst/>
          </a:prstGeom>
          <a:noFill/>
        </p:spPr>
        <p:txBody>
          <a:bodyPr wrap="square" lIns="91440" tIns="45720" rIns="91440" bIns="45720" anchor="t">
            <a:spAutoFit/>
          </a:bodyPr>
          <a:lstStyle/>
          <a:p>
            <a:pPr marL="171450" indent="-171450">
              <a:buFont typeface="Arial" panose="020B0604020202020204" pitchFamily="34" charset="0"/>
              <a:buChar char="•"/>
            </a:pPr>
            <a:endParaRPr lang="en-US" sz="1200">
              <a:solidFill>
                <a:srgbClr val="3F3F3F"/>
              </a:solidFill>
              <a:latin typeface="CVS Health Sans"/>
              <a:cs typeface="Arial"/>
            </a:endParaRPr>
          </a:p>
          <a:p>
            <a:pPr marL="171450" indent="-171450">
              <a:buFont typeface="Arial" panose="020B0604020202020204" pitchFamily="34" charset="0"/>
              <a:buChar char="•"/>
            </a:pPr>
            <a:r>
              <a:rPr lang="en-US" sz="1200">
                <a:solidFill>
                  <a:srgbClr val="3F3F3F"/>
                </a:solidFill>
                <a:latin typeface="CVS Health Sans"/>
                <a:cs typeface="Arial"/>
              </a:rPr>
              <a:t>Phase 2 Q4: Most other known On Holds will be made available to fill, </a:t>
            </a:r>
            <a:r>
              <a:rPr lang="en-US" sz="1200" b="1">
                <a:solidFill>
                  <a:srgbClr val="0070C0"/>
                </a:solidFill>
                <a:latin typeface="CVS Health Sans"/>
                <a:cs typeface="Arial"/>
              </a:rPr>
              <a:t>~120M </a:t>
            </a:r>
            <a:r>
              <a:rPr lang="en-US" sz="1200">
                <a:solidFill>
                  <a:srgbClr val="3F3F3F"/>
                </a:solidFill>
                <a:latin typeface="CVS Health Sans"/>
                <a:cs typeface="Arial"/>
              </a:rPr>
              <a:t>scripts</a:t>
            </a:r>
            <a:endParaRPr lang="en-US">
              <a:solidFill>
                <a:srgbClr val="000000"/>
              </a:solidFill>
              <a:latin typeface="CVS Health Sans"/>
              <a:cs typeface="Arial"/>
            </a:endParaRPr>
          </a:p>
          <a:p>
            <a:pPr marL="628650" lvl="1" indent="-171450">
              <a:buFont typeface="Arial" panose="020B0604020202020204" pitchFamily="34" charset="0"/>
              <a:buChar char="•"/>
            </a:pPr>
            <a:r>
              <a:rPr lang="en-US" sz="1200">
                <a:solidFill>
                  <a:srgbClr val="3F3F3F"/>
                </a:solidFill>
                <a:latin typeface="CVS Health Sans"/>
                <a:cs typeface="Arial"/>
              </a:rPr>
              <a:t>Increasing Return to Stock from 90-day time frame to 6 months</a:t>
            </a:r>
          </a:p>
          <a:p>
            <a:pPr marL="628650" lvl="1" indent="-171450">
              <a:buFont typeface="Arial" panose="020B0604020202020204" pitchFamily="34" charset="0"/>
              <a:buChar char="•"/>
            </a:pPr>
            <a:r>
              <a:rPr lang="en-US" sz="1200">
                <a:solidFill>
                  <a:srgbClr val="3F3F3F"/>
                </a:solidFill>
                <a:latin typeface="CVS Health Sans"/>
                <a:cs typeface="Arial"/>
              </a:rPr>
              <a:t>Patient Requested On Holds</a:t>
            </a:r>
          </a:p>
          <a:p>
            <a:pPr marL="628650" lvl="1" indent="-171450">
              <a:buFont typeface="Arial" panose="020B0604020202020204" pitchFamily="34" charset="0"/>
              <a:buChar char="•"/>
            </a:pPr>
            <a:r>
              <a:rPr lang="en-US" sz="1200">
                <a:solidFill>
                  <a:srgbClr val="3F3F3F"/>
                </a:solidFill>
                <a:latin typeface="CVS Health Sans"/>
                <a:cs typeface="Arial"/>
              </a:rPr>
              <a:t>Continuation of Therapy</a:t>
            </a:r>
          </a:p>
          <a:p>
            <a:pPr marL="171450" indent="-171450">
              <a:buFont typeface="Arial" panose="020B0604020202020204" pitchFamily="34" charset="0"/>
              <a:buChar char="•"/>
            </a:pPr>
            <a:endParaRPr lang="en-US" sz="1200">
              <a:solidFill>
                <a:srgbClr val="3F3F3F"/>
              </a:solidFill>
              <a:latin typeface="CVS Health Sans"/>
              <a:cs typeface="Arial"/>
            </a:endParaRPr>
          </a:p>
          <a:p>
            <a:pPr marL="171450" indent="-171450">
              <a:buFont typeface="Arial" panose="020B0604020202020204" pitchFamily="34" charset="0"/>
              <a:buChar char="•"/>
            </a:pPr>
            <a:r>
              <a:rPr lang="en-US" sz="1200">
                <a:solidFill>
                  <a:srgbClr val="3F3F3F"/>
                </a:solidFill>
                <a:latin typeface="CVS Health Sans"/>
                <a:cs typeface="Arial"/>
              </a:rPr>
              <a:t>We showed “Contact your Pharmacy” </a:t>
            </a:r>
            <a:r>
              <a:rPr lang="en-US" sz="1200" b="1">
                <a:solidFill>
                  <a:srgbClr val="0070C0"/>
                </a:solidFill>
                <a:latin typeface="CVS Health Sans"/>
                <a:cs typeface="Arial"/>
              </a:rPr>
              <a:t>~52M </a:t>
            </a:r>
            <a:r>
              <a:rPr lang="en-US" sz="1200">
                <a:solidFill>
                  <a:srgbClr val="3F3F3F"/>
                </a:solidFill>
                <a:latin typeface="CVS Health Sans"/>
                <a:cs typeface="Arial"/>
              </a:rPr>
              <a:t>times to patients in 2021</a:t>
            </a:r>
            <a:endParaRPr lang="en-US"/>
          </a:p>
          <a:p>
            <a:pPr marL="171450" indent="-171450">
              <a:buFont typeface="Arial" panose="020B0604020202020204" pitchFamily="34" charset="0"/>
              <a:buChar char="•"/>
            </a:pPr>
            <a:endParaRPr lang="en-US" sz="1200">
              <a:solidFill>
                <a:srgbClr val="3F3F3F"/>
              </a:solidFill>
              <a:latin typeface="CVS Health Sans"/>
              <a:cs typeface="Arial"/>
            </a:endParaRPr>
          </a:p>
          <a:p>
            <a:pPr marL="171450" indent="-171450">
              <a:buFont typeface="Arial" panose="020B0604020202020204" pitchFamily="34" charset="0"/>
              <a:buChar char="•"/>
            </a:pPr>
            <a:r>
              <a:rPr lang="en-US" sz="1200" b="1">
                <a:solidFill>
                  <a:srgbClr val="0070C0"/>
                </a:solidFill>
                <a:latin typeface="CVS Health Sans"/>
                <a:cs typeface="Arial"/>
              </a:rPr>
              <a:t>~45M </a:t>
            </a:r>
            <a:r>
              <a:rPr lang="en-US" sz="1200">
                <a:solidFill>
                  <a:srgbClr val="3F3F3F"/>
                </a:solidFill>
                <a:latin typeface="CVS Health Sans"/>
                <a:cs typeface="Arial"/>
              </a:rPr>
              <a:t>scripts are placed On Hold due to Return to Stock scenarios p/year</a:t>
            </a:r>
          </a:p>
          <a:p>
            <a:pPr marL="171450" indent="-171450">
              <a:buFont typeface="Arial" panose="020B0604020202020204" pitchFamily="34" charset="0"/>
              <a:buChar char="•"/>
            </a:pPr>
            <a:endParaRPr lang="en-US" sz="1200">
              <a:solidFill>
                <a:srgbClr val="3F3F3F"/>
              </a:solidFill>
              <a:latin typeface="CVS Health Sans"/>
              <a:cs typeface="Arial"/>
            </a:endParaRPr>
          </a:p>
          <a:p>
            <a:pPr marL="171450" indent="-171450">
              <a:buFont typeface="Arial" panose="020B0604020202020204" pitchFamily="34" charset="0"/>
              <a:buChar char="•"/>
            </a:pPr>
            <a:r>
              <a:rPr lang="en-US" sz="1200">
                <a:solidFill>
                  <a:srgbClr val="3F3F3F"/>
                </a:solidFill>
                <a:latin typeface="CVS Health Sans"/>
                <a:cs typeface="Arial"/>
              </a:rPr>
              <a:t>Our Projected Digital script lift will be </a:t>
            </a:r>
            <a:r>
              <a:rPr lang="en-US" sz="1200" b="1">
                <a:solidFill>
                  <a:srgbClr val="0070C0"/>
                </a:solidFill>
                <a:latin typeface="CVS Health Sans"/>
                <a:cs typeface="Arial"/>
              </a:rPr>
              <a:t>~1.1M </a:t>
            </a:r>
            <a:r>
              <a:rPr lang="en-US" sz="1200">
                <a:solidFill>
                  <a:srgbClr val="3F3F3F"/>
                </a:solidFill>
                <a:latin typeface="CVS Health Sans"/>
                <a:cs typeface="Arial"/>
              </a:rPr>
              <a:t>p/year raising our overall penetration by </a:t>
            </a:r>
            <a:r>
              <a:rPr lang="en-US" sz="1200" b="1">
                <a:solidFill>
                  <a:srgbClr val="0070C0"/>
                </a:solidFill>
                <a:latin typeface="CVS Health Sans"/>
                <a:cs typeface="Arial"/>
              </a:rPr>
              <a:t>.36 </a:t>
            </a:r>
            <a:r>
              <a:rPr lang="en-US" sz="1200">
                <a:solidFill>
                  <a:srgbClr val="3F3F3F"/>
                </a:solidFill>
                <a:latin typeface="CVS Health Sans"/>
                <a:cs typeface="Arial"/>
              </a:rPr>
              <a:t>bps </a:t>
            </a:r>
          </a:p>
          <a:p>
            <a:pPr marL="171450" indent="-171450">
              <a:buFont typeface="Arial" panose="020B0604020202020204" pitchFamily="34" charset="0"/>
              <a:buChar char="•"/>
            </a:pPr>
            <a:endParaRPr lang="en-US" sz="1200">
              <a:solidFill>
                <a:srgbClr val="3F3F3F"/>
              </a:solidFill>
              <a:latin typeface="CVS Health Sans"/>
              <a:cs typeface="Arial"/>
            </a:endParaRPr>
          </a:p>
          <a:p>
            <a:r>
              <a:rPr lang="en-US" sz="1200" b="1" u="sng">
                <a:ea typeface="+mn-lt"/>
                <a:cs typeface="+mn-lt"/>
              </a:rPr>
              <a:t>Updated Metrics  </a:t>
            </a:r>
            <a:endParaRPr lang="en-US"/>
          </a:p>
          <a:p>
            <a:r>
              <a:rPr lang="en-US" sz="1200">
                <a:ea typeface="+mn-lt"/>
                <a:cs typeface="+mn-lt"/>
              </a:rPr>
              <a:t>•We have seen a total of</a:t>
            </a:r>
            <a:r>
              <a:rPr lang="en-US" sz="1200">
                <a:solidFill>
                  <a:srgbClr val="1287F2"/>
                </a:solidFill>
                <a:ea typeface="+mn-lt"/>
                <a:cs typeface="+mn-lt"/>
              </a:rPr>
              <a:t> </a:t>
            </a:r>
            <a:r>
              <a:rPr lang="en-US" sz="1200" b="1">
                <a:solidFill>
                  <a:srgbClr val="1287F2"/>
                </a:solidFill>
                <a:ea typeface="+mn-lt"/>
                <a:cs typeface="+mn-lt"/>
              </a:rPr>
              <a:t>1.1M</a:t>
            </a:r>
            <a:r>
              <a:rPr lang="en-US" sz="1200">
                <a:ea typeface="+mn-lt"/>
                <a:cs typeface="+mn-lt"/>
              </a:rPr>
              <a:t> Digital On Hold fills (Phase 1 and 2) </a:t>
            </a:r>
            <a:endParaRPr lang="en-US"/>
          </a:p>
          <a:p>
            <a:r>
              <a:rPr lang="en-US" sz="1200">
                <a:ea typeface="+mn-lt"/>
                <a:cs typeface="+mn-lt"/>
              </a:rPr>
              <a:t>•Week 3 of this year broke a record with </a:t>
            </a:r>
            <a:r>
              <a:rPr lang="en-US" sz="1200" b="1">
                <a:solidFill>
                  <a:srgbClr val="1287F2"/>
                </a:solidFill>
                <a:ea typeface="+mn-lt"/>
                <a:cs typeface="+mn-lt"/>
              </a:rPr>
              <a:t>39,143 fills </a:t>
            </a:r>
            <a:endParaRPr lang="en-US">
              <a:solidFill>
                <a:srgbClr val="1287F2"/>
              </a:solidFill>
            </a:endParaRPr>
          </a:p>
          <a:p>
            <a:endParaRPr lang="en-US" sz="1200">
              <a:solidFill>
                <a:srgbClr val="3F3F3F"/>
              </a:solidFill>
              <a:latin typeface="CVS Health Sans"/>
              <a:cs typeface="Arial"/>
            </a:endParaRPr>
          </a:p>
          <a:p>
            <a:endParaRPr lang="en-US" sz="1200">
              <a:solidFill>
                <a:srgbClr val="3F3F3F"/>
              </a:solidFill>
              <a:latin typeface="CVS Health Sans"/>
              <a:cs typeface="Arial"/>
            </a:endParaRPr>
          </a:p>
          <a:p>
            <a:pPr marL="171450" indent="-171450">
              <a:buFont typeface="Arial" panose="020B0604020202020204" pitchFamily="34" charset="0"/>
              <a:buChar char="•"/>
            </a:pPr>
            <a:endParaRPr lang="en-US" sz="1200">
              <a:solidFill>
                <a:srgbClr val="3F3F3F"/>
              </a:solidFill>
              <a:latin typeface="CVS Health Sans"/>
              <a:cs typeface="Arial"/>
            </a:endParaRPr>
          </a:p>
          <a:p>
            <a:endParaRPr lang="en-US" sz="1200">
              <a:solidFill>
                <a:srgbClr val="3F3F3F"/>
              </a:solidFill>
              <a:latin typeface="CVS Health Sans"/>
              <a:cs typeface="Arial"/>
            </a:endParaRPr>
          </a:p>
        </p:txBody>
      </p:sp>
      <p:pic>
        <p:nvPicPr>
          <p:cNvPr id="8" name="Picture 7">
            <a:extLst>
              <a:ext uri="{FF2B5EF4-FFF2-40B4-BE49-F238E27FC236}">
                <a16:creationId xmlns:a16="http://schemas.microsoft.com/office/drawing/2014/main" id="{630DC613-278A-46B6-90F4-ECDC74397FAD}"/>
              </a:ext>
            </a:extLst>
          </p:cNvPr>
          <p:cNvPicPr>
            <a:picLocks noChangeAspect="1"/>
          </p:cNvPicPr>
          <p:nvPr/>
        </p:nvPicPr>
        <p:blipFill>
          <a:blip r:embed="rId6"/>
          <a:stretch>
            <a:fillRect/>
          </a:stretch>
        </p:blipFill>
        <p:spPr>
          <a:xfrm>
            <a:off x="10790803" y="3574765"/>
            <a:ext cx="1145591" cy="757254"/>
          </a:xfrm>
          <a:prstGeom prst="rect">
            <a:avLst/>
          </a:prstGeom>
        </p:spPr>
      </p:pic>
      <p:cxnSp>
        <p:nvCxnSpPr>
          <p:cNvPr id="10" name="Straight Arrow Connector 9">
            <a:extLst>
              <a:ext uri="{FF2B5EF4-FFF2-40B4-BE49-F238E27FC236}">
                <a16:creationId xmlns:a16="http://schemas.microsoft.com/office/drawing/2014/main" id="{1DD00660-86DD-4AAE-A445-B3C12589B336}"/>
              </a:ext>
            </a:extLst>
          </p:cNvPr>
          <p:cNvCxnSpPr>
            <a:cxnSpLocks/>
          </p:cNvCxnSpPr>
          <p:nvPr/>
        </p:nvCxnSpPr>
        <p:spPr>
          <a:xfrm>
            <a:off x="9522304" y="2806574"/>
            <a:ext cx="1268499" cy="1001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A0B8BF0-0CC3-4DEB-8C4F-D624B0919070}"/>
              </a:ext>
            </a:extLst>
          </p:cNvPr>
          <p:cNvCxnSpPr>
            <a:cxnSpLocks/>
          </p:cNvCxnSpPr>
          <p:nvPr/>
        </p:nvCxnSpPr>
        <p:spPr>
          <a:xfrm flipV="1">
            <a:off x="9755689" y="4321519"/>
            <a:ext cx="1035114" cy="129289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77BFAE8-83D7-4B3C-8AEA-BC2F41986BCE}"/>
              </a:ext>
            </a:extLst>
          </p:cNvPr>
          <p:cNvCxnSpPr>
            <a:cxnSpLocks/>
          </p:cNvCxnSpPr>
          <p:nvPr/>
        </p:nvCxnSpPr>
        <p:spPr>
          <a:xfrm>
            <a:off x="9755689" y="4056088"/>
            <a:ext cx="1035114" cy="749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8BC4E5A-08CB-4AD6-9EFB-89920D32347D}"/>
              </a:ext>
            </a:extLst>
          </p:cNvPr>
          <p:cNvSpPr txBox="1"/>
          <p:nvPr/>
        </p:nvSpPr>
        <p:spPr>
          <a:xfrm>
            <a:off x="10790803" y="3227103"/>
            <a:ext cx="1031742" cy="215444"/>
          </a:xfrm>
          <a:prstGeom prst="rect">
            <a:avLst/>
          </a:prstGeom>
          <a:solidFill>
            <a:schemeClr val="accent2"/>
          </a:solidFill>
        </p:spPr>
        <p:txBody>
          <a:bodyPr wrap="square" lIns="0" tIns="0" rIns="0" bIns="0" rtlCol="0">
            <a:spAutoFit/>
          </a:bodyPr>
          <a:lstStyle/>
          <a:p>
            <a:pPr algn="ctr"/>
            <a:r>
              <a:rPr lang="en-US" sz="1400" b="1">
                <a:solidFill>
                  <a:schemeClr val="bg1"/>
                </a:solidFill>
              </a:rPr>
              <a:t>After</a:t>
            </a: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82115" y="2853232"/>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57928" y="1255463"/>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extLst>
              <p:ext uri="{D42A27DB-BD31-4B8C-83A1-F6EECF244321}">
                <p14:modId xmlns:p14="http://schemas.microsoft.com/office/powerpoint/2010/main" val="3753631751"/>
              </p:ext>
            </p:extLst>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Janet C</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24" name="Rectangle 23">
            <a:extLst>
              <a:ext uri="{FF2B5EF4-FFF2-40B4-BE49-F238E27FC236}">
                <a16:creationId xmlns:a16="http://schemas.microsoft.com/office/drawing/2014/main" id="{07EEBB6A-6840-484F-B652-E4905F8EBAA3}"/>
              </a:ext>
            </a:extLst>
          </p:cNvPr>
          <p:cNvSpPr/>
          <p:nvPr/>
        </p:nvSpPr>
        <p:spPr bwMode="gray">
          <a:xfrm>
            <a:off x="10322707" y="421230"/>
            <a:ext cx="1816029" cy="853937"/>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i="0" u="sng">
                <a:solidFill>
                  <a:srgbClr val="000000"/>
                </a:solidFill>
                <a:effectLst/>
                <a:latin typeface="CVS Health Sans" panose="020B0504020202020204" pitchFamily="34" charset="0"/>
              </a:rPr>
              <a:t> </a:t>
            </a:r>
            <a:r>
              <a:rPr lang="en-US" sz="1100" b="1" i="1" u="sng">
                <a:solidFill>
                  <a:schemeClr val="bg1"/>
                </a:solidFill>
                <a:effectLst/>
                <a:latin typeface="Calibri" panose="020F0502020204030204" pitchFamily="34" charset="0"/>
                <a:cs typeface="Calibri" panose="020F0502020204030204" pitchFamily="34" charset="0"/>
              </a:rPr>
              <a:t>Associated Rally Epic URL: </a:t>
            </a:r>
            <a:r>
              <a:rPr lang="en-US" sz="1100" b="1" i="0" u="sng" strike="noStrike">
                <a:solidFill>
                  <a:schemeClr val="bg1"/>
                </a:solidFill>
                <a:effectLst/>
                <a:latin typeface="Calibri" panose="020F0502020204030204" pitchFamily="34" charset="0"/>
                <a:cs typeface="Calibri" panose="020F0502020204030204" pitchFamily="34" charset="0"/>
                <a:hlinkClick r:id="rId7">
                  <a:extLst>
                    <a:ext uri="{A12FA001-AC4F-418D-AE19-62706E023703}">
                      <ahyp:hlinkClr xmlns:ahyp="http://schemas.microsoft.com/office/drawing/2018/hyperlinkcolor" val="tx"/>
                    </a:ext>
                  </a:extLst>
                </a:hlinkClick>
              </a:rPr>
              <a:t>E6375</a:t>
            </a:r>
            <a:r>
              <a:rPr lang="en-US" sz="1100" b="1" i="0">
                <a:solidFill>
                  <a:schemeClr val="bg1"/>
                </a:solidFill>
                <a:effectLst/>
                <a:latin typeface="Calibri" panose="020F0502020204030204" pitchFamily="34" charset="0"/>
                <a:cs typeface="Calibri" panose="020F0502020204030204" pitchFamily="34" charset="0"/>
              </a:rPr>
              <a:t>: Omni: Enable Patients to fill On Hold Scripts in Retail, Caremark</a:t>
            </a:r>
            <a:endParaRPr lang="en-US" sz="1100" b="1">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0306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7928" y="530351"/>
            <a:ext cx="10567271" cy="713232"/>
          </a:xfrm>
        </p:spPr>
        <p:txBody>
          <a:bodyPr vert="horz"/>
          <a:lstStyle/>
          <a:p>
            <a:r>
              <a:rPr lang="en-US">
                <a:latin typeface="CVS Health Sans"/>
              </a:rPr>
              <a:t>Reduce Refill Too Soon</a:t>
            </a:r>
            <a:endParaRPr lang="en-US" i="1">
              <a:solidFill>
                <a:srgbClr val="1287F2"/>
              </a:solidFill>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7928" y="211996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85165" y="1721470"/>
            <a:ext cx="4369317" cy="2015936"/>
          </a:xfrm>
          <a:prstGeom prst="rect">
            <a:avLst/>
          </a:prstGeom>
          <a:noFill/>
        </p:spPr>
        <p:txBody>
          <a:bodyPr wrap="square" lIns="91440" tIns="45720" rIns="91440" bIns="45720" anchor="t">
            <a:spAutoFit/>
          </a:bodyPr>
          <a:lstStyle/>
          <a:p>
            <a:pPr>
              <a:defRPr/>
            </a:pPr>
            <a:r>
              <a:rPr kumimoji="0" lang="en-US" sz="1200" b="1" i="0" u="none" strike="noStrike" kern="1200" cap="none" spc="0" normalizeH="0" baseline="0" noProof="0">
                <a:ln>
                  <a:noFill/>
                </a:ln>
                <a:effectLst/>
                <a:uLnTx/>
                <a:uFillTx/>
                <a:ea typeface="+mn-lt"/>
                <a:cs typeface="+mn-lt"/>
              </a:rPr>
              <a:t>Problem: </a:t>
            </a:r>
            <a:r>
              <a:rPr kumimoji="0" lang="en-US" sz="1200" i="0" u="none" strike="noStrike" kern="1200" cap="none" spc="0" normalizeH="0" baseline="0" noProof="0">
                <a:ln>
                  <a:noFill/>
                </a:ln>
                <a:effectLst/>
                <a:uLnTx/>
                <a:uFillTx/>
                <a:ea typeface="+mn-lt"/>
                <a:cs typeface="+mn-lt"/>
              </a:rPr>
              <a:t>Patients are </a:t>
            </a:r>
            <a:r>
              <a:rPr lang="en-US" sz="1200">
                <a:ea typeface="+mn-lt"/>
                <a:cs typeface="+mn-lt"/>
              </a:rPr>
              <a:t>allowed </a:t>
            </a:r>
            <a:r>
              <a:rPr kumimoji="0" lang="en-US" sz="1200" i="0" u="none" strike="noStrike" kern="1200" cap="none" spc="0" normalizeH="0" baseline="0" noProof="0">
                <a:ln>
                  <a:noFill/>
                </a:ln>
                <a:effectLst/>
                <a:uLnTx/>
                <a:uFillTx/>
                <a:ea typeface="+mn-lt"/>
                <a:cs typeface="+mn-lt"/>
              </a:rPr>
              <a:t>to </a:t>
            </a:r>
            <a:r>
              <a:rPr lang="en-US" sz="1200">
                <a:ea typeface="+mn-lt"/>
                <a:cs typeface="+mn-lt"/>
              </a:rPr>
              <a:t>refill their CVS Retail Prescriptions once 80% of their medication was used.  Frequently, the Patient’s Insurance will not pay for the medication when the submitted.  The results are </a:t>
            </a:r>
            <a:r>
              <a:rPr kumimoji="0" lang="en-US" sz="1200" i="0" u="none" strike="noStrike" kern="1200" cap="none" spc="0" normalizeH="0" baseline="0" noProof="0">
                <a:ln>
                  <a:noFill/>
                </a:ln>
                <a:effectLst/>
                <a:uLnTx/>
                <a:uFillTx/>
                <a:ea typeface="+mn-lt"/>
                <a:cs typeface="+mn-lt"/>
              </a:rPr>
              <a:t>a </a:t>
            </a:r>
            <a:r>
              <a:rPr lang="en-US" sz="1200" b="1">
                <a:ea typeface="+mn-lt"/>
                <a:cs typeface="+mn-lt"/>
              </a:rPr>
              <a:t>Refill Too Soon </a:t>
            </a:r>
            <a:r>
              <a:rPr lang="en-US" sz="1200">
                <a:ea typeface="+mn-lt"/>
                <a:cs typeface="+mn-lt"/>
              </a:rPr>
              <a:t>communication is sent </a:t>
            </a:r>
            <a:r>
              <a:rPr kumimoji="0" lang="en-US" sz="1200" i="0" u="none" strike="noStrike" kern="1200" cap="none" spc="0" normalizeH="0" baseline="0" noProof="0">
                <a:ln>
                  <a:noFill/>
                </a:ln>
                <a:effectLst/>
                <a:uLnTx/>
                <a:uFillTx/>
                <a:ea typeface="+mn-lt"/>
                <a:cs typeface="+mn-lt"/>
              </a:rPr>
              <a:t>to </a:t>
            </a:r>
            <a:r>
              <a:rPr lang="en-US" sz="1200">
                <a:ea typeface="+mn-lt"/>
                <a:cs typeface="+mn-lt"/>
              </a:rPr>
              <a:t>the Patient</a:t>
            </a:r>
            <a:r>
              <a:rPr kumimoji="0" lang="en-US" sz="1200" i="0" u="none" strike="noStrike" kern="1200" cap="none" spc="0" normalizeH="0" baseline="0" noProof="0">
                <a:ln>
                  <a:noFill/>
                </a:ln>
                <a:effectLst/>
                <a:uLnTx/>
                <a:uFillTx/>
                <a:ea typeface="+mn-lt"/>
                <a:cs typeface="+mn-lt"/>
              </a:rPr>
              <a:t>. </a:t>
            </a:r>
            <a:r>
              <a:rPr lang="en-US" sz="1200">
                <a:ea typeface="+mn-lt"/>
                <a:cs typeface="+mn-lt"/>
              </a:rPr>
              <a:t>[</a:t>
            </a:r>
            <a:r>
              <a:rPr lang="en-US" sz="1200" i="1">
                <a:ea typeface="+mn-lt"/>
                <a:cs typeface="+mn-lt"/>
              </a:rPr>
              <a:t>Top ETMM Patient Pain Point</a:t>
            </a:r>
            <a:r>
              <a:rPr lang="en-US" sz="1200">
                <a:ea typeface="+mn-lt"/>
                <a:cs typeface="+mn-lt"/>
              </a:rPr>
              <a:t>]</a:t>
            </a:r>
            <a:endParaRPr lang="en-US"/>
          </a:p>
          <a:p>
            <a:pPr>
              <a:defRPr/>
            </a:pPr>
            <a:endParaRPr lang="en-US" sz="1200">
              <a:ea typeface="+mn-lt"/>
              <a:cs typeface="+mn-lt"/>
            </a:endParaRPr>
          </a:p>
          <a:p>
            <a:pPr>
              <a:defRPr/>
            </a:pPr>
            <a:r>
              <a:rPr lang="en-US" sz="1200" b="1">
                <a:ea typeface="+mn-lt"/>
                <a:cs typeface="+mn-lt"/>
              </a:rPr>
              <a:t>Solution: </a:t>
            </a:r>
            <a:r>
              <a:rPr lang="en-US" sz="1200">
                <a:ea typeface="+mn-lt"/>
                <a:cs typeface="+mn-lt"/>
              </a:rPr>
              <a:t>Adjusting the 80% utilization logic so less Patients will receive this Refill Too Soon communication.</a:t>
            </a:r>
            <a:endParaRPr lang="en-US"/>
          </a:p>
          <a:p>
            <a:pPr>
              <a:spcAft>
                <a:spcPts val="600"/>
              </a:spcAft>
              <a:defRPr/>
            </a:pPr>
            <a:endParaRPr lang="en-US" sz="1200">
              <a:solidFill>
                <a:srgbClr val="3F3F3F"/>
              </a:solidFill>
            </a:endParaRPr>
          </a:p>
          <a:p>
            <a:pPr>
              <a:spcAft>
                <a:spcPts val="600"/>
              </a:spcAft>
              <a:defRPr/>
            </a:pPr>
            <a:endParaRPr lang="en-US" sz="1200">
              <a:solidFill>
                <a:srgbClr val="0070C0"/>
              </a:solidFill>
              <a:latin typeface="CVS Health Sans"/>
            </a:endParaRPr>
          </a:p>
        </p:txBody>
      </p:sp>
      <p:sp>
        <p:nvSpPr>
          <p:cNvPr id="27" name="TextBox 26">
            <a:extLst>
              <a:ext uri="{FF2B5EF4-FFF2-40B4-BE49-F238E27FC236}">
                <a16:creationId xmlns:a16="http://schemas.microsoft.com/office/drawing/2014/main" id="{199CA3DB-4768-4C5C-9145-D28DB41FBB98}"/>
              </a:ext>
            </a:extLst>
          </p:cNvPr>
          <p:cNvSpPr txBox="1"/>
          <p:nvPr/>
        </p:nvSpPr>
        <p:spPr>
          <a:xfrm>
            <a:off x="553459" y="4032630"/>
            <a:ext cx="4214653" cy="2677656"/>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lIns="91440" tIns="45720" rIns="91440" bIns="45720" anchor="t">
            <a:spAutoFit/>
          </a:bodyPr>
          <a:lstStyle/>
          <a:p>
            <a:pPr marL="171450" indent="-171450">
              <a:buFont typeface="Arial" panose="020B0604020202020204" pitchFamily="34" charset="0"/>
              <a:buChar char="•"/>
            </a:pPr>
            <a:endParaRPr lang="en-US" sz="1200">
              <a:solidFill>
                <a:srgbClr val="3F3F3F"/>
              </a:solidFill>
              <a:latin typeface="CVS Health Sans"/>
              <a:cs typeface="Arial"/>
            </a:endParaRPr>
          </a:p>
          <a:p>
            <a:pPr>
              <a:buFont typeface="Arial" panose="020B0604020202020204" pitchFamily="34" charset="0"/>
              <a:buChar char="•"/>
            </a:pPr>
            <a:r>
              <a:rPr lang="en-US" sz="1200">
                <a:ea typeface="+mn-lt"/>
                <a:cs typeface="+mn-lt"/>
              </a:rPr>
              <a:t>This feature was released in </a:t>
            </a:r>
            <a:r>
              <a:rPr lang="en-US" sz="1200" b="1">
                <a:ea typeface="+mn-lt"/>
                <a:cs typeface="+mn-lt"/>
              </a:rPr>
              <a:t>July 2022 </a:t>
            </a:r>
            <a:r>
              <a:rPr lang="en-US" sz="1200">
                <a:ea typeface="+mn-lt"/>
                <a:cs typeface="+mn-lt"/>
              </a:rPr>
              <a:t>and has shown good results so far.</a:t>
            </a:r>
            <a:br>
              <a:rPr lang="en-US" sz="1200">
                <a:ea typeface="+mn-lt"/>
                <a:cs typeface="+mn-lt"/>
              </a:rPr>
            </a:br>
            <a:r>
              <a:rPr lang="en-US" sz="1200">
                <a:ea typeface="+mn-lt"/>
                <a:cs typeface="+mn-lt"/>
              </a:rPr>
              <a:t> </a:t>
            </a:r>
            <a:endParaRPr lang="en-US">
              <a:solidFill>
                <a:srgbClr val="000000"/>
              </a:solidFill>
              <a:latin typeface="CVS Health Sans"/>
              <a:cs typeface="Arial"/>
            </a:endParaRPr>
          </a:p>
          <a:p>
            <a:pPr>
              <a:buFont typeface="Arial" panose="020B0604020202020204" pitchFamily="34" charset="0"/>
              <a:buChar char="•"/>
            </a:pPr>
            <a:r>
              <a:rPr lang="en-US" sz="1200" b="1" u="sng">
                <a:solidFill>
                  <a:srgbClr val="0070C0"/>
                </a:solidFill>
                <a:ea typeface="+mn-lt"/>
                <a:cs typeface="+mn-lt"/>
              </a:rPr>
              <a:t>Updated Metrics</a:t>
            </a:r>
            <a:endParaRPr lang="en-US">
              <a:solidFill>
                <a:srgbClr val="0070C0"/>
              </a:solidFill>
              <a:ea typeface="+mn-lt"/>
              <a:cs typeface="+mn-lt"/>
            </a:endParaRPr>
          </a:p>
          <a:p>
            <a:pPr>
              <a:buFont typeface="Arial" panose="020B0604020202020204" pitchFamily="34" charset="0"/>
              <a:buChar char="•"/>
            </a:pPr>
            <a:r>
              <a:rPr lang="en-US" sz="1200">
                <a:ea typeface="+mn-lt"/>
                <a:cs typeface="+mn-lt"/>
              </a:rPr>
              <a:t>Before July 2022 release, </a:t>
            </a:r>
            <a:r>
              <a:rPr lang="en-US" sz="1200" b="1">
                <a:solidFill>
                  <a:srgbClr val="0070C0"/>
                </a:solidFill>
                <a:ea typeface="+mn-lt"/>
                <a:cs typeface="+mn-lt"/>
              </a:rPr>
              <a:t>2.3%</a:t>
            </a:r>
            <a:r>
              <a:rPr lang="en-US" sz="1200">
                <a:solidFill>
                  <a:srgbClr val="0070C0"/>
                </a:solidFill>
                <a:ea typeface="+mn-lt"/>
                <a:cs typeface="+mn-lt"/>
              </a:rPr>
              <a:t> </a:t>
            </a:r>
            <a:r>
              <a:rPr lang="en-US" sz="1200">
                <a:ea typeface="+mn-lt"/>
                <a:cs typeface="+mn-lt"/>
              </a:rPr>
              <a:t>of all Digital fills triggered a Refill Too Soon action note.</a:t>
            </a:r>
            <a:endParaRPr lang="en-US"/>
          </a:p>
          <a:p>
            <a:pPr>
              <a:buFont typeface="Arial" panose="020B0604020202020204" pitchFamily="34" charset="0"/>
              <a:buChar char="•"/>
            </a:pPr>
            <a:r>
              <a:rPr lang="en-US" sz="1200">
                <a:ea typeface="+mn-lt"/>
                <a:cs typeface="+mn-lt"/>
              </a:rPr>
              <a:t>We are seeing good results with </a:t>
            </a:r>
            <a:r>
              <a:rPr lang="en-US" sz="1200" b="1">
                <a:solidFill>
                  <a:srgbClr val="1287F2"/>
                </a:solidFill>
                <a:ea typeface="+mn-lt"/>
                <a:cs typeface="+mn-lt"/>
              </a:rPr>
              <a:t>1.6%</a:t>
            </a:r>
            <a:r>
              <a:rPr lang="en-US" sz="1200">
                <a:ea typeface="+mn-lt"/>
                <a:cs typeface="+mn-lt"/>
              </a:rPr>
              <a:t> of Digital Fills trigger a Refill Too Soon Action note which equates to a </a:t>
            </a:r>
            <a:r>
              <a:rPr lang="en-US" sz="1200" b="1">
                <a:solidFill>
                  <a:srgbClr val="0070C0"/>
                </a:solidFill>
                <a:ea typeface="+mn-lt"/>
                <a:cs typeface="+mn-lt"/>
              </a:rPr>
              <a:t>Reduction of 28,000 monthly</a:t>
            </a:r>
            <a:r>
              <a:rPr lang="en-US" sz="1200">
                <a:solidFill>
                  <a:srgbClr val="0070C0"/>
                </a:solidFill>
                <a:ea typeface="+mn-lt"/>
                <a:cs typeface="+mn-lt"/>
              </a:rPr>
              <a:t> </a:t>
            </a:r>
            <a:r>
              <a:rPr lang="en-US" sz="1200">
                <a:ea typeface="+mn-lt"/>
                <a:cs typeface="+mn-lt"/>
              </a:rPr>
              <a:t>Refill Too Soon action notes sent to our patients.</a:t>
            </a:r>
            <a:endParaRPr lang="en-US"/>
          </a:p>
          <a:p>
            <a:pPr marL="171450" indent="-171450">
              <a:buFont typeface="Arial" panose="020B0604020202020204" pitchFamily="34" charset="0"/>
              <a:buChar char="•"/>
            </a:pPr>
            <a:endParaRPr lang="en-US" sz="1200">
              <a:solidFill>
                <a:srgbClr val="3F3F3F"/>
              </a:solidFill>
              <a:latin typeface="CVS Health Sans"/>
              <a:cs typeface="Arial"/>
            </a:endParaRPr>
          </a:p>
          <a:p>
            <a:endParaRPr lang="en-US" sz="1200">
              <a:solidFill>
                <a:srgbClr val="3F3F3F"/>
              </a:solidFill>
              <a:latin typeface="CVS Health Sans"/>
              <a:cs typeface="Arial"/>
            </a:endParaRPr>
          </a:p>
          <a:p>
            <a:pPr marL="171450" indent="-171450">
              <a:buFont typeface="Arial" panose="020B0604020202020204" pitchFamily="34" charset="0"/>
              <a:buChar char="•"/>
            </a:pPr>
            <a:endParaRPr lang="en-US" sz="1200">
              <a:solidFill>
                <a:srgbClr val="3F3F3F"/>
              </a:solidFill>
              <a:latin typeface="CVS Health Sans"/>
              <a:cs typeface="Arial"/>
            </a:endParaRPr>
          </a:p>
          <a:p>
            <a:endParaRPr lang="en-US" sz="1200">
              <a:solidFill>
                <a:srgbClr val="3F3F3F"/>
              </a:solidFill>
              <a:latin typeface="CVS Health Sans"/>
              <a:cs typeface="Arial"/>
            </a:endParaRPr>
          </a:p>
        </p:txBody>
      </p:sp>
      <p:sp>
        <p:nvSpPr>
          <p:cNvPr id="4" name="TextBox 3">
            <a:extLst>
              <a:ext uri="{FF2B5EF4-FFF2-40B4-BE49-F238E27FC236}">
                <a16:creationId xmlns:a16="http://schemas.microsoft.com/office/drawing/2014/main" id="{C8BC4E5A-08CB-4AD6-9EFB-89920D32347D}"/>
              </a:ext>
            </a:extLst>
          </p:cNvPr>
          <p:cNvSpPr txBox="1"/>
          <p:nvPr/>
        </p:nvSpPr>
        <p:spPr>
          <a:xfrm>
            <a:off x="10917802" y="4126686"/>
            <a:ext cx="1031742" cy="215444"/>
          </a:xfrm>
          <a:prstGeom prst="rect">
            <a:avLst/>
          </a:prstGeom>
          <a:solidFill>
            <a:schemeClr val="accent2"/>
          </a:solidFill>
        </p:spPr>
        <p:txBody>
          <a:bodyPr wrap="square" lIns="0" tIns="0" rIns="0" bIns="0" rtlCol="0">
            <a:spAutoFit/>
          </a:bodyPr>
          <a:lstStyle/>
          <a:p>
            <a:pPr algn="ctr"/>
            <a:r>
              <a:rPr lang="en-US" sz="1400" b="1">
                <a:solidFill>
                  <a:schemeClr val="bg1"/>
                </a:solidFill>
              </a:rPr>
              <a:t>After</a:t>
            </a: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60948" y="3657565"/>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57928" y="1255463"/>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Janet C</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24" name="Rectangle 23">
            <a:extLst>
              <a:ext uri="{FF2B5EF4-FFF2-40B4-BE49-F238E27FC236}">
                <a16:creationId xmlns:a16="http://schemas.microsoft.com/office/drawing/2014/main" id="{07EEBB6A-6840-484F-B652-E4905F8EBAA3}"/>
              </a:ext>
            </a:extLst>
          </p:cNvPr>
          <p:cNvSpPr/>
          <p:nvPr/>
        </p:nvSpPr>
        <p:spPr bwMode="gray">
          <a:xfrm>
            <a:off x="10322707" y="421230"/>
            <a:ext cx="1816029" cy="853937"/>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b="1" i="0" u="sng">
                <a:solidFill>
                  <a:srgbClr val="000000"/>
                </a:solidFill>
                <a:effectLst/>
                <a:latin typeface="CVS Health Sans"/>
              </a:rPr>
              <a:t> </a:t>
            </a:r>
            <a:r>
              <a:rPr lang="en-US" sz="1100" b="1" i="1" u="sng">
                <a:solidFill>
                  <a:schemeClr val="bg1"/>
                </a:solidFill>
                <a:latin typeface="Calibri"/>
                <a:cs typeface="Calibri"/>
              </a:rPr>
              <a:t>A</a:t>
            </a:r>
            <a:r>
              <a:rPr lang="en-US" sz="1100" b="1" i="1" u="sng">
                <a:latin typeface="CVS Health Sans"/>
                <a:cs typeface="Calibri"/>
              </a:rPr>
              <a:t>ssociated</a:t>
            </a:r>
            <a:r>
              <a:rPr lang="en-US" sz="1100" b="1" i="1" u="sng">
                <a:ea typeface="+mn-lt"/>
                <a:cs typeface="+mn-lt"/>
              </a:rPr>
              <a:t> </a:t>
            </a:r>
            <a:r>
              <a:rPr lang="en-US" sz="1100" b="1" i="1" u="sng">
                <a:effectLst/>
                <a:ea typeface="+mn-lt"/>
                <a:cs typeface="+mn-lt"/>
              </a:rPr>
              <a:t>Rally Epic URL:</a:t>
            </a:r>
            <a:endParaRPr lang="en-US" sz="1100" b="1">
              <a:latin typeface="Calibri" panose="020F0502020204030204" pitchFamily="34" charset="0"/>
              <a:ea typeface="+mn-lt"/>
              <a:cs typeface="Calibri" panose="020F0502020204030204" pitchFamily="34" charset="0"/>
            </a:endParaRPr>
          </a:p>
          <a:p>
            <a:pPr algn="ctr"/>
            <a:r>
              <a:rPr lang="en-US" sz="1100" b="1" i="1" u="sng">
                <a:ea typeface="+mn-lt"/>
                <a:cs typeface="+mn-lt"/>
              </a:rPr>
              <a:t> </a:t>
            </a:r>
            <a:r>
              <a:rPr lang="en-US" sz="1100" b="1">
                <a:ea typeface="+mn-lt"/>
                <a:cs typeface="+mn-lt"/>
                <a:hlinkClick r:id="rId5">
                  <a:extLst>
                    <a:ext uri="{A12FA001-AC4F-418D-AE19-62706E023703}">
                      <ahyp:hlinkClr xmlns:ahyp="http://schemas.microsoft.com/office/drawing/2018/hyperlinkcolor" val="tx"/>
                    </a:ext>
                  </a:extLst>
                </a:hlinkClick>
              </a:rPr>
              <a:t>E8946</a:t>
            </a:r>
            <a:r>
              <a:rPr lang="en-US" sz="1100" b="1" i="0">
                <a:effectLst/>
                <a:ea typeface="+mn-lt"/>
                <a:cs typeface="+mn-lt"/>
              </a:rPr>
              <a:t>: </a:t>
            </a:r>
            <a:r>
              <a:rPr lang="en-US" sz="1100" b="1">
                <a:ea typeface="+mn-lt"/>
                <a:cs typeface="+mn-lt"/>
              </a:rPr>
              <a:t>Refill Too Soon</a:t>
            </a:r>
            <a:endParaRPr lang="en-US" sz="1100" b="1">
              <a:latin typeface="Calibri" panose="020F0502020204030204" pitchFamily="34" charset="0"/>
              <a:cs typeface="Calibri" panose="020F0502020204030204" pitchFamily="34" charset="0"/>
            </a:endParaRPr>
          </a:p>
        </p:txBody>
      </p:sp>
      <p:pic>
        <p:nvPicPr>
          <p:cNvPr id="3" name="Picture 5" descr="Text&#10;&#10;Description automatically generated">
            <a:extLst>
              <a:ext uri="{FF2B5EF4-FFF2-40B4-BE49-F238E27FC236}">
                <a16:creationId xmlns:a16="http://schemas.microsoft.com/office/drawing/2014/main" id="{E41C9E16-C829-271F-18D0-CF821AF2980B}"/>
              </a:ext>
            </a:extLst>
          </p:cNvPr>
          <p:cNvPicPr>
            <a:picLocks noChangeAspect="1"/>
          </p:cNvPicPr>
          <p:nvPr/>
        </p:nvPicPr>
        <p:blipFill>
          <a:blip r:embed="rId6"/>
          <a:stretch>
            <a:fillRect/>
          </a:stretch>
        </p:blipFill>
        <p:spPr>
          <a:xfrm>
            <a:off x="5920317" y="1814461"/>
            <a:ext cx="3357033" cy="604412"/>
          </a:xfrm>
          <a:prstGeom prst="rect">
            <a:avLst/>
          </a:prstGeom>
        </p:spPr>
      </p:pic>
      <p:sp>
        <p:nvSpPr>
          <p:cNvPr id="6" name="TextBox 5">
            <a:extLst>
              <a:ext uri="{FF2B5EF4-FFF2-40B4-BE49-F238E27FC236}">
                <a16:creationId xmlns:a16="http://schemas.microsoft.com/office/drawing/2014/main" id="{2E3F6106-C600-B1BF-A5DD-31C87BE3B084}"/>
              </a:ext>
            </a:extLst>
          </p:cNvPr>
          <p:cNvSpPr txBox="1"/>
          <p:nvPr/>
        </p:nvSpPr>
        <p:spPr>
          <a:xfrm>
            <a:off x="10917802" y="2443936"/>
            <a:ext cx="1031742" cy="215444"/>
          </a:xfrm>
          <a:prstGeom prst="rect">
            <a:avLst/>
          </a:prstGeom>
          <a:solidFill>
            <a:schemeClr val="accent2"/>
          </a:solidFill>
        </p:spPr>
        <p:txBody>
          <a:bodyPr wrap="square" lIns="0" tIns="0" rIns="0" bIns="0" rtlCol="0" anchor="t">
            <a:spAutoFit/>
          </a:bodyPr>
          <a:lstStyle/>
          <a:p>
            <a:pPr algn="ctr"/>
            <a:r>
              <a:rPr lang="en-US" sz="1400" b="1">
                <a:solidFill>
                  <a:schemeClr val="bg1"/>
                </a:solidFill>
              </a:rPr>
              <a:t>Before</a:t>
            </a:r>
          </a:p>
        </p:txBody>
      </p:sp>
      <p:pic>
        <p:nvPicPr>
          <p:cNvPr id="7" name="Picture 8" descr="Text&#10;&#10;Description automatically generated">
            <a:extLst>
              <a:ext uri="{FF2B5EF4-FFF2-40B4-BE49-F238E27FC236}">
                <a16:creationId xmlns:a16="http://schemas.microsoft.com/office/drawing/2014/main" id="{1D61D431-9EA8-6CF9-6D8D-C6BA29850559}"/>
              </a:ext>
            </a:extLst>
          </p:cNvPr>
          <p:cNvPicPr>
            <a:picLocks noChangeAspect="1"/>
          </p:cNvPicPr>
          <p:nvPr/>
        </p:nvPicPr>
        <p:blipFill>
          <a:blip r:embed="rId7"/>
          <a:stretch>
            <a:fillRect/>
          </a:stretch>
        </p:blipFill>
        <p:spPr>
          <a:xfrm>
            <a:off x="5920317" y="2885655"/>
            <a:ext cx="6013449" cy="1033773"/>
          </a:xfrm>
          <a:prstGeom prst="rect">
            <a:avLst/>
          </a:prstGeom>
        </p:spPr>
      </p:pic>
      <p:pic>
        <p:nvPicPr>
          <p:cNvPr id="9" name="Picture 10">
            <a:extLst>
              <a:ext uri="{FF2B5EF4-FFF2-40B4-BE49-F238E27FC236}">
                <a16:creationId xmlns:a16="http://schemas.microsoft.com/office/drawing/2014/main" id="{25C492D7-60B5-9112-3B30-F54D19C82A22}"/>
              </a:ext>
            </a:extLst>
          </p:cNvPr>
          <p:cNvPicPr>
            <a:picLocks noChangeAspect="1"/>
          </p:cNvPicPr>
          <p:nvPr/>
        </p:nvPicPr>
        <p:blipFill>
          <a:blip r:embed="rId8"/>
          <a:stretch>
            <a:fillRect/>
          </a:stretch>
        </p:blipFill>
        <p:spPr>
          <a:xfrm>
            <a:off x="5920318" y="4617760"/>
            <a:ext cx="5949949" cy="1019730"/>
          </a:xfrm>
          <a:prstGeom prst="rect">
            <a:avLst/>
          </a:prstGeom>
        </p:spPr>
      </p:pic>
      <p:sp>
        <p:nvSpPr>
          <p:cNvPr id="12" name="Rectangle: Rounded Corners 11">
            <a:extLst>
              <a:ext uri="{FF2B5EF4-FFF2-40B4-BE49-F238E27FC236}">
                <a16:creationId xmlns:a16="http://schemas.microsoft.com/office/drawing/2014/main" id="{B37D39DC-CDD6-2D64-175C-DB6186911A01}"/>
              </a:ext>
            </a:extLst>
          </p:cNvPr>
          <p:cNvSpPr/>
          <p:nvPr/>
        </p:nvSpPr>
        <p:spPr bwMode="gray">
          <a:xfrm>
            <a:off x="10856384" y="2887133"/>
            <a:ext cx="1030816" cy="342902"/>
          </a:xfrm>
          <a:prstGeom prst="roundRect">
            <a:avLst/>
          </a:prstGeom>
          <a:noFill/>
          <a:ln w="57150">
            <a:solidFill>
              <a:srgbClr val="FF0000"/>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
        <p:nvSpPr>
          <p:cNvPr id="13" name="Rectangle: Rounded Corners 12">
            <a:extLst>
              <a:ext uri="{FF2B5EF4-FFF2-40B4-BE49-F238E27FC236}">
                <a16:creationId xmlns:a16="http://schemas.microsoft.com/office/drawing/2014/main" id="{14F27DCD-5583-0037-4032-27140BED7B3C}"/>
              </a:ext>
            </a:extLst>
          </p:cNvPr>
          <p:cNvSpPr/>
          <p:nvPr/>
        </p:nvSpPr>
        <p:spPr bwMode="gray">
          <a:xfrm>
            <a:off x="10771716" y="4612215"/>
            <a:ext cx="1073150" cy="416985"/>
          </a:xfrm>
          <a:prstGeom prst="roundRect">
            <a:avLst/>
          </a:prstGeom>
          <a:noFill/>
          <a:ln w="57150">
            <a:solidFill>
              <a:srgbClr val="FF0000"/>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spTree>
    <p:extLst>
      <p:ext uri="{BB962C8B-B14F-4D97-AF65-F5344CB8AC3E}">
        <p14:creationId xmlns:p14="http://schemas.microsoft.com/office/powerpoint/2010/main" val="1340177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4761" y="3372"/>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4761" y="3372"/>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9372" y="531106"/>
            <a:ext cx="10564519" cy="713046"/>
          </a:xfrm>
        </p:spPr>
        <p:txBody>
          <a:bodyPr vert="horz"/>
          <a:lstStyle/>
          <a:p>
            <a:r>
              <a:rPr lang="en-US">
                <a:latin typeface="CVS Health Sans"/>
              </a:rPr>
              <a:t>Detailed Recent Orders On Hold Status </a:t>
            </a:r>
            <a:r>
              <a:rPr lang="en-US">
                <a:solidFill>
                  <a:srgbClr val="3F3F3F"/>
                </a:solidFill>
                <a:latin typeface="CVS Health Sans"/>
              </a:rPr>
              <a:t> </a:t>
            </a:r>
            <a:br>
              <a:rPr lang="en-US">
                <a:latin typeface="CVS Health Sans"/>
              </a:rPr>
            </a:br>
            <a:r>
              <a:rPr lang="en-US" sz="1600" i="1">
                <a:solidFill>
                  <a:srgbClr val="1287F2"/>
                </a:solidFill>
                <a:latin typeface="CVS Health Sans"/>
              </a:rPr>
              <a:t>Scheduled for Release in early PI 1</a:t>
            </a:r>
            <a:endParaRPr lang="en-US" i="1">
              <a:solidFill>
                <a:srgbClr val="1287F2"/>
              </a:solidFill>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9371" y="2120302"/>
            <a:ext cx="4679603" cy="1832955"/>
          </a:xfrm>
          <a:prstGeom prst="rect">
            <a:avLst/>
          </a:prstGeom>
        </p:spPr>
        <p:txBody>
          <a:bodyPr lIns="91416" tIns="45708" rIns="91416" bIns="45708"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664" indent="-285664">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86626" y="1733775"/>
            <a:ext cx="5609374" cy="2677632"/>
          </a:xfrm>
          <a:prstGeom prst="rect">
            <a:avLst/>
          </a:prstGeom>
          <a:noFill/>
        </p:spPr>
        <p:txBody>
          <a:bodyPr wrap="square" lIns="91416" tIns="45708" rIns="91416" bIns="45708" anchor="t">
            <a:spAutoFit/>
          </a:bodyPr>
          <a:lstStyle/>
          <a:p>
            <a:pPr algn="l" rtl="0" fontAlgn="base"/>
            <a:r>
              <a:rPr lang="en-US" sz="1100" b="1">
                <a:solidFill>
                  <a:srgbClr val="000000"/>
                </a:solidFill>
              </a:rPr>
              <a:t>Background: </a:t>
            </a:r>
            <a:r>
              <a:rPr lang="en-US" sz="1100"/>
              <a:t>Today, Retail prescriptions that are "On Hold" display on recent orders, pharmacy dashboard, and order details only as "On Hold". </a:t>
            </a:r>
            <a:endParaRPr lang="en-US" sz="1100" b="1">
              <a:solidFill>
                <a:srgbClr val="000000"/>
              </a:solidFill>
            </a:endParaRPr>
          </a:p>
          <a:p>
            <a:pPr algn="l" rtl="0" fontAlgn="base"/>
            <a:endParaRPr lang="en-US" sz="1100" b="1">
              <a:solidFill>
                <a:srgbClr val="000000"/>
              </a:solidFill>
            </a:endParaRPr>
          </a:p>
          <a:p>
            <a:pPr algn="l" rtl="0" fontAlgn="base"/>
            <a:r>
              <a:rPr lang="en-US" sz="1100" b="1">
                <a:solidFill>
                  <a:srgbClr val="000000"/>
                </a:solidFill>
              </a:rPr>
              <a:t>Problem: </a:t>
            </a:r>
            <a:r>
              <a:rPr lang="en-US" sz="1100"/>
              <a:t>Customers find the status of “On Hold” confusing on the Recent Orders page as it does not provide clear next best steps to resolve the issue or what the issue is. </a:t>
            </a:r>
            <a:br>
              <a:rPr lang="en-US" sz="1100"/>
            </a:br>
            <a:br>
              <a:rPr lang="en-US" sz="1100"/>
            </a:br>
            <a:r>
              <a:rPr lang="en-US" sz="1100"/>
              <a:t>On average today, there are 3.5 million instances of “On Hold” status viewed on the Recent Orders page. This requires a phone call to the pharmacy to fill the desired Rx. This is a top pain point identified by our Voice of the Customer team.</a:t>
            </a:r>
            <a:br>
              <a:rPr lang="en-US" sz="1100"/>
            </a:br>
            <a:endParaRPr lang="en-US" sz="1100">
              <a:solidFill>
                <a:srgbClr val="000000"/>
              </a:solidFill>
            </a:endParaRPr>
          </a:p>
          <a:p>
            <a:pPr algn="l" rtl="0" fontAlgn="base"/>
            <a:r>
              <a:rPr lang="en-US" sz="1100" b="1">
                <a:solidFill>
                  <a:srgbClr val="000000"/>
                </a:solidFill>
              </a:rPr>
              <a:t>Solution: </a:t>
            </a:r>
            <a:r>
              <a:rPr lang="en-US" sz="1100"/>
              <a:t> Unlock the detailed “On Hold” status on the Recent Orders page. Detailed status includes; return to stock, refill too soon, medication not covered, PA required, and out-of-stock. </a:t>
            </a:r>
          </a:p>
          <a:p>
            <a:pPr algn="l" rtl="0" fontAlgn="base"/>
            <a:endParaRPr lang="en-US" sz="1400"/>
          </a:p>
        </p:txBody>
      </p:sp>
      <p:sp>
        <p:nvSpPr>
          <p:cNvPr id="27" name="TextBox 26">
            <a:extLst>
              <a:ext uri="{FF2B5EF4-FFF2-40B4-BE49-F238E27FC236}">
                <a16:creationId xmlns:a16="http://schemas.microsoft.com/office/drawing/2014/main" id="{199CA3DB-4768-4C5C-9145-D28DB41FBB98}"/>
              </a:ext>
            </a:extLst>
          </p:cNvPr>
          <p:cNvSpPr txBox="1"/>
          <p:nvPr/>
        </p:nvSpPr>
        <p:spPr>
          <a:xfrm>
            <a:off x="559370" y="4660312"/>
            <a:ext cx="5606323" cy="1754302"/>
          </a:xfrm>
          <a:prstGeom prst="rect">
            <a:avLst/>
          </a:prstGeom>
          <a:noFill/>
        </p:spPr>
        <p:txBody>
          <a:bodyPr wrap="square" lIns="91416" tIns="45708" rIns="91416" bIns="45708" anchor="t">
            <a:spAutoFit/>
          </a:bodyPr>
          <a:lstStyle/>
          <a:p>
            <a:pPr algn="l" rtl="0" fontAlgn="base"/>
            <a:r>
              <a:rPr lang="en-US" sz="1200" b="1">
                <a:solidFill>
                  <a:srgbClr val="000000"/>
                </a:solidFill>
                <a:latin typeface="CVS Health Sans"/>
              </a:rPr>
              <a:t>Scheduled for release on 2/7/23</a:t>
            </a:r>
          </a:p>
          <a:p>
            <a:pPr algn="l" rtl="0" fontAlgn="base"/>
            <a:endParaRPr lang="en-US" sz="1200">
              <a:solidFill>
                <a:srgbClr val="000000"/>
              </a:solidFill>
              <a:latin typeface="CVS Health Sans" panose="020B0504020202020204" pitchFamily="34" charset="0"/>
            </a:endParaRPr>
          </a:p>
          <a:p>
            <a:pPr fontAlgn="base"/>
            <a:r>
              <a:rPr lang="en-US" sz="1200" b="1">
                <a:solidFill>
                  <a:srgbClr val="000000"/>
                </a:solidFill>
                <a:latin typeface="CVS Health Sans"/>
              </a:rPr>
              <a:t>Expect Impact:</a:t>
            </a:r>
          </a:p>
          <a:p>
            <a:pPr marL="171450" indent="-171450" fontAlgn="base">
              <a:buFont typeface="Arial" panose="020B0604020202020204" pitchFamily="34" charset="0"/>
              <a:buChar char="•"/>
            </a:pPr>
            <a:r>
              <a:rPr lang="en-US" sz="1100">
                <a:latin typeface="CVS Health Sans"/>
              </a:rPr>
              <a:t>Order status CSAT</a:t>
            </a:r>
          </a:p>
          <a:p>
            <a:pPr marL="171450" indent="-171450" fontAlgn="base">
              <a:buFont typeface="Arial" panose="020B0604020202020204" pitchFamily="34" charset="0"/>
              <a:buChar char="•"/>
            </a:pPr>
            <a:r>
              <a:rPr lang="en-US" sz="1100">
                <a:latin typeface="CVS Health Sans"/>
              </a:rPr>
              <a:t>Order Status Task Accomplishment</a:t>
            </a:r>
          </a:p>
          <a:p>
            <a:pPr marL="171450" indent="-171450" fontAlgn="base">
              <a:buFont typeface="Arial" panose="020B0604020202020204" pitchFamily="34" charset="0"/>
              <a:buChar char="•"/>
            </a:pPr>
            <a:r>
              <a:rPr lang="en-US" sz="1100">
                <a:latin typeface="CVS Health Sans"/>
              </a:rPr>
              <a:t>Reduce calls</a:t>
            </a:r>
          </a:p>
          <a:p>
            <a:pPr marL="171450" indent="-171450" fontAlgn="base">
              <a:buFont typeface="Arial" panose="020B0604020202020204" pitchFamily="34" charset="0"/>
              <a:buChar char="•"/>
            </a:pPr>
            <a:endParaRPr lang="en-US" sz="1200">
              <a:solidFill>
                <a:srgbClr val="000000"/>
              </a:solidFill>
              <a:latin typeface="CVS Health Sans" panose="020B0504020202020204" pitchFamily="34" charset="0"/>
            </a:endParaRPr>
          </a:p>
          <a:p>
            <a:pPr algn="l" rtl="0" fontAlgn="base"/>
            <a:endParaRPr lang="en-US" sz="1200">
              <a:solidFill>
                <a:srgbClr val="000000"/>
              </a:solidFill>
              <a:latin typeface="CVS Health Sans" panose="020B0504020202020204" pitchFamily="34" charset="0"/>
            </a:endParaRPr>
          </a:p>
          <a:p>
            <a:pPr algn="l" rtl="0" fontAlgn="base"/>
            <a:endParaRPr lang="en-US" sz="1200">
              <a:solidFill>
                <a:srgbClr val="000000"/>
              </a:solidFill>
              <a:latin typeface="CVS Health Sans" panose="020B0504020202020204" pitchFamily="34" charset="0"/>
            </a:endParaRPr>
          </a:p>
        </p:txBody>
      </p:sp>
      <p:sp>
        <p:nvSpPr>
          <p:cNvPr id="4" name="TextBox 3">
            <a:extLst>
              <a:ext uri="{FF2B5EF4-FFF2-40B4-BE49-F238E27FC236}">
                <a16:creationId xmlns:a16="http://schemas.microsoft.com/office/drawing/2014/main" id="{C8BC4E5A-08CB-4AD6-9EFB-89920D32347D}"/>
              </a:ext>
            </a:extLst>
          </p:cNvPr>
          <p:cNvSpPr txBox="1"/>
          <p:nvPr/>
        </p:nvSpPr>
        <p:spPr>
          <a:xfrm>
            <a:off x="6428424" y="2202729"/>
            <a:ext cx="1031473" cy="215388"/>
          </a:xfrm>
          <a:prstGeom prst="rect">
            <a:avLst/>
          </a:prstGeom>
          <a:solidFill>
            <a:schemeClr val="accent2"/>
          </a:solidFill>
        </p:spPr>
        <p:txBody>
          <a:bodyPr wrap="square" lIns="0" tIns="0" rIns="0" bIns="0" rtlCol="0">
            <a:spAutoFit/>
          </a:bodyPr>
          <a:lstStyle/>
          <a:p>
            <a:pPr algn="ctr"/>
            <a:r>
              <a:rPr lang="en-US" sz="1400" b="1">
                <a:solidFill>
                  <a:schemeClr val="bg1"/>
                </a:solidFill>
              </a:rPr>
              <a:t>After</a:t>
            </a: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59370" y="4262310"/>
            <a:ext cx="3496235" cy="378172"/>
          </a:xfrm>
          <a:prstGeom prst="homePlate">
            <a:avLst/>
          </a:prstGeom>
          <a:solidFill>
            <a:srgbClr val="5AA2AE"/>
          </a:solidFill>
          <a:ln w="9525" cap="flat" cmpd="sng" algn="ctr">
            <a:noFill/>
            <a:prstDash val="solid"/>
            <a:miter lim="800000"/>
          </a:ln>
          <a:effectLst/>
        </p:spPr>
        <p:txBody>
          <a:bodyPr lIns="91368" tIns="45684" rIns="91368" bIns="45684" rtlCol="0" anchor="ctr"/>
          <a:lstStyle/>
          <a:p>
            <a:pPr algn="ctr" defTabSz="913304">
              <a:defRPr/>
            </a:pPr>
            <a:r>
              <a:rPr lang="en-US" sz="1750" b="1" kern="0">
                <a:latin typeface="Arial"/>
              </a:rPr>
              <a:t>What's the expected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59371" y="1355505"/>
            <a:ext cx="3496235" cy="378271"/>
          </a:xfrm>
          <a:prstGeom prst="homePlate">
            <a:avLst/>
          </a:prstGeom>
          <a:solidFill>
            <a:srgbClr val="4A66AC"/>
          </a:solidFill>
          <a:ln w="9525" cap="flat" cmpd="sng" algn="ctr">
            <a:noFill/>
            <a:prstDash val="solid"/>
            <a:miter lim="800000"/>
          </a:ln>
          <a:effectLst/>
        </p:spPr>
        <p:txBody>
          <a:bodyPr rtlCol="0" anchor="ctr"/>
          <a:lstStyle/>
          <a:p>
            <a:pPr algn="ctr" defTabSz="913578">
              <a:defRPr/>
            </a:pPr>
            <a:r>
              <a:rPr lang="en-US" sz="1798"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nvGraphicFramePr>
        <p:xfrm>
          <a:off x="9997614" y="84493"/>
          <a:ext cx="2029017" cy="243792"/>
        </p:xfrm>
        <a:graphic>
          <a:graphicData uri="http://schemas.openxmlformats.org/drawingml/2006/table">
            <a:tbl>
              <a:tblPr firstRow="1" bandRow="1">
                <a:tableStyleId>{5C22544A-7EE6-4342-B048-85BDC9FD1C3A}</a:tableStyleId>
              </a:tblPr>
              <a:tblGrid>
                <a:gridCol w="2029017">
                  <a:extLst>
                    <a:ext uri="{9D8B030D-6E8A-4147-A177-3AD203B41FA5}">
                      <a16:colId xmlns:a16="http://schemas.microsoft.com/office/drawing/2014/main" val="148671580"/>
                    </a:ext>
                  </a:extLst>
                </a:gridCol>
              </a:tblGrid>
              <a:tr h="186657">
                <a:tc>
                  <a:txBody>
                    <a:bodyPr/>
                    <a:lstStyle/>
                    <a:p>
                      <a:pPr lvl="0" algn="ctr">
                        <a:buNone/>
                      </a:pPr>
                      <a:r>
                        <a:rPr lang="en-US" sz="1000">
                          <a:latin typeface="CVS Health Sans"/>
                        </a:rPr>
                        <a:t>Jessica K</a:t>
                      </a:r>
                      <a:endParaRPr lang="en-US" sz="1500"/>
                    </a:p>
                  </a:txBody>
                  <a:tcPr marL="91392" marR="91392" marT="45696" marB="45696">
                    <a:solidFill>
                      <a:srgbClr val="CC0000"/>
                    </a:solidFill>
                  </a:tcPr>
                </a:tc>
                <a:extLst>
                  <a:ext uri="{0D108BD9-81ED-4DB2-BD59-A6C34878D82A}">
                    <a16:rowId xmlns:a16="http://schemas.microsoft.com/office/drawing/2014/main" val="4014615958"/>
                  </a:ext>
                </a:extLst>
              </a:tr>
            </a:tbl>
          </a:graphicData>
        </a:graphic>
      </p:graphicFrame>
      <p:sp>
        <p:nvSpPr>
          <p:cNvPr id="24" name="TextBox 23">
            <a:extLst>
              <a:ext uri="{FF2B5EF4-FFF2-40B4-BE49-F238E27FC236}">
                <a16:creationId xmlns:a16="http://schemas.microsoft.com/office/drawing/2014/main" id="{52499368-21E4-4F8B-8535-BA68FC2EC1E4}"/>
              </a:ext>
            </a:extLst>
          </p:cNvPr>
          <p:cNvSpPr txBox="1"/>
          <p:nvPr/>
        </p:nvSpPr>
        <p:spPr>
          <a:xfrm>
            <a:off x="6417254" y="961068"/>
            <a:ext cx="1031473" cy="215388"/>
          </a:xfrm>
          <a:prstGeom prst="rect">
            <a:avLst/>
          </a:prstGeom>
          <a:solidFill>
            <a:schemeClr val="accent2"/>
          </a:solidFill>
        </p:spPr>
        <p:txBody>
          <a:bodyPr wrap="square" lIns="0" tIns="0" rIns="0" bIns="0" rtlCol="0">
            <a:spAutoFit/>
          </a:bodyPr>
          <a:lstStyle/>
          <a:p>
            <a:pPr algn="ctr"/>
            <a:r>
              <a:rPr lang="en-US" sz="1400" b="1">
                <a:solidFill>
                  <a:schemeClr val="bg1"/>
                </a:solidFill>
              </a:rPr>
              <a:t>Before</a:t>
            </a:r>
          </a:p>
        </p:txBody>
      </p:sp>
      <p:sp>
        <p:nvSpPr>
          <p:cNvPr id="3" name="Rectangle 2">
            <a:extLst>
              <a:ext uri="{FF2B5EF4-FFF2-40B4-BE49-F238E27FC236}">
                <a16:creationId xmlns:a16="http://schemas.microsoft.com/office/drawing/2014/main" id="{4CA42E0C-0C04-4E48-9EA6-B74136D6ACD0}"/>
              </a:ext>
            </a:extLst>
          </p:cNvPr>
          <p:cNvSpPr/>
          <p:nvPr/>
        </p:nvSpPr>
        <p:spPr bwMode="gray">
          <a:xfrm>
            <a:off x="6428423" y="84494"/>
            <a:ext cx="3481202" cy="390937"/>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l"/>
            <a:r>
              <a:rPr lang="en-US" sz="1000">
                <a:solidFill>
                  <a:schemeClr val="bg1"/>
                </a:solidFill>
                <a:hlinkClick r:id="rId5">
                  <a:extLst>
                    <a:ext uri="{A12FA001-AC4F-418D-AE19-62706E023703}">
                      <ahyp:hlinkClr xmlns:ahyp="http://schemas.microsoft.com/office/drawing/2018/hyperlinkcolor" val="tx"/>
                    </a:ext>
                  </a:extLst>
                </a:hlinkClick>
              </a:rPr>
              <a:t>Associated Rally Epic</a:t>
            </a:r>
            <a:br>
              <a:rPr lang="en-US" sz="1000" b="1" u="sng">
                <a:solidFill>
                  <a:schemeClr val="bg1"/>
                </a:solidFill>
              </a:rPr>
            </a:br>
            <a:r>
              <a:rPr lang="en-US" sz="1000">
                <a:solidFill>
                  <a:schemeClr val="bg1"/>
                </a:solidFill>
                <a:cs typeface="Calibri" panose="020F0502020204030204" pitchFamily="34" charset="0"/>
              </a:rPr>
              <a:t>E13795: Improve On Hold Order Status Experience</a:t>
            </a:r>
            <a:endParaRPr lang="en-US" sz="1000">
              <a:solidFill>
                <a:schemeClr val="bg1"/>
              </a:solidFill>
            </a:endParaRPr>
          </a:p>
        </p:txBody>
      </p:sp>
      <p:pic>
        <p:nvPicPr>
          <p:cNvPr id="1026" name="Picture 2">
            <a:extLst>
              <a:ext uri="{FF2B5EF4-FFF2-40B4-BE49-F238E27FC236}">
                <a16:creationId xmlns:a16="http://schemas.microsoft.com/office/drawing/2014/main" id="{F1EE1F63-2ABB-2496-096E-A12C20B337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7253" y="1279099"/>
            <a:ext cx="5282598" cy="80657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F346C93-49F3-D881-192A-A817DA1D5D3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30238"/>
          <a:stretch/>
        </p:blipFill>
        <p:spPr bwMode="auto">
          <a:xfrm>
            <a:off x="6428424" y="2496311"/>
            <a:ext cx="5334375" cy="126780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E39126B-910C-C213-1C20-26E29A2B1746}"/>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829" t="8154"/>
          <a:stretch/>
        </p:blipFill>
        <p:spPr bwMode="auto">
          <a:xfrm>
            <a:off x="6441160" y="3866759"/>
            <a:ext cx="5321638" cy="266623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7E8FD1E-27C5-D50D-E697-E6BD39460400}"/>
              </a:ext>
            </a:extLst>
          </p:cNvPr>
          <p:cNvSpPr/>
          <p:nvPr/>
        </p:nvSpPr>
        <p:spPr bwMode="gray">
          <a:xfrm>
            <a:off x="9626851" y="1539239"/>
            <a:ext cx="779646" cy="497126"/>
          </a:xfrm>
          <a:prstGeom prst="rect">
            <a:avLst/>
          </a:prstGeom>
          <a:noFill/>
          <a:ln w="15875">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500" b="1">
              <a:solidFill>
                <a:schemeClr val="bg1"/>
              </a:solidFill>
            </a:endParaRPr>
          </a:p>
        </p:txBody>
      </p:sp>
      <p:sp>
        <p:nvSpPr>
          <p:cNvPr id="7" name="Rectangle 6">
            <a:extLst>
              <a:ext uri="{FF2B5EF4-FFF2-40B4-BE49-F238E27FC236}">
                <a16:creationId xmlns:a16="http://schemas.microsoft.com/office/drawing/2014/main" id="{7A1B586C-54A0-B8F5-4C44-05A1F8FCD7B5}"/>
              </a:ext>
            </a:extLst>
          </p:cNvPr>
          <p:cNvSpPr/>
          <p:nvPr/>
        </p:nvSpPr>
        <p:spPr bwMode="gray">
          <a:xfrm>
            <a:off x="9740750" y="2770839"/>
            <a:ext cx="1195137" cy="915637"/>
          </a:xfrm>
          <a:prstGeom prst="rect">
            <a:avLst/>
          </a:prstGeom>
          <a:noFill/>
          <a:ln w="15875">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500" b="1">
              <a:solidFill>
                <a:schemeClr val="bg1"/>
              </a:solidFill>
            </a:endParaRPr>
          </a:p>
        </p:txBody>
      </p:sp>
      <p:sp>
        <p:nvSpPr>
          <p:cNvPr id="8" name="Rectangle 7">
            <a:extLst>
              <a:ext uri="{FF2B5EF4-FFF2-40B4-BE49-F238E27FC236}">
                <a16:creationId xmlns:a16="http://schemas.microsoft.com/office/drawing/2014/main" id="{3679727A-19A2-C18A-2774-9E64F7BA5DE6}"/>
              </a:ext>
            </a:extLst>
          </p:cNvPr>
          <p:cNvSpPr/>
          <p:nvPr/>
        </p:nvSpPr>
        <p:spPr bwMode="gray">
          <a:xfrm>
            <a:off x="9740749" y="4211175"/>
            <a:ext cx="1195137" cy="915637"/>
          </a:xfrm>
          <a:prstGeom prst="rect">
            <a:avLst/>
          </a:prstGeom>
          <a:noFill/>
          <a:ln w="15875">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500" b="1">
              <a:solidFill>
                <a:schemeClr val="bg1"/>
              </a:solidFill>
            </a:endParaRPr>
          </a:p>
        </p:txBody>
      </p:sp>
      <p:sp>
        <p:nvSpPr>
          <p:cNvPr id="9" name="Rectangle 8">
            <a:extLst>
              <a:ext uri="{FF2B5EF4-FFF2-40B4-BE49-F238E27FC236}">
                <a16:creationId xmlns:a16="http://schemas.microsoft.com/office/drawing/2014/main" id="{713AE0AA-B632-4BCE-D18E-3CBC97431B26}"/>
              </a:ext>
            </a:extLst>
          </p:cNvPr>
          <p:cNvSpPr/>
          <p:nvPr/>
        </p:nvSpPr>
        <p:spPr bwMode="gray">
          <a:xfrm>
            <a:off x="9740748" y="5490476"/>
            <a:ext cx="1262516" cy="943388"/>
          </a:xfrm>
          <a:prstGeom prst="rect">
            <a:avLst/>
          </a:prstGeom>
          <a:noFill/>
          <a:ln w="15875">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500" b="1">
              <a:solidFill>
                <a:schemeClr val="bg1"/>
              </a:solidFill>
            </a:endParaRPr>
          </a:p>
        </p:txBody>
      </p:sp>
    </p:spTree>
    <p:extLst>
      <p:ext uri="{BB962C8B-B14F-4D97-AF65-F5344CB8AC3E}">
        <p14:creationId xmlns:p14="http://schemas.microsoft.com/office/powerpoint/2010/main" val="2848364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extLst>
              <p:ext uri="{D42A27DB-BD31-4B8C-83A1-F6EECF244321}">
                <p14:modId xmlns:p14="http://schemas.microsoft.com/office/powerpoint/2010/main" val="2319404495"/>
              </p:ext>
            </p:ext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7928" y="530351"/>
            <a:ext cx="10567271" cy="713232"/>
          </a:xfrm>
        </p:spPr>
        <p:txBody>
          <a:bodyPr vert="horz"/>
          <a:lstStyle/>
          <a:p>
            <a:r>
              <a:rPr lang="en-US">
                <a:latin typeface="CVS Health Sans"/>
              </a:rPr>
              <a:t>Guided Digital Pharmacy Onboarding Wizard: Web/mWeb MVP</a:t>
            </a:r>
            <a:endParaRPr lang="en-US" i="1">
              <a:solidFill>
                <a:srgbClr val="1287F2"/>
              </a:solidFill>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7928" y="211996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57928" y="969016"/>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sp>
        <p:nvSpPr>
          <p:cNvPr id="7" name="Content Placeholder 2">
            <a:extLst>
              <a:ext uri="{FF2B5EF4-FFF2-40B4-BE49-F238E27FC236}">
                <a16:creationId xmlns:a16="http://schemas.microsoft.com/office/drawing/2014/main" id="{C6293AEC-6378-1813-D359-234249B09364}"/>
              </a:ext>
            </a:extLst>
          </p:cNvPr>
          <p:cNvSpPr txBox="1">
            <a:spLocks/>
          </p:cNvSpPr>
          <p:nvPr/>
        </p:nvSpPr>
        <p:spPr>
          <a:xfrm>
            <a:off x="554560" y="1403216"/>
            <a:ext cx="6762135" cy="862580"/>
          </a:xfrm>
          <a:prstGeom prst="rect">
            <a:avLst/>
          </a:prstGeom>
        </p:spPr>
        <p:txBody>
          <a:bodyPr lIns="91392" tIns="45696" rIns="91392" bIns="45696"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115" indent="-285115">
              <a:lnSpc>
                <a:spcPts val="1200"/>
              </a:lnSpc>
              <a:spcBef>
                <a:spcPts val="1000"/>
              </a:spcBef>
              <a:buFont typeface="Arial" panose="020B0604020202020204" pitchFamily="34" charset="0"/>
              <a:buChar char="•"/>
              <a:defRPr/>
            </a:pPr>
            <a:r>
              <a:rPr lang="en-US" sz="1000" b="1">
                <a:solidFill>
                  <a:srgbClr val="3F3F3F"/>
                </a:solidFill>
                <a:latin typeface="CVS Health Sans"/>
              </a:rPr>
              <a:t>Problem</a:t>
            </a:r>
            <a:r>
              <a:rPr kumimoji="0" lang="en-US" sz="1000" b="1" i="0" u="none" strike="noStrike" kern="1200" cap="none" spc="0" normalizeH="0" baseline="0" noProof="0">
                <a:ln>
                  <a:noFill/>
                </a:ln>
                <a:solidFill>
                  <a:srgbClr val="3F3F3F"/>
                </a:solidFill>
                <a:effectLst/>
                <a:uLnTx/>
                <a:uFillTx/>
                <a:latin typeface="CVS Health Sans"/>
              </a:rPr>
              <a:t>:</a:t>
            </a:r>
            <a:r>
              <a:rPr lang="en-US" sz="1000" b="1">
                <a:solidFill>
                  <a:srgbClr val="3F3F3F"/>
                </a:solidFill>
                <a:latin typeface="CVS Health Sans"/>
              </a:rPr>
              <a:t> </a:t>
            </a:r>
            <a:r>
              <a:rPr lang="en-US" sz="1000">
                <a:latin typeface="CVS Health Sans"/>
                <a:ea typeface="+mn-lt"/>
                <a:cs typeface="+mn-lt"/>
              </a:rPr>
              <a:t>Many users are not aware of Digital products that provide convenient and adherence boosting pharmacy preferences/programs</a:t>
            </a:r>
          </a:p>
          <a:p>
            <a:pPr marL="285115" indent="-285115">
              <a:lnSpc>
                <a:spcPts val="1200"/>
              </a:lnSpc>
              <a:spcBef>
                <a:spcPts val="1000"/>
              </a:spcBef>
              <a:buFont typeface="Arial" panose="020B0604020202020204" pitchFamily="34" charset="0"/>
              <a:buChar char="•"/>
              <a:defRPr/>
            </a:pPr>
            <a:r>
              <a:rPr lang="en-US" sz="1000" b="1">
                <a:solidFill>
                  <a:srgbClr val="3F3F3F"/>
                </a:solidFill>
                <a:latin typeface="CVS Health Sans"/>
              </a:rPr>
              <a:t>Solution: </a:t>
            </a:r>
            <a:r>
              <a:rPr lang="en-US" sz="1000">
                <a:solidFill>
                  <a:srgbClr val="3F3F3F"/>
                </a:solidFill>
                <a:latin typeface="CVS Health Sans"/>
              </a:rPr>
              <a:t>We created a guided user Onboarding “Wizard” to promote high value CVS Pharmacy programs to eligible users and allow them to enroll easily with 1-2 'taps’</a:t>
            </a:r>
          </a:p>
          <a:p>
            <a:pPr marL="798830" lvl="3" indent="-284480">
              <a:buFont typeface="CVS Health Sans,Sans-Serif" panose="020B0604020202020204" pitchFamily="34" charset="0"/>
              <a:buChar char="–"/>
              <a:defRPr/>
            </a:pPr>
            <a:r>
              <a:rPr lang="en-US" sz="1000">
                <a:ea typeface="+mn-lt"/>
                <a:cs typeface="+mn-lt"/>
              </a:rPr>
              <a:t>MVP promotes 3 programs/preferences: </a:t>
            </a:r>
            <a:r>
              <a:rPr lang="en-US" sz="1000" b="1" err="1">
                <a:ea typeface="+mn-lt"/>
                <a:cs typeface="+mn-lt"/>
              </a:rPr>
              <a:t>ReadyFill</a:t>
            </a:r>
            <a:r>
              <a:rPr lang="en-US" sz="1000">
                <a:ea typeface="+mn-lt"/>
                <a:cs typeface="+mn-lt"/>
              </a:rPr>
              <a:t>, </a:t>
            </a:r>
            <a:r>
              <a:rPr lang="en-US" sz="1000" b="1" err="1">
                <a:ea typeface="+mn-lt"/>
                <a:cs typeface="+mn-lt"/>
              </a:rPr>
              <a:t>ScriptSync</a:t>
            </a:r>
            <a:r>
              <a:rPr lang="en-US" sz="1000">
                <a:ea typeface="+mn-lt"/>
                <a:cs typeface="+mn-lt"/>
              </a:rPr>
              <a:t>, and </a:t>
            </a:r>
            <a:r>
              <a:rPr lang="en-US" sz="1000" b="1">
                <a:ea typeface="+mn-lt"/>
                <a:cs typeface="+mn-lt"/>
              </a:rPr>
              <a:t>consent to view cross-LOB prescriptions</a:t>
            </a:r>
            <a:endParaRPr lang="en-US" sz="1000">
              <a:ea typeface="+mn-lt"/>
              <a:cs typeface="+mn-lt"/>
            </a:endParaRPr>
          </a:p>
        </p:txBody>
      </p:sp>
      <p:sp>
        <p:nvSpPr>
          <p:cNvPr id="24" name="Content Placeholder 2">
            <a:extLst>
              <a:ext uri="{FF2B5EF4-FFF2-40B4-BE49-F238E27FC236}">
                <a16:creationId xmlns:a16="http://schemas.microsoft.com/office/drawing/2014/main" id="{E402132A-D635-EFFA-556C-F23173C26BEC}"/>
              </a:ext>
            </a:extLst>
          </p:cNvPr>
          <p:cNvSpPr txBox="1">
            <a:spLocks/>
          </p:cNvSpPr>
          <p:nvPr/>
        </p:nvSpPr>
        <p:spPr>
          <a:xfrm>
            <a:off x="8250389" y="899670"/>
            <a:ext cx="3584897" cy="2115048"/>
          </a:xfrm>
          <a:prstGeom prst="rect">
            <a:avLst/>
          </a:prstGeom>
          <a:solidFill>
            <a:schemeClr val="bg1">
              <a:lumMod val="95000"/>
            </a:schemeClr>
          </a:solidFill>
        </p:spPr>
        <p:txBody>
          <a:bodyPr lIns="91392" tIns="45696" rIns="91392" bIns="45696"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gn="ctr">
              <a:spcBef>
                <a:spcPts val="1000"/>
              </a:spcBef>
              <a:defRPr/>
            </a:pPr>
            <a:r>
              <a:rPr lang="en-US" sz="1200" b="1">
                <a:ea typeface="+mn-lt"/>
                <a:cs typeface="+mn-lt"/>
              </a:rPr>
              <a:t>Release Schedule &amp; Impact</a:t>
            </a:r>
            <a:endParaRPr lang="en-US" sz="1200" b="1"/>
          </a:p>
          <a:p>
            <a:pPr marL="171450" indent="-171450">
              <a:spcBef>
                <a:spcPts val="1000"/>
              </a:spcBef>
              <a:buFont typeface="Arial,Sans-Serif" panose="020B0604020202020204" pitchFamily="34" charset="0"/>
              <a:buChar char="•"/>
              <a:defRPr/>
            </a:pPr>
            <a:r>
              <a:rPr lang="en-US" sz="1000">
                <a:ea typeface="+mn-lt"/>
                <a:cs typeface="+mn-lt"/>
              </a:rPr>
              <a:t>Web/Mobile Web scheduled for 2/7/23 at 15%</a:t>
            </a:r>
            <a:endParaRPr lang="en-US"/>
          </a:p>
          <a:p>
            <a:pPr marL="171450" indent="-171450">
              <a:spcBef>
                <a:spcPts val="1000"/>
              </a:spcBef>
              <a:buFont typeface="Arial" panose="020B0604020202020204" pitchFamily="34" charset="0"/>
              <a:buChar char="•"/>
              <a:defRPr/>
            </a:pPr>
            <a:r>
              <a:rPr lang="en-US" sz="1000"/>
              <a:t>UX rollout to App completed in December 2022</a:t>
            </a:r>
            <a:endParaRPr lang="en-US"/>
          </a:p>
          <a:p>
            <a:pPr marL="342265" lvl="2" indent="-170815">
              <a:defRPr/>
            </a:pPr>
            <a:r>
              <a:rPr lang="en-US" sz="1000"/>
              <a:t>&gt;22% of users engage the offer </a:t>
            </a:r>
          </a:p>
          <a:p>
            <a:pPr marL="342265" lvl="2" indent="-170815">
              <a:defRPr/>
            </a:pPr>
            <a:r>
              <a:rPr lang="en-US" sz="1000"/>
              <a:t>Increased enrollment over baseline for all 3 programs</a:t>
            </a:r>
          </a:p>
          <a:p>
            <a:pPr marL="342265" lvl="2" indent="-170815">
              <a:defRPr/>
            </a:pPr>
            <a:r>
              <a:rPr lang="en-US" sz="1000"/>
              <a:t>+10% growth for </a:t>
            </a:r>
            <a:r>
              <a:rPr lang="en-US" sz="1000" err="1"/>
              <a:t>AutoRefill</a:t>
            </a:r>
            <a:endParaRPr lang="en-US" sz="1000"/>
          </a:p>
          <a:p>
            <a:pPr marL="342265" lvl="2" indent="-170815">
              <a:defRPr/>
            </a:pPr>
            <a:r>
              <a:rPr lang="en-US" sz="1000"/>
              <a:t>600% growth for </a:t>
            </a:r>
            <a:r>
              <a:rPr lang="en-US" sz="1000" err="1"/>
              <a:t>ScriptSync</a:t>
            </a:r>
            <a:endParaRPr lang="en-US" sz="1000"/>
          </a:p>
          <a:p>
            <a:pPr marL="342265" lvl="2" indent="-170815">
              <a:defRPr/>
            </a:pPr>
            <a:r>
              <a:rPr lang="en-US" sz="1000"/>
              <a:t>&gt;78% accept ICE/Combined view</a:t>
            </a:r>
          </a:p>
          <a:p>
            <a:pPr marL="342265" lvl="2" indent="-170815">
              <a:defRPr/>
            </a:pPr>
            <a:endParaRPr lang="en-US" sz="1000"/>
          </a:p>
          <a:p>
            <a:pPr marL="342265" lvl="2" indent="-170815">
              <a:spcBef>
                <a:spcPts val="1000"/>
              </a:spcBef>
              <a:defRPr/>
            </a:pPr>
            <a:endParaRPr lang="en-US" sz="1000"/>
          </a:p>
        </p:txBody>
      </p:sp>
      <p:graphicFrame>
        <p:nvGraphicFramePr>
          <p:cNvPr id="13" name="Table 19">
            <a:extLst>
              <a:ext uri="{FF2B5EF4-FFF2-40B4-BE49-F238E27FC236}">
                <a16:creationId xmlns:a16="http://schemas.microsoft.com/office/drawing/2014/main" id="{42181DFB-D230-B330-8E82-893EF1B26921}"/>
              </a:ext>
            </a:extLst>
          </p:cNvPr>
          <p:cNvGraphicFramePr>
            <a:graphicFrameLocks noGrp="1"/>
          </p:cNvGraphicFramePr>
          <p:nvPr>
            <p:extLst>
              <p:ext uri="{D42A27DB-BD31-4B8C-83A1-F6EECF244321}">
                <p14:modId xmlns:p14="http://schemas.microsoft.com/office/powerpoint/2010/main" val="3528159043"/>
              </p:ext>
            </p:extLst>
          </p:nvPr>
        </p:nvGraphicFramePr>
        <p:xfrm>
          <a:off x="10805652" y="51042"/>
          <a:ext cx="1373188" cy="579096"/>
        </p:xfrm>
        <a:graphic>
          <a:graphicData uri="http://schemas.openxmlformats.org/drawingml/2006/table">
            <a:tbl>
              <a:tblPr firstRow="1" bandRow="1">
                <a:tableStyleId>{5C22544A-7EE6-4342-B048-85BDC9FD1C3A}</a:tableStyleId>
              </a:tblPr>
              <a:tblGrid>
                <a:gridCol w="1373188">
                  <a:extLst>
                    <a:ext uri="{9D8B030D-6E8A-4147-A177-3AD203B41FA5}">
                      <a16:colId xmlns:a16="http://schemas.microsoft.com/office/drawing/2014/main" val="148671580"/>
                    </a:ext>
                  </a:extLst>
                </a:gridCol>
              </a:tblGrid>
              <a:tr h="362151">
                <a:tc>
                  <a:txBody>
                    <a:bodyPr/>
                    <a:lstStyle/>
                    <a:p>
                      <a:pPr lvl="0" algn="ctr">
                        <a:buNone/>
                      </a:pPr>
                      <a:r>
                        <a:rPr lang="en-US" sz="1600">
                          <a:latin typeface="CVS Health Sans"/>
                          <a:hlinkClick r:id="rId5"/>
                        </a:rPr>
                        <a:t>View App Recording</a:t>
                      </a:r>
                      <a:endParaRPr lang="en-US" sz="1600">
                        <a:latin typeface="CVS Health Sans"/>
                      </a:endParaRPr>
                    </a:p>
                  </a:txBody>
                  <a:tcPr marL="91416" marR="91416" marT="45708" marB="45708">
                    <a:solidFill>
                      <a:schemeClr val="bg1"/>
                    </a:solidFill>
                  </a:tcPr>
                </a:tc>
                <a:extLst>
                  <a:ext uri="{0D108BD9-81ED-4DB2-BD59-A6C34878D82A}">
                    <a16:rowId xmlns:a16="http://schemas.microsoft.com/office/drawing/2014/main" val="4014615958"/>
                  </a:ext>
                </a:extLst>
              </a:tr>
            </a:tbl>
          </a:graphicData>
        </a:graphic>
      </p:graphicFrame>
      <p:pic>
        <p:nvPicPr>
          <p:cNvPr id="3" name="Picture 3" descr="Graphical user interface, application, Word&#10;&#10;Description automatically generated">
            <a:extLst>
              <a:ext uri="{FF2B5EF4-FFF2-40B4-BE49-F238E27FC236}">
                <a16:creationId xmlns:a16="http://schemas.microsoft.com/office/drawing/2014/main" id="{113DAB8F-9E2C-334C-9472-8B71D1F11E72}"/>
              </a:ext>
            </a:extLst>
          </p:cNvPr>
          <p:cNvPicPr>
            <a:picLocks noChangeAspect="1"/>
          </p:cNvPicPr>
          <p:nvPr/>
        </p:nvPicPr>
        <p:blipFill rotWithShape="1">
          <a:blip r:embed="rId6"/>
          <a:srcRect t="-59" b="4555"/>
          <a:stretch/>
        </p:blipFill>
        <p:spPr>
          <a:xfrm>
            <a:off x="177316" y="2752149"/>
            <a:ext cx="3573558" cy="3786332"/>
          </a:xfrm>
          <a:prstGeom prst="rect">
            <a:avLst/>
          </a:prstGeom>
          <a:ln>
            <a:noFill/>
          </a:ln>
          <a:effectLst>
            <a:outerShdw blurRad="292100" dist="139700" dir="2700000" algn="tl" rotWithShape="0">
              <a:srgbClr val="333333">
                <a:alpha val="65000"/>
              </a:srgbClr>
            </a:outerShdw>
          </a:effectLst>
        </p:spPr>
      </p:pic>
      <p:pic>
        <p:nvPicPr>
          <p:cNvPr id="4" name="Picture 5" descr="Graphical user interface, text, application&#10;&#10;Description automatically generated">
            <a:extLst>
              <a:ext uri="{FF2B5EF4-FFF2-40B4-BE49-F238E27FC236}">
                <a16:creationId xmlns:a16="http://schemas.microsoft.com/office/drawing/2014/main" id="{B92CE34D-D215-0972-ED0D-D60FAF5AD349}"/>
              </a:ext>
            </a:extLst>
          </p:cNvPr>
          <p:cNvPicPr>
            <a:picLocks noChangeAspect="1"/>
          </p:cNvPicPr>
          <p:nvPr/>
        </p:nvPicPr>
        <p:blipFill rotWithShape="1">
          <a:blip r:embed="rId7"/>
          <a:srcRect l="24508" t="20876" r="24206" b="3846"/>
          <a:stretch/>
        </p:blipFill>
        <p:spPr>
          <a:xfrm>
            <a:off x="3277759" y="2985351"/>
            <a:ext cx="1970657" cy="2969907"/>
          </a:xfrm>
          <a:prstGeom prst="rect">
            <a:avLst/>
          </a:prstGeom>
          <a:ln>
            <a:noFill/>
          </a:ln>
          <a:effectLst>
            <a:outerShdw blurRad="292100" dist="139700" dir="2700000" algn="tl" rotWithShape="0">
              <a:srgbClr val="333333">
                <a:alpha val="65000"/>
              </a:srgbClr>
            </a:outerShdw>
          </a:effectLst>
        </p:spPr>
      </p:pic>
      <p:pic>
        <p:nvPicPr>
          <p:cNvPr id="6" name="Picture 7" descr="Graphical user interface, application&#10;&#10;Description automatically generated">
            <a:extLst>
              <a:ext uri="{FF2B5EF4-FFF2-40B4-BE49-F238E27FC236}">
                <a16:creationId xmlns:a16="http://schemas.microsoft.com/office/drawing/2014/main" id="{576DD6B2-D493-8EB3-1CAF-9715CB82CF60}"/>
              </a:ext>
            </a:extLst>
          </p:cNvPr>
          <p:cNvPicPr>
            <a:picLocks noChangeAspect="1"/>
          </p:cNvPicPr>
          <p:nvPr/>
        </p:nvPicPr>
        <p:blipFill rotWithShape="1">
          <a:blip r:embed="rId8"/>
          <a:srcRect l="22422" t="-458" r="24215" b="-361"/>
          <a:stretch/>
        </p:blipFill>
        <p:spPr>
          <a:xfrm>
            <a:off x="5158248" y="2445701"/>
            <a:ext cx="1881733" cy="4409119"/>
          </a:xfrm>
          <a:prstGeom prst="rect">
            <a:avLst/>
          </a:prstGeom>
          <a:ln>
            <a:noFill/>
          </a:ln>
          <a:effectLst>
            <a:outerShdw blurRad="292100" dist="139700" dir="2700000" algn="tl" rotWithShape="0">
              <a:srgbClr val="333333">
                <a:alpha val="65000"/>
              </a:srgbClr>
            </a:outerShdw>
          </a:effectLst>
        </p:spPr>
      </p:pic>
      <p:pic>
        <p:nvPicPr>
          <p:cNvPr id="8" name="Picture 8" descr="Graphical user interface, text, application&#10;&#10;Description automatically generated">
            <a:extLst>
              <a:ext uri="{FF2B5EF4-FFF2-40B4-BE49-F238E27FC236}">
                <a16:creationId xmlns:a16="http://schemas.microsoft.com/office/drawing/2014/main" id="{907DA530-C7E2-48C5-E5CF-9D9C00AE1DB9}"/>
              </a:ext>
            </a:extLst>
          </p:cNvPr>
          <p:cNvPicPr>
            <a:picLocks noChangeAspect="1"/>
          </p:cNvPicPr>
          <p:nvPr/>
        </p:nvPicPr>
        <p:blipFill rotWithShape="1">
          <a:blip r:embed="rId9"/>
          <a:srcRect l="24537" t="25000" r="23611" b="-20"/>
          <a:stretch/>
        </p:blipFill>
        <p:spPr>
          <a:xfrm>
            <a:off x="6953786" y="3216108"/>
            <a:ext cx="2540003" cy="2878642"/>
          </a:xfrm>
          <a:prstGeom prst="rect">
            <a:avLst/>
          </a:prstGeom>
          <a:ln>
            <a:noFill/>
          </a:ln>
          <a:effectLst>
            <a:outerShdw blurRad="292100" dist="139700" dir="2700000" algn="tl" rotWithShape="0">
              <a:srgbClr val="333333">
                <a:alpha val="65000"/>
              </a:srgbClr>
            </a:outerShdw>
          </a:effectLst>
        </p:spPr>
      </p:pic>
      <p:pic>
        <p:nvPicPr>
          <p:cNvPr id="9" name="Picture 9" descr="Graphical user interface, application&#10;&#10;Description automatically generated">
            <a:extLst>
              <a:ext uri="{FF2B5EF4-FFF2-40B4-BE49-F238E27FC236}">
                <a16:creationId xmlns:a16="http://schemas.microsoft.com/office/drawing/2014/main" id="{3F398832-92C4-5B80-7130-5EF250EE6BCE}"/>
              </a:ext>
            </a:extLst>
          </p:cNvPr>
          <p:cNvPicPr>
            <a:picLocks noChangeAspect="1"/>
          </p:cNvPicPr>
          <p:nvPr/>
        </p:nvPicPr>
        <p:blipFill rotWithShape="1">
          <a:blip r:embed="rId10"/>
          <a:srcRect l="23148" t="13742" r="23611" b="19449"/>
          <a:stretch/>
        </p:blipFill>
        <p:spPr>
          <a:xfrm>
            <a:off x="9437998" y="3038475"/>
            <a:ext cx="2552703" cy="31465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36674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22C0EFF3-10B0-4E3C-A20E-30B15A7E2123}"/>
              </a:ext>
            </a:extLst>
          </p:cNvPr>
          <p:cNvGraphicFramePr>
            <a:graphicFrameLocks noChangeAspect="1"/>
          </p:cNvGraphicFramePr>
          <p:nvPr>
            <p:custDataLst>
              <p:tags r:id="rId1"/>
            </p:custDataLst>
            <p:extLst>
              <p:ext uri="{D42A27DB-BD31-4B8C-83A1-F6EECF244321}">
                <p14:modId xmlns:p14="http://schemas.microsoft.com/office/powerpoint/2010/main" val="3189592050"/>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Object 7" hidden="1">
                        <a:extLst>
                          <a:ext uri="{FF2B5EF4-FFF2-40B4-BE49-F238E27FC236}">
                            <a16:creationId xmlns:a16="http://schemas.microsoft.com/office/drawing/2014/main" id="{22C0EFF3-10B0-4E3C-A20E-30B15A7E2123}"/>
                          </a:ext>
                        </a:extLst>
                      </p:cNvPr>
                      <p:cNvPicPr/>
                      <p:nvPr/>
                    </p:nvPicPr>
                    <p:blipFill>
                      <a:blip r:embed="rId4"/>
                      <a:stretch>
                        <a:fillRect/>
                      </a:stretch>
                    </p:blipFill>
                    <p:spPr>
                      <a:xfrm>
                        <a:off x="3176"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23B7940-CFD9-48FA-91E1-7EC23F6938B7}"/>
              </a:ext>
            </a:extLst>
          </p:cNvPr>
          <p:cNvSpPr>
            <a:spLocks noGrp="1"/>
          </p:cNvSpPr>
          <p:nvPr>
            <p:ph type="title"/>
          </p:nvPr>
        </p:nvSpPr>
        <p:spPr/>
        <p:txBody>
          <a:bodyPr vert="horz"/>
          <a:lstStyle/>
          <a:p>
            <a:r>
              <a:rPr lang="en-US"/>
              <a:t>The onboarding flow will enable patients to confirm and update their contact preferences</a:t>
            </a:r>
          </a:p>
        </p:txBody>
      </p:sp>
      <p:pic>
        <p:nvPicPr>
          <p:cNvPr id="3" name="Picture 3" descr="Graphical user interface, text&#10;&#10;Description automatically generated">
            <a:extLst>
              <a:ext uri="{FF2B5EF4-FFF2-40B4-BE49-F238E27FC236}">
                <a16:creationId xmlns:a16="http://schemas.microsoft.com/office/drawing/2014/main" id="{6B76F6A6-BDEB-79FC-95C6-9016196922F1}"/>
              </a:ext>
            </a:extLst>
          </p:cNvPr>
          <p:cNvPicPr>
            <a:picLocks noGrp="1" noChangeAspect="1"/>
          </p:cNvPicPr>
          <p:nvPr>
            <p:ph idx="1"/>
          </p:nvPr>
        </p:nvPicPr>
        <p:blipFill>
          <a:blip r:embed="rId5"/>
          <a:stretch>
            <a:fillRect/>
          </a:stretch>
        </p:blipFill>
        <p:spPr>
          <a:xfrm>
            <a:off x="9395199" y="1205398"/>
            <a:ext cx="2213239" cy="4779828"/>
          </a:xfrm>
          <a:ln w="6350">
            <a:solidFill>
              <a:schemeClr val="tx1"/>
            </a:solidFill>
          </a:ln>
        </p:spPr>
      </p:pic>
      <p:pic>
        <p:nvPicPr>
          <p:cNvPr id="6" name="Picture 6" descr="Graphical user interface, application&#10;&#10;Description automatically generated">
            <a:extLst>
              <a:ext uri="{FF2B5EF4-FFF2-40B4-BE49-F238E27FC236}">
                <a16:creationId xmlns:a16="http://schemas.microsoft.com/office/drawing/2014/main" id="{2C5B14EC-BCFD-21AA-F19F-9B2B69F532CB}"/>
              </a:ext>
            </a:extLst>
          </p:cNvPr>
          <p:cNvPicPr>
            <a:picLocks noChangeAspect="1"/>
          </p:cNvPicPr>
          <p:nvPr/>
        </p:nvPicPr>
        <p:blipFill>
          <a:blip r:embed="rId6"/>
          <a:stretch>
            <a:fillRect/>
          </a:stretch>
        </p:blipFill>
        <p:spPr>
          <a:xfrm>
            <a:off x="6891303" y="1204036"/>
            <a:ext cx="2227158" cy="4781191"/>
          </a:xfrm>
          <a:prstGeom prst="rect">
            <a:avLst/>
          </a:prstGeom>
          <a:ln w="6350">
            <a:solidFill>
              <a:schemeClr val="tx1"/>
            </a:solidFill>
          </a:ln>
        </p:spPr>
      </p:pic>
      <p:sp>
        <p:nvSpPr>
          <p:cNvPr id="7" name="TextBox 6">
            <a:extLst>
              <a:ext uri="{FF2B5EF4-FFF2-40B4-BE49-F238E27FC236}">
                <a16:creationId xmlns:a16="http://schemas.microsoft.com/office/drawing/2014/main" id="{6E56F947-0F03-A3B7-C05B-2C6C0F944B89}"/>
              </a:ext>
            </a:extLst>
          </p:cNvPr>
          <p:cNvSpPr txBox="1"/>
          <p:nvPr/>
        </p:nvSpPr>
        <p:spPr>
          <a:xfrm>
            <a:off x="556452" y="1637358"/>
            <a:ext cx="5232851" cy="3308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cs typeface="Segoe UI"/>
              </a:rPr>
              <a:t>Onboarding will expand to include pharmacy contact preferences in February 2023</a:t>
            </a:r>
          </a:p>
          <a:p>
            <a:pPr marL="458470" lvl="2" indent="-285750">
              <a:buFont typeface="Arial"/>
              <a:buChar char="•"/>
            </a:pPr>
            <a:r>
              <a:rPr lang="en-US" sz="1300" kern="1200">
                <a:latin typeface="CVS Health Sans"/>
                <a:cs typeface="Segoe UI"/>
              </a:rPr>
              <a:t>Targets users who are not currently enrolled in SMS</a:t>
            </a:r>
          </a:p>
          <a:p>
            <a:pPr marL="458470" lvl="2" indent="-285750">
              <a:buFont typeface="Arial"/>
              <a:buChar char="•"/>
            </a:pPr>
            <a:r>
              <a:rPr lang="en-US" sz="1300" kern="1200">
                <a:latin typeface="CVS Health Sans"/>
                <a:cs typeface="Segoe UI"/>
              </a:rPr>
              <a:t>Provides a summary of existing alert settings for SMS, IVR and Email</a:t>
            </a:r>
          </a:p>
          <a:p>
            <a:pPr marL="458470" lvl="2" indent="-285750">
              <a:buFont typeface="Arial"/>
              <a:buChar char="•"/>
            </a:pPr>
            <a:r>
              <a:rPr lang="en-US" sz="1300" kern="1200">
                <a:latin typeface="CVS Health Sans"/>
                <a:cs typeface="Segoe UI"/>
              </a:rPr>
              <a:t>Encourages user to confirm information &amp; enroll for alerts</a:t>
            </a:r>
          </a:p>
          <a:p>
            <a:endParaRPr lang="en-US" sz="1400">
              <a:latin typeface="CVS Health Sans"/>
              <a:cs typeface="Segoe UI"/>
            </a:endParaRPr>
          </a:p>
          <a:p>
            <a:r>
              <a:rPr lang="en-US" sz="1600" b="1">
                <a:latin typeface="CVS Health Sans"/>
                <a:cs typeface="Segoe UI"/>
              </a:rPr>
              <a:t>Embraces reusability: an existing UI is embedded into the Onboarding flow, for a seamless settings management UX</a:t>
            </a:r>
            <a:endParaRPr lang="en-US" sz="1600"/>
          </a:p>
          <a:p>
            <a:pPr marL="458470" lvl="2" indent="-285750">
              <a:buFont typeface="Arial"/>
              <a:buChar char="•"/>
            </a:pPr>
            <a:r>
              <a:rPr lang="en-US" sz="1300" kern="1200">
                <a:latin typeface="CVS Health Sans"/>
                <a:cs typeface="Segoe UI"/>
              </a:rPr>
              <a:t>User taps on the alert type she wishes to edit</a:t>
            </a:r>
          </a:p>
          <a:p>
            <a:pPr marL="458470" lvl="2" indent="-285750">
              <a:buFont typeface="Arial"/>
              <a:buChar char="•"/>
            </a:pPr>
            <a:r>
              <a:rPr lang="en-US" sz="1300" kern="1200">
                <a:latin typeface="CVS Health Sans"/>
                <a:cs typeface="Segoe UI"/>
              </a:rPr>
              <a:t>The edit alert screen is then embedded into the Onboarding UI, allowing the user to make changes directly from the existing UI</a:t>
            </a:r>
          </a:p>
          <a:p>
            <a:pPr marL="1027430" lvl="2" indent="-285750">
              <a:buFont typeface="Arial"/>
              <a:buChar char="•"/>
            </a:pPr>
            <a:r>
              <a:rPr lang="en-US" sz="1300" kern="1200">
                <a:latin typeface="CVS Health Sans"/>
                <a:cs typeface="Segoe UI"/>
              </a:rPr>
              <a:t>Prevents deep linking to the core contact preferences management screen</a:t>
            </a:r>
          </a:p>
          <a:p>
            <a:pPr marL="1027430" lvl="2" indent="-285750">
              <a:buFont typeface="Arial"/>
              <a:buChar char="•"/>
            </a:pPr>
            <a:r>
              <a:rPr lang="en-US" sz="1300" kern="1200">
                <a:latin typeface="CVS Health Sans"/>
                <a:cs typeface="Segoe UI"/>
              </a:rPr>
              <a:t>Ensures user is returned to the Pharmacy Dashboard </a:t>
            </a:r>
          </a:p>
          <a:p>
            <a:pPr marL="458470" lvl="2" indent="-285750"/>
            <a:endParaRPr lang="en-US" sz="1400" b="1" kern="1200">
              <a:latin typeface="CVS Health Sans"/>
              <a:cs typeface="Segoe UI"/>
            </a:endParaRPr>
          </a:p>
        </p:txBody>
      </p:sp>
      <p:sp>
        <p:nvSpPr>
          <p:cNvPr id="10" name="TextBox 9">
            <a:extLst>
              <a:ext uri="{FF2B5EF4-FFF2-40B4-BE49-F238E27FC236}">
                <a16:creationId xmlns:a16="http://schemas.microsoft.com/office/drawing/2014/main" id="{9D774E82-8ACD-D544-B837-3EECFA303FF4}"/>
              </a:ext>
            </a:extLst>
          </p:cNvPr>
          <p:cNvSpPr txBox="1"/>
          <p:nvPr/>
        </p:nvSpPr>
        <p:spPr>
          <a:xfrm>
            <a:off x="6554788" y="6072037"/>
            <a:ext cx="5250386" cy="492443"/>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2720" lvl="3" indent="0" algn="ctr">
              <a:buNone/>
            </a:pPr>
            <a:r>
              <a:rPr lang="en-US" sz="1300">
                <a:latin typeface="+mn-lt"/>
                <a:cs typeface="Arial"/>
              </a:rPr>
              <a:t>Patient is prompted to review settings. Changes can be applied on the edit screen, which loads when the alert type is tapped.</a:t>
            </a:r>
          </a:p>
        </p:txBody>
      </p:sp>
    </p:spTree>
    <p:extLst>
      <p:ext uri="{BB962C8B-B14F-4D97-AF65-F5344CB8AC3E}">
        <p14:creationId xmlns:p14="http://schemas.microsoft.com/office/powerpoint/2010/main" val="1955325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22C0EFF3-10B0-4E3C-A20E-30B15A7E2123}"/>
              </a:ext>
            </a:extLst>
          </p:cNvPr>
          <p:cNvGraphicFramePr>
            <a:graphicFrameLocks noChangeAspect="1"/>
          </p:cNvGraphicFramePr>
          <p:nvPr>
            <p:custDataLst>
              <p:tags r:id="rId1"/>
            </p:custDataLst>
            <p:extLst>
              <p:ext uri="{D42A27DB-BD31-4B8C-83A1-F6EECF244321}">
                <p14:modId xmlns:p14="http://schemas.microsoft.com/office/powerpoint/2010/main" val="1126429511"/>
              </p:ext>
            </p:ext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Object 7" hidden="1">
                        <a:extLst>
                          <a:ext uri="{FF2B5EF4-FFF2-40B4-BE49-F238E27FC236}">
                            <a16:creationId xmlns:a16="http://schemas.microsoft.com/office/drawing/2014/main" id="{22C0EFF3-10B0-4E3C-A20E-30B15A7E2123}"/>
                          </a:ext>
                        </a:extLst>
                      </p:cNvPr>
                      <p:cNvPicPr/>
                      <p:nvPr/>
                    </p:nvPicPr>
                    <p:blipFill>
                      <a:blip r:embed="rId4"/>
                      <a:stretch>
                        <a:fillRect/>
                      </a:stretch>
                    </p:blipFill>
                    <p:spPr>
                      <a:xfrm>
                        <a:off x="3176"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23B7940-CFD9-48FA-91E1-7EC23F6938B7}"/>
              </a:ext>
            </a:extLst>
          </p:cNvPr>
          <p:cNvSpPr>
            <a:spLocks noGrp="1"/>
          </p:cNvSpPr>
          <p:nvPr>
            <p:ph type="title"/>
          </p:nvPr>
        </p:nvSpPr>
        <p:spPr>
          <a:xfrm>
            <a:off x="559372" y="649224"/>
            <a:ext cx="11210883" cy="713232"/>
          </a:xfrm>
        </p:spPr>
        <p:txBody>
          <a:bodyPr vert="horz"/>
          <a:lstStyle/>
          <a:p>
            <a:r>
              <a:rPr lang="en-US"/>
              <a:t>Cross-LOB consent captured in onboarding flow enables Caremark members to view their plan status on </a:t>
            </a:r>
            <a:r>
              <a:rPr lang="en-US" err="1"/>
              <a:t>CVS.com</a:t>
            </a:r>
            <a:endParaRPr lang="en-US"/>
          </a:p>
        </p:txBody>
      </p:sp>
      <p:sp>
        <p:nvSpPr>
          <p:cNvPr id="10" name="Content Placeholder 9">
            <a:extLst>
              <a:ext uri="{FF2B5EF4-FFF2-40B4-BE49-F238E27FC236}">
                <a16:creationId xmlns:a16="http://schemas.microsoft.com/office/drawing/2014/main" id="{FEB57DA7-3C04-4C96-AB63-47D2BF289309}"/>
              </a:ext>
            </a:extLst>
          </p:cNvPr>
          <p:cNvSpPr>
            <a:spLocks noGrp="1"/>
          </p:cNvSpPr>
          <p:nvPr>
            <p:ph idx="1"/>
          </p:nvPr>
        </p:nvSpPr>
        <p:spPr>
          <a:xfrm>
            <a:off x="559372" y="1774880"/>
            <a:ext cx="4249886" cy="3987745"/>
          </a:xfrm>
        </p:spPr>
        <p:txBody>
          <a:bodyPr vert="horz" lIns="0" tIns="0" rIns="0" bIns="0" rtlCol="0" anchor="t">
            <a:noAutofit/>
          </a:bodyPr>
          <a:lstStyle/>
          <a:p>
            <a:pPr marL="458470" lvl="2" indent="-285750"/>
            <a:r>
              <a:rPr lang="en-US" sz="1300"/>
              <a:t>Caremark members who opt into “ICE” preference through Onboarding or Pharmacy preferences now see a summary of their benefit plan deductible status on the Pharmacy Dashboard (released 11/17)</a:t>
            </a:r>
          </a:p>
          <a:p>
            <a:pPr marL="458470" lvl="2" indent="-285750"/>
            <a:r>
              <a:rPr lang="en-US" sz="1300"/>
              <a:t>~38% of Retail Digital Customers are Caremark Members</a:t>
            </a:r>
          </a:p>
          <a:p>
            <a:pPr marL="458470" lvl="2" indent="-285750"/>
            <a:r>
              <a:rPr lang="en-US" sz="1300"/>
              <a:t>Interaction with widget since launch:</a:t>
            </a:r>
          </a:p>
          <a:p>
            <a:pPr marL="629920" lvl="2" indent="-285750"/>
            <a:r>
              <a:rPr lang="en-US" sz="1300"/>
              <a:t>311K views (~6.5% of total visits to Pharmacy Dashboard)</a:t>
            </a:r>
          </a:p>
          <a:p>
            <a:pPr marL="629920" lvl="2" indent="-285750"/>
            <a:r>
              <a:rPr lang="en-US" sz="1300"/>
              <a:t>1% of customers viewing are interacting (clicking link to Caremark or informational modal)</a:t>
            </a:r>
            <a:endParaRPr lang="en-US" sz="1300">
              <a:ea typeface="+mn-lt"/>
              <a:cs typeface="+mn-lt"/>
            </a:endParaRPr>
          </a:p>
          <a:p>
            <a:pPr marL="458470" lvl="2" indent="-285750"/>
            <a:r>
              <a:rPr lang="en-US" sz="1300">
                <a:ea typeface="+mn-lt"/>
                <a:cs typeface="+mn-lt"/>
              </a:rPr>
              <a:t>Deductible will be available on the App Dashboard later this year</a:t>
            </a:r>
          </a:p>
          <a:p>
            <a:endParaRPr lang="en-US" sz="1300" b="0"/>
          </a:p>
        </p:txBody>
      </p:sp>
      <p:grpSp>
        <p:nvGrpSpPr>
          <p:cNvPr id="12" name="Group 11">
            <a:extLst>
              <a:ext uri="{FF2B5EF4-FFF2-40B4-BE49-F238E27FC236}">
                <a16:creationId xmlns:a16="http://schemas.microsoft.com/office/drawing/2014/main" id="{E66C799E-669F-70B4-7D40-D61544274D53}"/>
              </a:ext>
            </a:extLst>
          </p:cNvPr>
          <p:cNvGrpSpPr/>
          <p:nvPr/>
        </p:nvGrpSpPr>
        <p:grpSpPr>
          <a:xfrm>
            <a:off x="5686681" y="1565503"/>
            <a:ext cx="3018717" cy="5000820"/>
            <a:chOff x="-1675119" y="-1"/>
            <a:chExt cx="4395267" cy="7281221"/>
          </a:xfrm>
        </p:grpSpPr>
        <p:pic>
          <p:nvPicPr>
            <p:cNvPr id="13" name="Picture 12">
              <a:extLst>
                <a:ext uri="{FF2B5EF4-FFF2-40B4-BE49-F238E27FC236}">
                  <a16:creationId xmlns:a16="http://schemas.microsoft.com/office/drawing/2014/main" id="{F71776A1-A376-87E8-C642-90F2ADB5A6A7}"/>
                </a:ext>
              </a:extLst>
            </p:cNvPr>
            <p:cNvPicPr>
              <a:picLocks noChangeAspect="1"/>
            </p:cNvPicPr>
            <p:nvPr/>
          </p:nvPicPr>
          <p:blipFill rotWithShape="1">
            <a:blip r:embed="rId5"/>
            <a:srcRect l="21269" t="10816" r="22181"/>
            <a:stretch/>
          </p:blipFill>
          <p:spPr>
            <a:xfrm>
              <a:off x="-1675119" y="-1"/>
              <a:ext cx="4395267" cy="4043535"/>
            </a:xfrm>
            <a:prstGeom prst="rect">
              <a:avLst/>
            </a:prstGeom>
          </p:spPr>
        </p:pic>
        <p:pic>
          <p:nvPicPr>
            <p:cNvPr id="14" name="Picture 13">
              <a:extLst>
                <a:ext uri="{FF2B5EF4-FFF2-40B4-BE49-F238E27FC236}">
                  <a16:creationId xmlns:a16="http://schemas.microsoft.com/office/drawing/2014/main" id="{0DC2CCC9-457D-909A-6A76-AFE33D67FC09}"/>
                </a:ext>
              </a:extLst>
            </p:cNvPr>
            <p:cNvPicPr>
              <a:picLocks noChangeAspect="1"/>
            </p:cNvPicPr>
            <p:nvPr/>
          </p:nvPicPr>
          <p:blipFill rotWithShape="1">
            <a:blip r:embed="rId6"/>
            <a:srcRect l="21269" t="25656" r="22181" b="20070"/>
            <a:stretch/>
          </p:blipFill>
          <p:spPr>
            <a:xfrm>
              <a:off x="-1675119" y="3947736"/>
              <a:ext cx="4395267" cy="2460748"/>
            </a:xfrm>
            <a:prstGeom prst="rect">
              <a:avLst/>
            </a:prstGeom>
          </p:spPr>
        </p:pic>
        <p:sp>
          <p:nvSpPr>
            <p:cNvPr id="15" name="Rectangle 14">
              <a:extLst>
                <a:ext uri="{FF2B5EF4-FFF2-40B4-BE49-F238E27FC236}">
                  <a16:creationId xmlns:a16="http://schemas.microsoft.com/office/drawing/2014/main" id="{7FC81504-E060-B41E-3CD3-7D7A2DE7E697}"/>
                </a:ext>
              </a:extLst>
            </p:cNvPr>
            <p:cNvSpPr/>
            <p:nvPr/>
          </p:nvSpPr>
          <p:spPr bwMode="gray">
            <a:xfrm>
              <a:off x="-1675119" y="5047445"/>
              <a:ext cx="4395267" cy="1361039"/>
            </a:xfrm>
            <a:prstGeom prst="rect">
              <a:avLst/>
            </a:prstGeom>
            <a:solidFill>
              <a:srgbClr val="F2F2F2"/>
            </a:solidFill>
            <a:ln>
              <a:solidFill>
                <a:srgbClr val="F2F2F2"/>
              </a:solid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16" name="Picture 15" descr="Text&#10;&#10;Description automatically generated with low confidence">
              <a:extLst>
                <a:ext uri="{FF2B5EF4-FFF2-40B4-BE49-F238E27FC236}">
                  <a16:creationId xmlns:a16="http://schemas.microsoft.com/office/drawing/2014/main" id="{ABF9B242-D1A2-C024-C83D-78DD7B71D4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16687" y="5085865"/>
              <a:ext cx="2985471" cy="874982"/>
            </a:xfrm>
            <a:prstGeom prst="rect">
              <a:avLst/>
            </a:prstGeom>
          </p:spPr>
        </p:pic>
        <p:pic>
          <p:nvPicPr>
            <p:cNvPr id="17" name="Picture 16">
              <a:extLst>
                <a:ext uri="{FF2B5EF4-FFF2-40B4-BE49-F238E27FC236}">
                  <a16:creationId xmlns:a16="http://schemas.microsoft.com/office/drawing/2014/main" id="{F6090F6F-9739-42BC-40DA-09CF0E7C6EC2}"/>
                </a:ext>
              </a:extLst>
            </p:cNvPr>
            <p:cNvPicPr>
              <a:picLocks noChangeAspect="1"/>
            </p:cNvPicPr>
            <p:nvPr/>
          </p:nvPicPr>
          <p:blipFill rotWithShape="1">
            <a:blip r:embed="rId6"/>
            <a:srcRect l="21269" t="51655" r="22181" b="20070"/>
            <a:stretch/>
          </p:blipFill>
          <p:spPr>
            <a:xfrm>
              <a:off x="-1675119" y="5999267"/>
              <a:ext cx="4395267" cy="1281953"/>
            </a:xfrm>
            <a:prstGeom prst="rect">
              <a:avLst/>
            </a:prstGeom>
          </p:spPr>
        </p:pic>
      </p:grpSp>
      <p:sp>
        <p:nvSpPr>
          <p:cNvPr id="18" name="Rectangle 17">
            <a:extLst>
              <a:ext uri="{FF2B5EF4-FFF2-40B4-BE49-F238E27FC236}">
                <a16:creationId xmlns:a16="http://schemas.microsoft.com/office/drawing/2014/main" id="{3745B08E-BAB7-9FBD-0553-AEC453AD8B54}"/>
              </a:ext>
            </a:extLst>
          </p:cNvPr>
          <p:cNvSpPr/>
          <p:nvPr/>
        </p:nvSpPr>
        <p:spPr bwMode="gray">
          <a:xfrm>
            <a:off x="5564907" y="5055879"/>
            <a:ext cx="3233540" cy="624503"/>
          </a:xfrm>
          <a:prstGeom prst="rect">
            <a:avLst/>
          </a:prstGeom>
          <a:noFill/>
          <a:ln w="12700">
            <a:solidFill>
              <a:schemeClr val="accent1"/>
            </a:solidFill>
            <a:prstDash val="dash"/>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solidFill>
                <a:schemeClr val="bg1"/>
              </a:solidFill>
            </a:endParaRPr>
          </a:p>
        </p:txBody>
      </p:sp>
      <p:pic>
        <p:nvPicPr>
          <p:cNvPr id="23" name="Picture 22" descr="Text&#10;&#10;Description automatically generated with low confidence">
            <a:extLst>
              <a:ext uri="{FF2B5EF4-FFF2-40B4-BE49-F238E27FC236}">
                <a16:creationId xmlns:a16="http://schemas.microsoft.com/office/drawing/2014/main" id="{EB4AD635-42F2-4E2C-BB37-4246449E41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13570" y="3252359"/>
            <a:ext cx="3890211" cy="1140143"/>
          </a:xfrm>
          <a:prstGeom prst="rect">
            <a:avLst/>
          </a:prstGeom>
          <a:ln w="28575">
            <a:solidFill>
              <a:schemeClr val="tx1"/>
            </a:solidFill>
          </a:ln>
        </p:spPr>
      </p:pic>
      <p:cxnSp>
        <p:nvCxnSpPr>
          <p:cNvPr id="4" name="Straight Arrow Connector 3">
            <a:extLst>
              <a:ext uri="{FF2B5EF4-FFF2-40B4-BE49-F238E27FC236}">
                <a16:creationId xmlns:a16="http://schemas.microsoft.com/office/drawing/2014/main" id="{57816105-C8A0-4DD4-9F7A-4AD3C28CA3D0}"/>
              </a:ext>
            </a:extLst>
          </p:cNvPr>
          <p:cNvCxnSpPr>
            <a:cxnSpLocks/>
          </p:cNvCxnSpPr>
          <p:nvPr/>
        </p:nvCxnSpPr>
        <p:spPr>
          <a:xfrm flipV="1">
            <a:off x="8868266" y="4520629"/>
            <a:ext cx="986238" cy="824792"/>
          </a:xfrm>
          <a:prstGeom prst="straightConnector1">
            <a:avLst/>
          </a:prstGeom>
          <a:ln w="12700" cmpd="sng">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881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extLst>
              <p:ext uri="{D42A27DB-BD31-4B8C-83A1-F6EECF244321}">
                <p14:modId xmlns:p14="http://schemas.microsoft.com/office/powerpoint/2010/main" val="667955070"/>
              </p:ext>
            </p:ext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pic>
        <p:nvPicPr>
          <p:cNvPr id="279553" name="Picture 279552">
            <a:extLst>
              <a:ext uri="{FF2B5EF4-FFF2-40B4-BE49-F238E27FC236}">
                <a16:creationId xmlns:a16="http://schemas.microsoft.com/office/drawing/2014/main" id="{BBF90C86-45F1-42B3-946D-5F852C08DD34}"/>
              </a:ext>
            </a:extLst>
          </p:cNvPr>
          <p:cNvPicPr>
            <a:picLocks noChangeAspect="1"/>
          </p:cNvPicPr>
          <p:nvPr/>
        </p:nvPicPr>
        <p:blipFill>
          <a:blip r:embed="rId5"/>
          <a:stretch>
            <a:fillRect/>
          </a:stretch>
        </p:blipFill>
        <p:spPr>
          <a:xfrm>
            <a:off x="8436376" y="3142824"/>
            <a:ext cx="1686106" cy="3400432"/>
          </a:xfrm>
          <a:prstGeom prst="rect">
            <a:avLst/>
          </a:prstGeom>
          <a:ln w="12700">
            <a:solidFill>
              <a:srgbClr val="CC0000"/>
            </a:solidFill>
          </a:ln>
        </p:spPr>
      </p:pic>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366031" y="412935"/>
            <a:ext cx="9577390" cy="713232"/>
          </a:xfrm>
        </p:spPr>
        <p:txBody>
          <a:bodyPr vert="horz"/>
          <a:lstStyle/>
          <a:p>
            <a:r>
              <a:rPr lang="en-US" b="1" i="1">
                <a:latin typeface="CVS Health Sans"/>
              </a:rPr>
              <a:t>ScriptSync</a:t>
            </a:r>
            <a:r>
              <a:rPr lang="en-US" b="1">
                <a:latin typeface="CVS Health Sans"/>
              </a:rPr>
              <a:t> Eligibility Expansion (90D, Pending state) – </a:t>
            </a:r>
            <a:r>
              <a:rPr lang="en-US" b="1" i="1">
                <a:solidFill>
                  <a:srgbClr val="1287F2"/>
                </a:solidFill>
                <a:latin typeface="CVS Health Sans"/>
              </a:rPr>
              <a:t>Live</a:t>
            </a:r>
            <a:endParaRPr lang="en-US" b="1" i="1">
              <a:solidFill>
                <a:srgbClr val="1287F2"/>
              </a:solidFill>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900828" y="211996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708931" y="2519640"/>
            <a:ext cx="5136268"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50" b="1" kern="0">
                <a:solidFill>
                  <a:srgbClr val="FFFFFF"/>
                </a:solidFill>
                <a:latin typeface="Arial"/>
              </a:rPr>
              <a:t>What's the impact</a:t>
            </a:r>
            <a:endParaRPr lang="en-US" sz="1798" b="1" kern="0">
              <a:solidFill>
                <a:srgbClr val="FFFFFF"/>
              </a:solidFill>
              <a:latin typeface="Arial"/>
            </a:endParaRP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721607" y="970958"/>
            <a:ext cx="5136268"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Jeff M</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7" name="Content Placeholder 2">
            <a:extLst>
              <a:ext uri="{FF2B5EF4-FFF2-40B4-BE49-F238E27FC236}">
                <a16:creationId xmlns:a16="http://schemas.microsoft.com/office/drawing/2014/main" id="{C6293AEC-6378-1813-D359-234249B09364}"/>
              </a:ext>
            </a:extLst>
          </p:cNvPr>
          <p:cNvSpPr txBox="1">
            <a:spLocks/>
          </p:cNvSpPr>
          <p:nvPr/>
        </p:nvSpPr>
        <p:spPr>
          <a:xfrm>
            <a:off x="635829" y="1406956"/>
            <a:ext cx="6999371" cy="1135889"/>
          </a:xfrm>
          <a:prstGeom prst="rect">
            <a:avLst/>
          </a:prstGeom>
        </p:spPr>
        <p:txBody>
          <a:bodyPr lIns="91392" tIns="45696" rIns="91392" bIns="45696"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nSpc>
                <a:spcPts val="1200"/>
              </a:lnSpc>
              <a:spcBef>
                <a:spcPts val="1000"/>
              </a:spcBef>
              <a:defRPr/>
            </a:pPr>
            <a:r>
              <a:rPr kumimoji="0" lang="en-US" sz="1200" b="1" i="0" strike="noStrike" kern="1200" cap="none" spc="0" normalizeH="0" baseline="0" noProof="0">
                <a:ln>
                  <a:noFill/>
                </a:ln>
                <a:solidFill>
                  <a:schemeClr val="tx1">
                    <a:lumMod val="75000"/>
                    <a:lumOff val="25000"/>
                  </a:schemeClr>
                </a:solidFill>
                <a:effectLst/>
                <a:uLnTx/>
                <a:uFillTx/>
                <a:latin typeface="CVS Health Sans"/>
                <a:ea typeface="+mn-ea"/>
                <a:cs typeface="+mn-cs"/>
              </a:rPr>
              <a:t>Problem</a:t>
            </a:r>
            <a:r>
              <a:rPr kumimoji="0" lang="en-US" sz="1200" b="1" i="0" u="none" strike="noStrike" kern="1200" cap="none" spc="0" normalizeH="0" baseline="0" noProof="0">
                <a:ln>
                  <a:noFill/>
                </a:ln>
                <a:solidFill>
                  <a:schemeClr val="tx1">
                    <a:lumMod val="75000"/>
                    <a:lumOff val="25000"/>
                  </a:schemeClr>
                </a:solidFill>
                <a:effectLst/>
                <a:uLnTx/>
                <a:uFillTx/>
                <a:latin typeface="CVS Health Sans"/>
                <a:ea typeface="+mn-ea"/>
                <a:cs typeface="+mn-cs"/>
              </a:rPr>
              <a:t>:</a:t>
            </a:r>
            <a:r>
              <a:rPr kumimoji="0" lang="en-US" sz="1200" b="1" i="0" u="none" strike="noStrike" kern="1200" cap="none" spc="0" normalizeH="0" baseline="0" noProof="0">
                <a:ln>
                  <a:noFill/>
                </a:ln>
                <a:solidFill>
                  <a:schemeClr val="tx1">
                    <a:lumMod val="75000"/>
                    <a:lumOff val="25000"/>
                  </a:schemeClr>
                </a:solidFill>
                <a:effectLst/>
                <a:uLnTx/>
                <a:uFillTx/>
                <a:latin typeface="CVS Health Sans"/>
                <a:ea typeface="+mn-lt"/>
                <a:cs typeface="+mn-lt"/>
              </a:rPr>
              <a:t> </a:t>
            </a:r>
            <a:r>
              <a:rPr kumimoji="0" lang="en-US" sz="1200" i="0" u="none" strike="noStrike" kern="1200" cap="none" spc="0" normalizeH="0" baseline="0" noProof="0">
                <a:ln>
                  <a:noFill/>
                </a:ln>
                <a:solidFill>
                  <a:schemeClr val="tx1">
                    <a:lumMod val="75000"/>
                    <a:lumOff val="25000"/>
                  </a:schemeClr>
                </a:solidFill>
                <a:effectLst/>
                <a:uLnTx/>
                <a:uFillTx/>
                <a:latin typeface="CVS Health Sans"/>
                <a:ea typeface="+mn-lt"/>
                <a:cs typeface="+mn-lt"/>
              </a:rPr>
              <a:t>Digital Scri</a:t>
            </a:r>
            <a:r>
              <a:rPr lang="en-US" sz="1200">
                <a:solidFill>
                  <a:schemeClr val="tx1">
                    <a:lumMod val="75000"/>
                    <a:lumOff val="25000"/>
                  </a:schemeClr>
                </a:solidFill>
                <a:latin typeface="CVS Health Sans"/>
                <a:ea typeface="+mn-lt"/>
                <a:cs typeface="+mn-lt"/>
              </a:rPr>
              <a:t>ptSync enrollments were not supporting 90D and scripts in Pending state to be eligible to be enrolled or added to ScriptSync. This prevented patients from maximizing the benefit of ScriptSync. </a:t>
            </a:r>
            <a:br>
              <a:rPr lang="en-US" sz="1200">
                <a:solidFill>
                  <a:schemeClr val="tx1">
                    <a:lumMod val="75000"/>
                    <a:lumOff val="25000"/>
                  </a:schemeClr>
                </a:solidFill>
                <a:latin typeface="CVS Health Sans"/>
                <a:ea typeface="+mn-lt"/>
                <a:cs typeface="+mn-lt"/>
              </a:rPr>
            </a:br>
            <a:r>
              <a:rPr lang="en-US" sz="800" b="1">
                <a:solidFill>
                  <a:schemeClr val="tx1">
                    <a:lumMod val="75000"/>
                    <a:lumOff val="25000"/>
                  </a:schemeClr>
                </a:solidFill>
                <a:latin typeface="CVS Health Sans"/>
                <a:ea typeface="+mn-lt"/>
                <a:cs typeface="+mn-lt"/>
              </a:rPr>
              <a:t>* Pending state = in-process, ready for pick up, pending 90D conversion, etc.</a:t>
            </a:r>
            <a:endParaRPr lang="en-US" sz="1200" b="1">
              <a:solidFill>
                <a:schemeClr val="tx1">
                  <a:lumMod val="75000"/>
                  <a:lumOff val="25000"/>
                </a:schemeClr>
              </a:solidFill>
            </a:endParaRPr>
          </a:p>
          <a:p>
            <a:pPr>
              <a:lnSpc>
                <a:spcPts val="1200"/>
              </a:lnSpc>
              <a:spcBef>
                <a:spcPts val="1000"/>
              </a:spcBef>
              <a:defRPr/>
            </a:pPr>
            <a:r>
              <a:rPr kumimoji="0" lang="en-US" sz="1200" b="1" i="0" strike="noStrike" kern="1200" cap="none" spc="0" normalizeH="0" baseline="0" noProof="0">
                <a:ln>
                  <a:noFill/>
                </a:ln>
                <a:solidFill>
                  <a:schemeClr val="tx1">
                    <a:lumMod val="75000"/>
                    <a:lumOff val="25000"/>
                  </a:schemeClr>
                </a:solidFill>
                <a:effectLst/>
                <a:uLnTx/>
                <a:uFillTx/>
                <a:latin typeface="CVS Health Sans"/>
                <a:ea typeface="+mn-ea"/>
                <a:cs typeface="+mn-cs"/>
              </a:rPr>
              <a:t>Solution</a:t>
            </a:r>
            <a:r>
              <a:rPr kumimoji="0" lang="en-US" sz="1200" b="1" i="0" u="none" strike="noStrike" kern="1200" cap="none" spc="0" normalizeH="0" baseline="0" noProof="0">
                <a:ln>
                  <a:noFill/>
                </a:ln>
                <a:solidFill>
                  <a:schemeClr val="tx1">
                    <a:lumMod val="75000"/>
                    <a:lumOff val="25000"/>
                  </a:schemeClr>
                </a:solidFill>
                <a:effectLst/>
                <a:uLnTx/>
                <a:uFillTx/>
                <a:latin typeface="CVS Health Sans"/>
                <a:ea typeface="+mn-ea"/>
                <a:cs typeface="+mn-cs"/>
              </a:rPr>
              <a:t>: </a:t>
            </a:r>
            <a:r>
              <a:rPr kumimoji="0" lang="en-US" sz="1200" i="0" u="none" strike="noStrike" kern="1200" cap="none" spc="0" normalizeH="0" baseline="0" noProof="0">
                <a:ln>
                  <a:noFill/>
                </a:ln>
                <a:solidFill>
                  <a:schemeClr val="tx1">
                    <a:lumMod val="75000"/>
                    <a:lumOff val="25000"/>
                  </a:schemeClr>
                </a:solidFill>
                <a:effectLst/>
                <a:uLnTx/>
                <a:uFillTx/>
                <a:latin typeface="CVS Health Sans"/>
                <a:ea typeface="+mn-ea"/>
                <a:cs typeface="+mn-cs"/>
              </a:rPr>
              <a:t>90-day (11/17/22) and Pending state (11/29/22) scripts were enabled in the standalone ScriptSync enrollment flow</a:t>
            </a:r>
          </a:p>
          <a:p>
            <a:pPr marL="285115" indent="-285115">
              <a:lnSpc>
                <a:spcPts val="1200"/>
              </a:lnSpc>
              <a:spcBef>
                <a:spcPts val="1000"/>
              </a:spcBef>
              <a:buFont typeface="Arial" panose="020B0604020202020204" pitchFamily="34" charset="0"/>
              <a:buChar char="•"/>
              <a:defRPr/>
            </a:pPr>
            <a:endParaRPr lang="en-US" sz="1200">
              <a:latin typeface="CVS Health Sans"/>
            </a:endParaRPr>
          </a:p>
        </p:txBody>
      </p:sp>
      <p:sp>
        <p:nvSpPr>
          <p:cNvPr id="24" name="Content Placeholder 2">
            <a:extLst>
              <a:ext uri="{FF2B5EF4-FFF2-40B4-BE49-F238E27FC236}">
                <a16:creationId xmlns:a16="http://schemas.microsoft.com/office/drawing/2014/main" id="{E402132A-D635-EFFA-556C-F23173C26BEC}"/>
              </a:ext>
            </a:extLst>
          </p:cNvPr>
          <p:cNvSpPr txBox="1">
            <a:spLocks/>
          </p:cNvSpPr>
          <p:nvPr/>
        </p:nvSpPr>
        <p:spPr>
          <a:xfrm>
            <a:off x="630059" y="2892413"/>
            <a:ext cx="6986855" cy="1262470"/>
          </a:xfrm>
          <a:prstGeom prst="rect">
            <a:avLst/>
          </a:prstGeom>
        </p:spPr>
        <p:txBody>
          <a:bodyPr lIns="91392" tIns="45696" rIns="91392" bIns="45696"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a:lnSpc>
                <a:spcPts val="1700"/>
              </a:lnSpc>
              <a:spcBef>
                <a:spcPts val="1000"/>
              </a:spcBef>
              <a:defRPr/>
            </a:pPr>
            <a:r>
              <a:rPr lang="en-US" sz="1200" b="1">
                <a:solidFill>
                  <a:srgbClr val="3F3F3F"/>
                </a:solidFill>
                <a:latin typeface="CVS Health Sans"/>
              </a:rPr>
              <a:t>When comparing the </a:t>
            </a:r>
            <a:r>
              <a:rPr lang="en-US" sz="1200" b="1">
                <a:solidFill>
                  <a:srgbClr val="3F3F3F"/>
                </a:solidFill>
              </a:rPr>
              <a:t>prev. vs next full month of the enhancement being made in standalone flow</a:t>
            </a:r>
            <a:r>
              <a:rPr lang="en-US" sz="1200" b="1">
                <a:solidFill>
                  <a:srgbClr val="3F3F3F"/>
                </a:solidFill>
                <a:latin typeface="CVS Health Sans"/>
              </a:rPr>
              <a:t>, we saw:</a:t>
            </a:r>
          </a:p>
          <a:p>
            <a:pPr marL="354279" lvl="1" indent="-171450">
              <a:lnSpc>
                <a:spcPts val="1400"/>
              </a:lnSpc>
              <a:spcBef>
                <a:spcPts val="300"/>
              </a:spcBef>
              <a:buFont typeface="Arial" panose="020B0604020202020204" pitchFamily="34" charset="0"/>
              <a:buChar char="•"/>
              <a:defRPr/>
            </a:pPr>
            <a:r>
              <a:rPr lang="en-US" sz="1000" b="1">
                <a:solidFill>
                  <a:srgbClr val="0070C0"/>
                </a:solidFill>
                <a:ea typeface="+mn-lt"/>
                <a:cs typeface="+mn-lt"/>
              </a:rPr>
              <a:t>+1630 BPS </a:t>
            </a:r>
            <a:r>
              <a:rPr lang="en-US" sz="1000">
                <a:solidFill>
                  <a:srgbClr val="3F3F3F"/>
                </a:solidFill>
                <a:latin typeface="CVS Health Sans"/>
              </a:rPr>
              <a:t> </a:t>
            </a:r>
            <a:r>
              <a:rPr lang="en-US" sz="1000" b="1">
                <a:solidFill>
                  <a:srgbClr val="3F3F3F"/>
                </a:solidFill>
                <a:latin typeface="CVS Health Sans"/>
              </a:rPr>
              <a:t>increase in SS Eligible Visits to Automatic Refills page</a:t>
            </a:r>
            <a:r>
              <a:rPr lang="en-US" sz="1100" b="1">
                <a:solidFill>
                  <a:srgbClr val="3F3F3F"/>
                </a:solidFill>
                <a:latin typeface="CVS Health Sans"/>
              </a:rPr>
              <a:t> </a:t>
            </a:r>
          </a:p>
          <a:p>
            <a:pPr marL="354279" lvl="1" indent="-171450">
              <a:lnSpc>
                <a:spcPts val="1400"/>
              </a:lnSpc>
              <a:spcBef>
                <a:spcPts val="300"/>
              </a:spcBef>
              <a:buFont typeface="Arial" panose="020B0604020202020204" pitchFamily="34" charset="0"/>
              <a:buChar char="•"/>
              <a:defRPr/>
            </a:pPr>
            <a:r>
              <a:rPr lang="en-US" sz="1100" b="1">
                <a:solidFill>
                  <a:srgbClr val="0070C0"/>
                </a:solidFill>
                <a:ea typeface="+mn-lt"/>
                <a:cs typeface="+mn-lt"/>
              </a:rPr>
              <a:t>+77%</a:t>
            </a:r>
            <a:r>
              <a:rPr lang="en-US" sz="1000">
                <a:solidFill>
                  <a:srgbClr val="3F3F3F"/>
                </a:solidFill>
                <a:latin typeface="CVS Health Sans"/>
              </a:rPr>
              <a:t> </a:t>
            </a:r>
            <a:r>
              <a:rPr lang="en-US" sz="1000" b="1">
                <a:solidFill>
                  <a:srgbClr val="3F3F3F"/>
                </a:solidFill>
                <a:latin typeface="CVS Health Sans"/>
              </a:rPr>
              <a:t>increase in SS Enrollments</a:t>
            </a:r>
          </a:p>
          <a:p>
            <a:pPr marL="354279" lvl="1" indent="-171450">
              <a:lnSpc>
                <a:spcPts val="1400"/>
              </a:lnSpc>
              <a:spcBef>
                <a:spcPts val="300"/>
              </a:spcBef>
              <a:buFont typeface="Arial" panose="020B0604020202020204" pitchFamily="34" charset="0"/>
              <a:buChar char="•"/>
              <a:defRPr/>
            </a:pPr>
            <a:r>
              <a:rPr lang="en-US" sz="1100" b="1">
                <a:solidFill>
                  <a:srgbClr val="0070C0"/>
                </a:solidFill>
                <a:ea typeface="+mn-lt"/>
                <a:cs typeface="+mn-lt"/>
              </a:rPr>
              <a:t>+117%</a:t>
            </a:r>
            <a:r>
              <a:rPr lang="en-US" sz="1000">
                <a:solidFill>
                  <a:srgbClr val="3F3F3F"/>
                </a:solidFill>
                <a:latin typeface="CVS Health Sans"/>
              </a:rPr>
              <a:t> </a:t>
            </a:r>
            <a:r>
              <a:rPr lang="en-US" sz="1000" b="1">
                <a:solidFill>
                  <a:srgbClr val="3F3F3F"/>
                </a:solidFill>
                <a:latin typeface="CVS Health Sans"/>
              </a:rPr>
              <a:t>increase in SS “Add an Rx” Visits</a:t>
            </a:r>
          </a:p>
        </p:txBody>
      </p:sp>
      <p:sp>
        <p:nvSpPr>
          <p:cNvPr id="3" name="Rectangle 2">
            <a:extLst>
              <a:ext uri="{FF2B5EF4-FFF2-40B4-BE49-F238E27FC236}">
                <a16:creationId xmlns:a16="http://schemas.microsoft.com/office/drawing/2014/main" id="{7B7E6756-C30D-47D3-AB85-F2DCDF388815}"/>
              </a:ext>
            </a:extLst>
          </p:cNvPr>
          <p:cNvSpPr/>
          <p:nvPr/>
        </p:nvSpPr>
        <p:spPr bwMode="gray">
          <a:xfrm>
            <a:off x="10118155" y="443956"/>
            <a:ext cx="2029546" cy="560919"/>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r>
              <a:rPr lang="en-US" sz="1050" b="1" i="0" u="none" strike="noStrike">
                <a:solidFill>
                  <a:schemeClr val="bg1"/>
                </a:solidFill>
                <a:effectLst/>
                <a:latin typeface="Calibri"/>
                <a:cs typeface="Calibri"/>
                <a:hlinkClick r:id="rId6">
                  <a:extLst>
                    <a:ext uri="{A12FA001-AC4F-418D-AE19-62706E023703}">
                      <ahyp:hlinkClr xmlns:ahyp="http://schemas.microsoft.com/office/drawing/2018/hyperlinkcolor" val="tx"/>
                    </a:ext>
                  </a:extLst>
                </a:hlinkClick>
              </a:rPr>
              <a:t>Associated Rally Epic </a:t>
            </a:r>
            <a:r>
              <a:rPr lang="en-US" sz="1050" b="1">
                <a:solidFill>
                  <a:schemeClr val="bg1"/>
                </a:solidFill>
                <a:latin typeface="Calibri"/>
                <a:cs typeface="Calibri"/>
                <a:hlinkClick r:id="rId7">
                  <a:extLst>
                    <a:ext uri="{A12FA001-AC4F-418D-AE19-62706E023703}">
                      <ahyp:hlinkClr xmlns:ahyp="http://schemas.microsoft.com/office/drawing/2018/hyperlinkcolor" val="tx"/>
                    </a:ext>
                  </a:extLst>
                </a:hlinkClick>
              </a:rPr>
              <a:t>URL: </a:t>
            </a:r>
            <a:r>
              <a:rPr lang="en-US" sz="1050" b="1" i="0">
                <a:solidFill>
                  <a:srgbClr val="FFFFFF"/>
                </a:solidFill>
                <a:effectLst/>
                <a:latin typeface="Open Sans" panose="020B0606030504020204" pitchFamily="34" charset="0"/>
              </a:rPr>
              <a:t>E8318</a:t>
            </a:r>
          </a:p>
        </p:txBody>
      </p:sp>
      <p:sp>
        <p:nvSpPr>
          <p:cNvPr id="35" name="Rectangle: Rounded Corners 34">
            <a:extLst>
              <a:ext uri="{FF2B5EF4-FFF2-40B4-BE49-F238E27FC236}">
                <a16:creationId xmlns:a16="http://schemas.microsoft.com/office/drawing/2014/main" id="{016F7059-8C34-45EA-B8B6-130D2F1B27B8}"/>
              </a:ext>
            </a:extLst>
          </p:cNvPr>
          <p:cNvSpPr/>
          <p:nvPr/>
        </p:nvSpPr>
        <p:spPr>
          <a:xfrm>
            <a:off x="9511745" y="1526831"/>
            <a:ext cx="666831" cy="331918"/>
          </a:xfrm>
          <a:prstGeom prst="roundRect">
            <a:avLst>
              <a:gd name="adj" fmla="val 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Non-pending</a:t>
            </a:r>
          </a:p>
        </p:txBody>
      </p:sp>
      <p:sp>
        <p:nvSpPr>
          <p:cNvPr id="37" name="Rectangle: Rounded Corners 36">
            <a:extLst>
              <a:ext uri="{FF2B5EF4-FFF2-40B4-BE49-F238E27FC236}">
                <a16:creationId xmlns:a16="http://schemas.microsoft.com/office/drawing/2014/main" id="{ECD7EAF6-1A7C-4D75-92FC-062A0E470965}"/>
              </a:ext>
            </a:extLst>
          </p:cNvPr>
          <p:cNvSpPr/>
          <p:nvPr/>
        </p:nvSpPr>
        <p:spPr>
          <a:xfrm>
            <a:off x="9511745" y="1902369"/>
            <a:ext cx="666831" cy="286346"/>
          </a:xfrm>
          <a:prstGeom prst="roundRect">
            <a:avLst>
              <a:gd name="adj" fmla="val 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Pending</a:t>
            </a:r>
            <a:endParaRPr lang="en-US" sz="600"/>
          </a:p>
        </p:txBody>
      </p:sp>
      <p:sp>
        <p:nvSpPr>
          <p:cNvPr id="33" name="Rectangle: Rounded Corners 32">
            <a:extLst>
              <a:ext uri="{FF2B5EF4-FFF2-40B4-BE49-F238E27FC236}">
                <a16:creationId xmlns:a16="http://schemas.microsoft.com/office/drawing/2014/main" id="{32054FBA-DBCD-4AC6-BD2D-7C5D36D25D3B}"/>
              </a:ext>
            </a:extLst>
          </p:cNvPr>
          <p:cNvSpPr/>
          <p:nvPr/>
        </p:nvSpPr>
        <p:spPr>
          <a:xfrm>
            <a:off x="8705182" y="1526831"/>
            <a:ext cx="800793" cy="661884"/>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30-Day supply</a:t>
            </a:r>
          </a:p>
        </p:txBody>
      </p:sp>
      <p:sp>
        <p:nvSpPr>
          <p:cNvPr id="41" name="Rectangle: Rounded Corners 40">
            <a:extLst>
              <a:ext uri="{FF2B5EF4-FFF2-40B4-BE49-F238E27FC236}">
                <a16:creationId xmlns:a16="http://schemas.microsoft.com/office/drawing/2014/main" id="{69F89305-0036-44DF-9476-95E65A158A70}"/>
              </a:ext>
            </a:extLst>
          </p:cNvPr>
          <p:cNvSpPr/>
          <p:nvPr/>
        </p:nvSpPr>
        <p:spPr>
          <a:xfrm>
            <a:off x="10207669" y="1194913"/>
            <a:ext cx="627669" cy="331918"/>
          </a:xfrm>
          <a:prstGeom prst="roundRect">
            <a:avLst>
              <a:gd name="adj" fmla="val 0"/>
            </a:avLst>
          </a:prstGeom>
          <a:solidFill>
            <a:schemeClr val="accent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bg1"/>
                </a:solidFill>
              </a:rPr>
              <a:t>Before</a:t>
            </a:r>
          </a:p>
        </p:txBody>
      </p:sp>
      <p:sp>
        <p:nvSpPr>
          <p:cNvPr id="42" name="Rectangle: Rounded Corners 41">
            <a:extLst>
              <a:ext uri="{FF2B5EF4-FFF2-40B4-BE49-F238E27FC236}">
                <a16:creationId xmlns:a16="http://schemas.microsoft.com/office/drawing/2014/main" id="{0B82DFEA-9785-4489-B10C-3DAA4E709D83}"/>
              </a:ext>
            </a:extLst>
          </p:cNvPr>
          <p:cNvSpPr/>
          <p:nvPr/>
        </p:nvSpPr>
        <p:spPr>
          <a:xfrm>
            <a:off x="10864431" y="1194913"/>
            <a:ext cx="627669" cy="331918"/>
          </a:xfrm>
          <a:prstGeom prst="roundRect">
            <a:avLst>
              <a:gd name="adj" fmla="val 0"/>
            </a:avLst>
          </a:prstGeom>
          <a:solidFill>
            <a:schemeClr val="accent1">
              <a:lumMod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bg1"/>
                </a:solidFill>
              </a:rPr>
              <a:t>After</a:t>
            </a:r>
          </a:p>
        </p:txBody>
      </p:sp>
      <p:pic>
        <p:nvPicPr>
          <p:cNvPr id="44" name="Graphic 43">
            <a:extLst>
              <a:ext uri="{FF2B5EF4-FFF2-40B4-BE49-F238E27FC236}">
                <a16:creationId xmlns:a16="http://schemas.microsoft.com/office/drawing/2014/main" id="{16DC2C88-A072-4C89-ADA6-ECCAE9E17A4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 uri="{837473B0-CC2E-450A-ABE3-18F120FF3D39}">
                <a1611:picAttrSrcUrl xmlns:a1611="http://schemas.microsoft.com/office/drawing/2016/11/main" r:id="rId10"/>
              </a:ext>
            </a:extLst>
          </a:blip>
          <a:stretch>
            <a:fillRect/>
          </a:stretch>
        </p:blipFill>
        <p:spPr>
          <a:xfrm>
            <a:off x="11002644" y="1582500"/>
            <a:ext cx="283607" cy="262673"/>
          </a:xfrm>
          <a:prstGeom prst="rect">
            <a:avLst/>
          </a:prstGeom>
        </p:spPr>
      </p:pic>
      <p:pic>
        <p:nvPicPr>
          <p:cNvPr id="45" name="Graphic 44">
            <a:extLst>
              <a:ext uri="{FF2B5EF4-FFF2-40B4-BE49-F238E27FC236}">
                <a16:creationId xmlns:a16="http://schemas.microsoft.com/office/drawing/2014/main" id="{6A804508-BD4B-4E13-9386-94889A314DE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 uri="{837473B0-CC2E-450A-ABE3-18F120FF3D39}">
                <a1611:picAttrSrcUrl xmlns:a1611="http://schemas.microsoft.com/office/drawing/2016/11/main" r:id="rId10"/>
              </a:ext>
            </a:extLst>
          </a:blip>
          <a:stretch>
            <a:fillRect/>
          </a:stretch>
        </p:blipFill>
        <p:spPr>
          <a:xfrm>
            <a:off x="11002644" y="1931336"/>
            <a:ext cx="283607" cy="262673"/>
          </a:xfrm>
          <a:prstGeom prst="rect">
            <a:avLst/>
          </a:prstGeom>
        </p:spPr>
      </p:pic>
      <p:pic>
        <p:nvPicPr>
          <p:cNvPr id="46" name="Graphic 45">
            <a:extLst>
              <a:ext uri="{FF2B5EF4-FFF2-40B4-BE49-F238E27FC236}">
                <a16:creationId xmlns:a16="http://schemas.microsoft.com/office/drawing/2014/main" id="{4CAE8948-292B-43CB-A001-A1F61E30BE1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 uri="{837473B0-CC2E-450A-ABE3-18F120FF3D39}">
                <a1611:picAttrSrcUrl xmlns:a1611="http://schemas.microsoft.com/office/drawing/2016/11/main" r:id="rId10"/>
              </a:ext>
            </a:extLst>
          </a:blip>
          <a:stretch>
            <a:fillRect/>
          </a:stretch>
        </p:blipFill>
        <p:spPr>
          <a:xfrm>
            <a:off x="11002644" y="2280172"/>
            <a:ext cx="283607" cy="262673"/>
          </a:xfrm>
          <a:prstGeom prst="rect">
            <a:avLst/>
          </a:prstGeom>
        </p:spPr>
      </p:pic>
      <p:pic>
        <p:nvPicPr>
          <p:cNvPr id="48" name="Graphic 47">
            <a:extLst>
              <a:ext uri="{FF2B5EF4-FFF2-40B4-BE49-F238E27FC236}">
                <a16:creationId xmlns:a16="http://schemas.microsoft.com/office/drawing/2014/main" id="{50822635-BCD0-44BD-8219-5D618B90EB9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 uri="{837473B0-CC2E-450A-ABE3-18F120FF3D39}">
                <a1611:picAttrSrcUrl xmlns:a1611="http://schemas.microsoft.com/office/drawing/2016/11/main" r:id="rId10"/>
              </a:ext>
            </a:extLst>
          </a:blip>
          <a:stretch>
            <a:fillRect/>
          </a:stretch>
        </p:blipFill>
        <p:spPr>
          <a:xfrm>
            <a:off x="11002644" y="2629009"/>
            <a:ext cx="283607" cy="262673"/>
          </a:xfrm>
          <a:prstGeom prst="rect">
            <a:avLst/>
          </a:prstGeom>
        </p:spPr>
      </p:pic>
      <p:pic>
        <p:nvPicPr>
          <p:cNvPr id="50" name="Graphic 49">
            <a:extLst>
              <a:ext uri="{FF2B5EF4-FFF2-40B4-BE49-F238E27FC236}">
                <a16:creationId xmlns:a16="http://schemas.microsoft.com/office/drawing/2014/main" id="{A28A5AB7-560F-4783-835F-F8EC488E244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 uri="{837473B0-CC2E-450A-ABE3-18F120FF3D39}">
                <a1611:picAttrSrcUrl xmlns:a1611="http://schemas.microsoft.com/office/drawing/2016/11/main" r:id="rId10"/>
              </a:ext>
            </a:extLst>
          </a:blip>
          <a:stretch>
            <a:fillRect/>
          </a:stretch>
        </p:blipFill>
        <p:spPr>
          <a:xfrm>
            <a:off x="10422640" y="1582500"/>
            <a:ext cx="283607" cy="262673"/>
          </a:xfrm>
          <a:prstGeom prst="rect">
            <a:avLst/>
          </a:prstGeom>
        </p:spPr>
      </p:pic>
      <p:pic>
        <p:nvPicPr>
          <p:cNvPr id="54" name="Picture 53" descr="Icon&#10;&#10;Description automatically generated">
            <a:extLst>
              <a:ext uri="{FF2B5EF4-FFF2-40B4-BE49-F238E27FC236}">
                <a16:creationId xmlns:a16="http://schemas.microsoft.com/office/drawing/2014/main" id="{88267342-5767-416E-9530-889750A4F0F8}"/>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463607" y="2320839"/>
            <a:ext cx="201672" cy="201672"/>
          </a:xfrm>
          <a:prstGeom prst="rect">
            <a:avLst/>
          </a:prstGeom>
        </p:spPr>
      </p:pic>
      <p:pic>
        <p:nvPicPr>
          <p:cNvPr id="55" name="Picture 54" descr="Icon&#10;&#10;Description automatically generated">
            <a:extLst>
              <a:ext uri="{FF2B5EF4-FFF2-40B4-BE49-F238E27FC236}">
                <a16:creationId xmlns:a16="http://schemas.microsoft.com/office/drawing/2014/main" id="{6DD00195-3EBB-4D37-B58C-29CAB10C55BF}"/>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463607" y="2659509"/>
            <a:ext cx="201672" cy="201672"/>
          </a:xfrm>
          <a:prstGeom prst="rect">
            <a:avLst/>
          </a:prstGeom>
        </p:spPr>
      </p:pic>
      <p:pic>
        <p:nvPicPr>
          <p:cNvPr id="31" name="Picture 30" descr="Icon&#10;&#10;Description automatically generated">
            <a:extLst>
              <a:ext uri="{FF2B5EF4-FFF2-40B4-BE49-F238E27FC236}">
                <a16:creationId xmlns:a16="http://schemas.microsoft.com/office/drawing/2014/main" id="{78307823-DDE5-4BC3-A2C3-9A745DE5B38D}"/>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10463607" y="1982170"/>
            <a:ext cx="201672" cy="201672"/>
          </a:xfrm>
          <a:prstGeom prst="rect">
            <a:avLst/>
          </a:prstGeom>
        </p:spPr>
      </p:pic>
      <p:sp>
        <p:nvSpPr>
          <p:cNvPr id="32" name="Rectangle: Rounded Corners 31">
            <a:extLst>
              <a:ext uri="{FF2B5EF4-FFF2-40B4-BE49-F238E27FC236}">
                <a16:creationId xmlns:a16="http://schemas.microsoft.com/office/drawing/2014/main" id="{2BC17D13-C3BD-4D78-9606-3EF5EC348551}"/>
              </a:ext>
            </a:extLst>
          </p:cNvPr>
          <p:cNvSpPr/>
          <p:nvPr/>
        </p:nvSpPr>
        <p:spPr>
          <a:xfrm>
            <a:off x="9511745" y="2253794"/>
            <a:ext cx="666831" cy="331918"/>
          </a:xfrm>
          <a:prstGeom prst="roundRect">
            <a:avLst>
              <a:gd name="adj" fmla="val 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Non-pending</a:t>
            </a:r>
          </a:p>
        </p:txBody>
      </p:sp>
      <p:sp>
        <p:nvSpPr>
          <p:cNvPr id="36" name="Rectangle: Rounded Corners 35">
            <a:extLst>
              <a:ext uri="{FF2B5EF4-FFF2-40B4-BE49-F238E27FC236}">
                <a16:creationId xmlns:a16="http://schemas.microsoft.com/office/drawing/2014/main" id="{1623FE79-0610-4794-8753-B79F51C09D3F}"/>
              </a:ext>
            </a:extLst>
          </p:cNvPr>
          <p:cNvSpPr/>
          <p:nvPr/>
        </p:nvSpPr>
        <p:spPr>
          <a:xfrm>
            <a:off x="9511745" y="2629332"/>
            <a:ext cx="666831" cy="286346"/>
          </a:xfrm>
          <a:prstGeom prst="roundRect">
            <a:avLst>
              <a:gd name="adj" fmla="val 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t>Pending</a:t>
            </a:r>
            <a:endParaRPr lang="en-US" sz="600"/>
          </a:p>
        </p:txBody>
      </p:sp>
      <p:sp>
        <p:nvSpPr>
          <p:cNvPr id="40" name="Rectangle: Rounded Corners 39">
            <a:extLst>
              <a:ext uri="{FF2B5EF4-FFF2-40B4-BE49-F238E27FC236}">
                <a16:creationId xmlns:a16="http://schemas.microsoft.com/office/drawing/2014/main" id="{4601FB9C-838E-4A1D-B148-EB75DBF08D90}"/>
              </a:ext>
            </a:extLst>
          </p:cNvPr>
          <p:cNvSpPr/>
          <p:nvPr/>
        </p:nvSpPr>
        <p:spPr>
          <a:xfrm>
            <a:off x="8705182" y="2253794"/>
            <a:ext cx="800793" cy="661884"/>
          </a:xfrm>
          <a:prstGeom prst="roundRect">
            <a:avLst>
              <a:gd name="adj" fmla="val 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a:t>90-Day supply</a:t>
            </a:r>
          </a:p>
        </p:txBody>
      </p:sp>
      <p:sp>
        <p:nvSpPr>
          <p:cNvPr id="4" name="TextBox 3">
            <a:extLst>
              <a:ext uri="{FF2B5EF4-FFF2-40B4-BE49-F238E27FC236}">
                <a16:creationId xmlns:a16="http://schemas.microsoft.com/office/drawing/2014/main" id="{988DEA16-907B-4E6C-90C7-09578D10C66F}"/>
              </a:ext>
            </a:extLst>
          </p:cNvPr>
          <p:cNvSpPr txBox="1"/>
          <p:nvPr/>
        </p:nvSpPr>
        <p:spPr>
          <a:xfrm>
            <a:off x="8609973" y="1164800"/>
            <a:ext cx="563409" cy="369332"/>
          </a:xfrm>
          <a:prstGeom prst="rect">
            <a:avLst/>
          </a:prstGeom>
          <a:noFill/>
        </p:spPr>
        <p:txBody>
          <a:bodyPr wrap="square" rtlCol="0">
            <a:spAutoFit/>
          </a:bodyPr>
          <a:lstStyle/>
          <a:p>
            <a:r>
              <a:rPr lang="en-US" sz="900"/>
              <a:t>Rx Supply</a:t>
            </a:r>
          </a:p>
        </p:txBody>
      </p:sp>
      <p:sp>
        <p:nvSpPr>
          <p:cNvPr id="43" name="TextBox 42">
            <a:extLst>
              <a:ext uri="{FF2B5EF4-FFF2-40B4-BE49-F238E27FC236}">
                <a16:creationId xmlns:a16="http://schemas.microsoft.com/office/drawing/2014/main" id="{E70EFE2E-DCDD-4F8B-A069-2B6DC6411270}"/>
              </a:ext>
            </a:extLst>
          </p:cNvPr>
          <p:cNvSpPr txBox="1"/>
          <p:nvPr/>
        </p:nvSpPr>
        <p:spPr>
          <a:xfrm>
            <a:off x="9432547" y="1166471"/>
            <a:ext cx="485462" cy="369332"/>
          </a:xfrm>
          <a:prstGeom prst="rect">
            <a:avLst/>
          </a:prstGeom>
          <a:noFill/>
        </p:spPr>
        <p:txBody>
          <a:bodyPr wrap="square" rtlCol="0">
            <a:spAutoFit/>
          </a:bodyPr>
          <a:lstStyle/>
          <a:p>
            <a:r>
              <a:rPr lang="en-US" sz="900"/>
              <a:t>Rx State</a:t>
            </a:r>
          </a:p>
        </p:txBody>
      </p:sp>
      <p:graphicFrame>
        <p:nvGraphicFramePr>
          <p:cNvPr id="38" name="Line">
            <a:extLst>
              <a:ext uri="{FF2B5EF4-FFF2-40B4-BE49-F238E27FC236}">
                <a16:creationId xmlns:a16="http://schemas.microsoft.com/office/drawing/2014/main" id="{DB84CBFE-7932-45C7-8347-25C7CE210CC5}"/>
              </a:ext>
            </a:extLst>
          </p:cNvPr>
          <p:cNvGraphicFramePr>
            <a:graphicFrameLocks/>
          </p:cNvGraphicFramePr>
          <p:nvPr>
            <p:extLst>
              <p:ext uri="{D42A27DB-BD31-4B8C-83A1-F6EECF244321}">
                <p14:modId xmlns:p14="http://schemas.microsoft.com/office/powerpoint/2010/main" val="4126895443"/>
              </p:ext>
            </p:extLst>
          </p:nvPr>
        </p:nvGraphicFramePr>
        <p:xfrm>
          <a:off x="721607" y="4154883"/>
          <a:ext cx="7097358" cy="2490667"/>
        </p:xfrm>
        <a:graphic>
          <a:graphicData uri="http://schemas.openxmlformats.org/drawingml/2006/chart">
            <c:chart xmlns:c="http://schemas.openxmlformats.org/drawingml/2006/chart" xmlns:r="http://schemas.openxmlformats.org/officeDocument/2006/relationships" r:id="rId13"/>
          </a:graphicData>
        </a:graphic>
      </p:graphicFrame>
      <p:pic>
        <p:nvPicPr>
          <p:cNvPr id="29" name="Picture 28">
            <a:extLst>
              <a:ext uri="{FF2B5EF4-FFF2-40B4-BE49-F238E27FC236}">
                <a16:creationId xmlns:a16="http://schemas.microsoft.com/office/drawing/2014/main" id="{296D14F4-0544-429C-B9FF-B06310DA849E}"/>
              </a:ext>
            </a:extLst>
          </p:cNvPr>
          <p:cNvPicPr>
            <a:picLocks noChangeAspect="1"/>
          </p:cNvPicPr>
          <p:nvPr/>
        </p:nvPicPr>
        <p:blipFill>
          <a:blip r:embed="rId14"/>
          <a:stretch>
            <a:fillRect/>
          </a:stretch>
        </p:blipFill>
        <p:spPr>
          <a:xfrm>
            <a:off x="9972253" y="3262203"/>
            <a:ext cx="1664942" cy="3407487"/>
          </a:xfrm>
          <a:prstGeom prst="rect">
            <a:avLst/>
          </a:prstGeom>
          <a:ln w="12700">
            <a:solidFill>
              <a:srgbClr val="CC0000"/>
            </a:solidFill>
          </a:ln>
        </p:spPr>
      </p:pic>
    </p:spTree>
    <p:extLst>
      <p:ext uri="{BB962C8B-B14F-4D97-AF65-F5344CB8AC3E}">
        <p14:creationId xmlns:p14="http://schemas.microsoft.com/office/powerpoint/2010/main" val="3708894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CA42E0C-0C04-4E48-9EA6-B74136D6ACD0}"/>
              </a:ext>
            </a:extLst>
          </p:cNvPr>
          <p:cNvSpPr/>
          <p:nvPr/>
        </p:nvSpPr>
        <p:spPr bwMode="gray">
          <a:xfrm>
            <a:off x="6428509" y="75130"/>
            <a:ext cx="3482109" cy="391039"/>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l"/>
            <a:endParaRPr lang="en-US" sz="1100" b="1" i="0" u="none" strike="noStrike">
              <a:solidFill>
                <a:schemeClr val="bg1"/>
              </a:solidFill>
              <a:effectLst/>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endParaRPr>
          </a:p>
          <a:p>
            <a:pPr algn="l"/>
            <a:endParaRPr lang="en-US" sz="1100" b="1">
              <a:solidFill>
                <a:schemeClr val="bg1"/>
              </a:solidFill>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endParaRPr>
          </a:p>
          <a:p>
            <a:pPr algn="l"/>
            <a:endParaRPr lang="en-US" sz="1100" b="1" i="0" u="none" strike="noStrike">
              <a:solidFill>
                <a:schemeClr val="bg1"/>
              </a:solidFill>
              <a:effectLst/>
              <a:latin typeface="Calibri" panose="020F0502020204030204" pitchFamily="34" charset="0"/>
              <a:cs typeface="Calibri" panose="020F0502020204030204" pitchFamily="34" charset="0"/>
              <a:hlinkClick r:id="rId4">
                <a:extLst>
                  <a:ext uri="{A12FA001-AC4F-418D-AE19-62706E023703}">
                    <ahyp:hlinkClr xmlns:ahyp="http://schemas.microsoft.com/office/drawing/2018/hyperlinkcolor" val="tx"/>
                  </a:ext>
                </a:extLst>
              </a:hlinkClick>
            </a:endParaRPr>
          </a:p>
          <a:p>
            <a:r>
              <a:rPr lang="en-US" sz="700" b="1">
                <a:solidFill>
                  <a:schemeClr val="bg1"/>
                </a:solidFill>
                <a:latin typeface="CVS Health Sans"/>
                <a:cs typeface="Calibri"/>
                <a:hlinkClick r:id="rId4">
                  <a:extLst>
                    <a:ext uri="{A12FA001-AC4F-418D-AE19-62706E023703}">
                      <ahyp:hlinkClr xmlns:ahyp="http://schemas.microsoft.com/office/drawing/2018/hyperlinkcolor" val="tx"/>
                    </a:ext>
                  </a:extLst>
                </a:hlinkClick>
              </a:rPr>
              <a:t>Associated Rally Epic URL: </a:t>
            </a:r>
            <a:r>
              <a:rPr lang="en-US" sz="700" b="1">
                <a:ea typeface="+mn-lt"/>
                <a:cs typeface="+mn-lt"/>
              </a:rPr>
              <a:t>[</a:t>
            </a:r>
            <a:r>
              <a:rPr lang="en-US" sz="700" b="1">
                <a:ea typeface="+mn-lt"/>
                <a:cs typeface="+mn-lt"/>
                <a:hlinkClick r:id="rId5"/>
              </a:rPr>
              <a:t>E12756</a:t>
            </a:r>
            <a:r>
              <a:rPr lang="en-US" sz="700" b="1">
                <a:ea typeface="+mn-lt"/>
                <a:cs typeface="+mn-lt"/>
              </a:rPr>
              <a:t>]: Omni: Set, Re-set &amp; Adjust Customer Pick-up Time Expectation on Digital (aka Promise Time/SLA)</a:t>
            </a:r>
          </a:p>
          <a:p>
            <a:br>
              <a:rPr lang="en-US" b="0" i="0">
                <a:effectLst/>
                <a:latin typeface="inherit"/>
              </a:rPr>
            </a:br>
            <a:endParaRPr lang="en-US" b="1">
              <a:solidFill>
                <a:schemeClr val="bg1"/>
              </a:solidFill>
            </a:endParaRPr>
          </a:p>
        </p:txBody>
      </p:sp>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6" imgW="473" imgH="476" progId="TCLayout.ActiveDocument.1">
                  <p:embed/>
                </p:oleObj>
              </mc:Choice>
              <mc:Fallback>
                <p:oleObj name="think-cell Slide" r:id="rId6"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7"/>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7928" y="530351"/>
            <a:ext cx="10567271" cy="713232"/>
          </a:xfrm>
        </p:spPr>
        <p:txBody>
          <a:bodyPr vert="horz"/>
          <a:lstStyle/>
          <a:p>
            <a:r>
              <a:rPr lang="en-US">
                <a:latin typeface="CVS Health Sans"/>
              </a:rPr>
              <a:t>Update Promise Time Schedule - </a:t>
            </a:r>
            <a:r>
              <a:rPr lang="en-US" i="1">
                <a:solidFill>
                  <a:srgbClr val="1287F2"/>
                </a:solidFill>
                <a:latin typeface="CVS Health Sans"/>
              </a:rPr>
              <a:t>Pilot to 604 Stores</a:t>
            </a: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7928" y="211996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85165" y="1849452"/>
            <a:ext cx="3877496" cy="4524315"/>
          </a:xfrm>
          <a:prstGeom prst="rect">
            <a:avLst/>
          </a:prstGeom>
          <a:noFill/>
        </p:spPr>
        <p:txBody>
          <a:bodyPr wrap="square" lIns="91440" tIns="45720" rIns="91440" bIns="45720" anchor="t">
            <a:spAutoFit/>
          </a:bodyPr>
          <a:lstStyle/>
          <a:p>
            <a:pPr marL="342900" indent="-342900"/>
            <a:r>
              <a:rPr lang="en-US" sz="1200" b="1" i="0" u="sng" strike="noStrike">
                <a:effectLst/>
                <a:ea typeface="+mn-lt"/>
                <a:cs typeface="+mn-lt"/>
              </a:rPr>
              <a:t>Problem</a:t>
            </a:r>
            <a:r>
              <a:rPr lang="en-US" sz="1200" b="1" u="sng">
                <a:ea typeface="+mn-lt"/>
                <a:cs typeface="+mn-lt"/>
              </a:rPr>
              <a:t> Statement</a:t>
            </a:r>
            <a:r>
              <a:rPr lang="en-US" sz="1200" b="1" i="0" u="sng" strike="noStrike">
                <a:effectLst/>
                <a:ea typeface="+mn-lt"/>
                <a:cs typeface="+mn-lt"/>
              </a:rPr>
              <a:t>:</a:t>
            </a:r>
            <a:r>
              <a:rPr lang="en-US" sz="1200">
                <a:ea typeface="+mn-lt"/>
                <a:cs typeface="+mn-lt"/>
              </a:rPr>
              <a:t>  Throughout the core digital experience, patients were </a:t>
            </a:r>
            <a:r>
              <a:rPr lang="en-US" sz="1200" b="1">
                <a:ea typeface="+mn-lt"/>
                <a:cs typeface="+mn-lt"/>
              </a:rPr>
              <a:t>unable to self-service update the promise time</a:t>
            </a:r>
            <a:r>
              <a:rPr lang="en-US" sz="1200">
                <a:ea typeface="+mn-lt"/>
                <a:cs typeface="+mn-lt"/>
              </a:rPr>
              <a:t> for their In Process </a:t>
            </a:r>
            <a:r>
              <a:rPr lang="en-US" sz="1200" err="1">
                <a:ea typeface="+mn-lt"/>
                <a:cs typeface="+mn-lt"/>
              </a:rPr>
              <a:t>Rxs</a:t>
            </a:r>
            <a:r>
              <a:rPr lang="en-US" sz="1200">
                <a:ea typeface="+mn-lt"/>
                <a:cs typeface="+mn-lt"/>
              </a:rPr>
              <a:t>.   Specifically, for patients that click through and land on the </a:t>
            </a:r>
            <a:r>
              <a:rPr lang="en-US" sz="1200" err="1">
                <a:ea typeface="+mn-lt"/>
                <a:cs typeface="+mn-lt"/>
              </a:rPr>
              <a:t>RxReceived</a:t>
            </a:r>
            <a:r>
              <a:rPr lang="en-US" sz="1200">
                <a:ea typeface="+mn-lt"/>
                <a:cs typeface="+mn-lt"/>
              </a:rPr>
              <a:t> landing page, ~26% of patients choose to expedite their script, which escalates the script in </a:t>
            </a:r>
            <a:r>
              <a:rPr lang="en-US" sz="1200" err="1">
                <a:ea typeface="+mn-lt"/>
                <a:cs typeface="+mn-lt"/>
              </a:rPr>
              <a:t>RxConnect</a:t>
            </a:r>
            <a:r>
              <a:rPr lang="en-US" sz="1200">
                <a:ea typeface="+mn-lt"/>
                <a:cs typeface="+mn-lt"/>
              </a:rPr>
              <a:t> for the pharmacy team to </a:t>
            </a:r>
            <a:r>
              <a:rPr lang="en-US" sz="1200" b="1">
                <a:ea typeface="+mn-lt"/>
                <a:cs typeface="+mn-lt"/>
              </a:rPr>
              <a:t>complete the order ASAP</a:t>
            </a:r>
            <a:r>
              <a:rPr lang="en-US" sz="1200">
                <a:ea typeface="+mn-lt"/>
                <a:cs typeface="+mn-lt"/>
              </a:rPr>
              <a:t> without directly updating the promise time.  This </a:t>
            </a:r>
            <a:r>
              <a:rPr lang="en-US" sz="1200" b="1">
                <a:ea typeface="+mn-lt"/>
                <a:cs typeface="+mn-lt"/>
              </a:rPr>
              <a:t>disrupts the pharmacy workflow</a:t>
            </a:r>
            <a:r>
              <a:rPr lang="en-US" sz="1200">
                <a:ea typeface="+mn-lt"/>
                <a:cs typeface="+mn-lt"/>
              </a:rPr>
              <a:t> and does not allow </a:t>
            </a:r>
            <a:r>
              <a:rPr lang="en-US" sz="1200" b="1">
                <a:ea typeface="+mn-lt"/>
                <a:cs typeface="+mn-lt"/>
              </a:rPr>
              <a:t>downstream systems to reflect the updated promise time. </a:t>
            </a:r>
            <a:endParaRPr lang="en-US"/>
          </a:p>
          <a:p>
            <a:endParaRPr lang="en-US" sz="1200" b="1">
              <a:ea typeface="+mn-lt"/>
              <a:cs typeface="+mn-lt"/>
            </a:endParaRPr>
          </a:p>
          <a:p>
            <a:pPr marL="342900" indent="-342900"/>
            <a:r>
              <a:rPr lang="en-US" sz="1200" b="1" u="sng">
                <a:ea typeface="+mn-lt"/>
                <a:cs typeface="+mn-lt"/>
              </a:rPr>
              <a:t>Solution:</a:t>
            </a:r>
            <a:r>
              <a:rPr lang="en-US" sz="1200">
                <a:ea typeface="+mn-lt"/>
                <a:cs typeface="+mn-lt"/>
              </a:rPr>
              <a:t> We are providing patients within the ability to view and update their current estimated ready time (promise time) within the </a:t>
            </a:r>
            <a:r>
              <a:rPr lang="en-US" sz="1200" err="1">
                <a:ea typeface="+mn-lt"/>
                <a:cs typeface="+mn-lt"/>
              </a:rPr>
              <a:t>RxReceived</a:t>
            </a:r>
            <a:r>
              <a:rPr lang="en-US" sz="1200">
                <a:ea typeface="+mn-lt"/>
                <a:cs typeface="+mn-lt"/>
              </a:rPr>
              <a:t> Order Status page.  Patients can update their promise time to </a:t>
            </a:r>
            <a:r>
              <a:rPr lang="en-US" sz="1200" b="1">
                <a:ea typeface="+mn-lt"/>
                <a:cs typeface="+mn-lt"/>
              </a:rPr>
              <a:t>earlier or later</a:t>
            </a:r>
            <a:r>
              <a:rPr lang="en-US" sz="1200">
                <a:ea typeface="+mn-lt"/>
                <a:cs typeface="+mn-lt"/>
              </a:rPr>
              <a:t> than current time, giving pharmacy teams the ability to </a:t>
            </a:r>
            <a:r>
              <a:rPr lang="en-US" sz="1200" b="1">
                <a:ea typeface="+mn-lt"/>
                <a:cs typeface="+mn-lt"/>
              </a:rPr>
              <a:t>focus on urgent orders</a:t>
            </a:r>
            <a:r>
              <a:rPr lang="en-US" sz="1200">
                <a:ea typeface="+mn-lt"/>
                <a:cs typeface="+mn-lt"/>
              </a:rPr>
              <a:t>, while ensuring alignment with </a:t>
            </a:r>
            <a:r>
              <a:rPr lang="en-US" sz="1200" b="1">
                <a:ea typeface="+mn-lt"/>
                <a:cs typeface="+mn-lt"/>
              </a:rPr>
              <a:t>customer expectations</a:t>
            </a:r>
            <a:r>
              <a:rPr lang="en-US" sz="1200">
                <a:ea typeface="+mn-lt"/>
                <a:cs typeface="+mn-lt"/>
              </a:rPr>
              <a:t> and needs.</a:t>
            </a:r>
            <a:endParaRPr lang="en-US" sz="1200" b="0" i="0">
              <a:solidFill>
                <a:srgbClr val="000000"/>
              </a:solidFill>
              <a:effectLst/>
              <a:latin typeface="CVS Health Sans"/>
              <a:cs typeface="Arial"/>
            </a:endParaRPr>
          </a:p>
          <a:p>
            <a:pPr algn="l" rtl="0" fontAlgn="base"/>
            <a:endParaRPr lang="en-US" sz="1200" b="1">
              <a:solidFill>
                <a:srgbClr val="000000"/>
              </a:solidFill>
              <a:latin typeface="CVS Health Sans"/>
            </a:endParaRPr>
          </a:p>
        </p:txBody>
      </p:sp>
      <p:sp>
        <p:nvSpPr>
          <p:cNvPr id="27" name="TextBox 26">
            <a:extLst>
              <a:ext uri="{FF2B5EF4-FFF2-40B4-BE49-F238E27FC236}">
                <a16:creationId xmlns:a16="http://schemas.microsoft.com/office/drawing/2014/main" id="{199CA3DB-4768-4C5C-9145-D28DB41FBB98}"/>
              </a:ext>
            </a:extLst>
          </p:cNvPr>
          <p:cNvSpPr txBox="1"/>
          <p:nvPr/>
        </p:nvSpPr>
        <p:spPr>
          <a:xfrm>
            <a:off x="4928962" y="1849452"/>
            <a:ext cx="6763343" cy="1384995"/>
          </a:xfrm>
          <a:prstGeom prst="rect">
            <a:avLst/>
          </a:prstGeom>
          <a:noFill/>
        </p:spPr>
        <p:txBody>
          <a:bodyPr wrap="square" lIns="91440" tIns="45720" rIns="91440" bIns="45720" anchor="t">
            <a:spAutoFit/>
          </a:bodyPr>
          <a:lstStyle/>
          <a:p>
            <a:pPr fontAlgn="base"/>
            <a:r>
              <a:rPr lang="en-US" sz="1050">
                <a:solidFill>
                  <a:srgbClr val="000000"/>
                </a:solidFill>
                <a:latin typeface="CVS Health Sans"/>
              </a:rPr>
              <a:t>Released on 12/8 and throttled to </a:t>
            </a:r>
            <a:r>
              <a:rPr lang="en-US" sz="1050" b="1">
                <a:solidFill>
                  <a:srgbClr val="000000"/>
                </a:solidFill>
                <a:latin typeface="CVS Health Sans"/>
              </a:rPr>
              <a:t>604 stores as of 1/26 </a:t>
            </a:r>
            <a:r>
              <a:rPr lang="en-US" sz="1050">
                <a:solidFill>
                  <a:srgbClr val="000000"/>
                </a:solidFill>
                <a:latin typeface="CVS Health Sans"/>
              </a:rPr>
              <a:t>with a plan to release to chain by end of Q1 2023.</a:t>
            </a:r>
            <a:endParaRPr lang="en-US" sz="1050">
              <a:solidFill>
                <a:srgbClr val="000000"/>
              </a:solidFill>
              <a:latin typeface="CVS Health Sans" panose="020B0504020202020204" pitchFamily="34" charset="0"/>
            </a:endParaRPr>
          </a:p>
          <a:p>
            <a:endParaRPr lang="en-US" sz="1050">
              <a:ea typeface="+mn-lt"/>
              <a:cs typeface="+mn-lt"/>
            </a:endParaRPr>
          </a:p>
          <a:p>
            <a:r>
              <a:rPr lang="en-US" sz="1050">
                <a:ea typeface="+mn-lt"/>
                <a:cs typeface="+mn-lt"/>
              </a:rPr>
              <a:t>Leading indicators from the 90 store pilot:</a:t>
            </a:r>
          </a:p>
          <a:p>
            <a:pPr marL="171450" indent="-171450">
              <a:buFont typeface="Arial"/>
              <a:buChar char="•"/>
            </a:pPr>
            <a:r>
              <a:rPr lang="en-US" sz="1050" b="1">
                <a:ea typeface="+mn-lt"/>
                <a:cs typeface="+mn-lt"/>
              </a:rPr>
              <a:t>~2.3%</a:t>
            </a:r>
            <a:r>
              <a:rPr lang="en-US" sz="1050">
                <a:ea typeface="+mn-lt"/>
                <a:cs typeface="+mn-lt"/>
              </a:rPr>
              <a:t> of </a:t>
            </a:r>
            <a:r>
              <a:rPr lang="en-US" sz="1050" err="1">
                <a:ea typeface="+mn-lt"/>
                <a:cs typeface="+mn-lt"/>
              </a:rPr>
              <a:t>RxR</a:t>
            </a:r>
            <a:r>
              <a:rPr lang="en-US" sz="1050">
                <a:ea typeface="+mn-lt"/>
                <a:cs typeface="+mn-lt"/>
              </a:rPr>
              <a:t> messages sent and </a:t>
            </a:r>
            <a:r>
              <a:rPr lang="en-US" sz="1050" b="1">
                <a:ea typeface="+mn-lt"/>
                <a:cs typeface="+mn-lt"/>
              </a:rPr>
              <a:t>~11%</a:t>
            </a:r>
            <a:r>
              <a:rPr lang="en-US" sz="1050">
                <a:ea typeface="+mn-lt"/>
                <a:cs typeface="+mn-lt"/>
              </a:rPr>
              <a:t> of </a:t>
            </a:r>
            <a:r>
              <a:rPr lang="en-US" sz="1050" err="1">
                <a:ea typeface="+mn-lt"/>
                <a:cs typeface="+mn-lt"/>
              </a:rPr>
              <a:t>RxR</a:t>
            </a:r>
            <a:r>
              <a:rPr lang="en-US" sz="1050">
                <a:ea typeface="+mn-lt"/>
                <a:cs typeface="+mn-lt"/>
              </a:rPr>
              <a:t> Order Status page visits, result in an updated promise time</a:t>
            </a:r>
            <a:endParaRPr lang="en-US">
              <a:ea typeface="+mn-lt"/>
              <a:cs typeface="+mn-lt"/>
            </a:endParaRPr>
          </a:p>
          <a:p>
            <a:pPr marL="171450" indent="-171450">
              <a:buFont typeface="Arial"/>
              <a:buChar char="•"/>
            </a:pPr>
            <a:r>
              <a:rPr lang="en-US" sz="1050" b="1">
                <a:ea typeface="+mn-lt"/>
                <a:cs typeface="+mn-lt"/>
              </a:rPr>
              <a:t>~79% of</a:t>
            </a:r>
            <a:r>
              <a:rPr lang="en-US" sz="1050">
                <a:ea typeface="+mn-lt"/>
                <a:cs typeface="+mn-lt"/>
              </a:rPr>
              <a:t> updates are to </a:t>
            </a:r>
            <a:r>
              <a:rPr lang="en-US" sz="1050" b="1">
                <a:ea typeface="+mn-lt"/>
                <a:cs typeface="+mn-lt"/>
              </a:rPr>
              <a:t>push back promise time</a:t>
            </a:r>
            <a:r>
              <a:rPr lang="en-US" sz="1050">
                <a:ea typeface="+mn-lt"/>
                <a:cs typeface="+mn-lt"/>
              </a:rPr>
              <a:t>, giving the colleagues more time to focus on filling more urgent scripts while continuing to meet the expectations of these patients</a:t>
            </a:r>
            <a:endParaRPr lang="en-US">
              <a:ea typeface="+mn-lt"/>
              <a:cs typeface="+mn-lt"/>
            </a:endParaRPr>
          </a:p>
          <a:p>
            <a:pPr marL="285750" indent="-285750">
              <a:buFont typeface="Arial"/>
              <a:buChar char="•"/>
            </a:pPr>
            <a:endParaRPr lang="en-US" sz="1050"/>
          </a:p>
          <a:p>
            <a:endParaRPr lang="en-US" sz="1050">
              <a:solidFill>
                <a:srgbClr val="000000"/>
              </a:solidFill>
              <a:latin typeface="CVS Health Sans" panose="020B0504020202020204" pitchFamily="34" charset="0"/>
            </a:endParaRP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4937335" y="1354964"/>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57928" y="1354964"/>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extLst>
              <p:ext uri="{D42A27DB-BD31-4B8C-83A1-F6EECF244321}">
                <p14:modId xmlns:p14="http://schemas.microsoft.com/office/powerpoint/2010/main" val="3054897440"/>
              </p:ext>
            </p:extLst>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Lindsey B</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pic>
        <p:nvPicPr>
          <p:cNvPr id="8" name="Picture 8" descr="Graphical user interface&#10;&#10;Description automatically generated">
            <a:extLst>
              <a:ext uri="{FF2B5EF4-FFF2-40B4-BE49-F238E27FC236}">
                <a16:creationId xmlns:a16="http://schemas.microsoft.com/office/drawing/2014/main" id="{529C9DCA-72CC-29B8-378C-82D538F9221A}"/>
              </a:ext>
            </a:extLst>
          </p:cNvPr>
          <p:cNvPicPr>
            <a:picLocks noChangeAspect="1"/>
          </p:cNvPicPr>
          <p:nvPr/>
        </p:nvPicPr>
        <p:blipFill>
          <a:blip r:embed="rId8"/>
          <a:stretch>
            <a:fillRect/>
          </a:stretch>
        </p:blipFill>
        <p:spPr>
          <a:xfrm>
            <a:off x="4933743" y="2989110"/>
            <a:ext cx="6758562" cy="3607820"/>
          </a:xfrm>
          <a:prstGeom prst="rect">
            <a:avLst/>
          </a:prstGeom>
        </p:spPr>
      </p:pic>
    </p:spTree>
    <p:extLst>
      <p:ext uri="{BB962C8B-B14F-4D97-AF65-F5344CB8AC3E}">
        <p14:creationId xmlns:p14="http://schemas.microsoft.com/office/powerpoint/2010/main" val="1019918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308547" y="281597"/>
            <a:ext cx="8994480" cy="713232"/>
          </a:xfrm>
        </p:spPr>
        <p:txBody>
          <a:bodyPr vert="horz"/>
          <a:lstStyle/>
          <a:p>
            <a:r>
              <a:rPr lang="en-US">
                <a:latin typeface="CVS Health Sans"/>
              </a:rPr>
              <a:t>Action Note Banner on the Mobile App Pharmacy Dashboard</a:t>
            </a:r>
            <a:br>
              <a:rPr lang="en-US">
                <a:latin typeface="CVS Health Sans"/>
              </a:rPr>
            </a:br>
            <a:endParaRPr lang="en-US" sz="2000" b="0">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20649" y="228399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47886" y="1720520"/>
            <a:ext cx="5734566" cy="2646878"/>
          </a:xfrm>
          <a:prstGeom prst="rect">
            <a:avLst/>
          </a:prstGeom>
          <a:noFill/>
        </p:spPr>
        <p:txBody>
          <a:bodyPr wrap="square" lIns="91440" tIns="45720" rIns="91440" bIns="45720" anchor="t">
            <a:spAutoFit/>
          </a:bodyPr>
          <a:lstStyle/>
          <a:p>
            <a:pPr>
              <a:spcAft>
                <a:spcPts val="600"/>
              </a:spcAft>
              <a:defRPr/>
            </a:pPr>
            <a:r>
              <a:rPr kumimoji="0" lang="en-US" sz="1200" b="1" i="0" u="none" strike="noStrike" kern="1200" cap="none" spc="0" normalizeH="0" baseline="0" noProof="0">
                <a:ln>
                  <a:noFill/>
                </a:ln>
                <a:solidFill>
                  <a:srgbClr val="3F3F3F"/>
                </a:solidFill>
                <a:effectLst/>
                <a:uLnTx/>
                <a:uFillTx/>
                <a:latin typeface="CVS Health Sans"/>
                <a:ea typeface="+mn-ea"/>
                <a:cs typeface="+mn-cs"/>
              </a:rPr>
              <a:t>Problem: </a:t>
            </a:r>
            <a:r>
              <a:rPr lang="en-US" sz="1200"/>
              <a:t>Today, pharmacy app users do not have much visibility to Rx impacted by action notes. If they are not SMS enrolled, they will not receive any proactive notification of them, and if they do not seek them out on the Recent Orders page they will be missed.</a:t>
            </a:r>
          </a:p>
          <a:p>
            <a:pPr>
              <a:spcAft>
                <a:spcPts val="600"/>
              </a:spcAft>
              <a:defRPr/>
            </a:pPr>
            <a:r>
              <a:rPr lang="en-US" sz="1200" b="1">
                <a:solidFill>
                  <a:srgbClr val="3F3F3F"/>
                </a:solidFill>
                <a:latin typeface="CVS Health Sans"/>
              </a:rPr>
              <a:t>Solution: </a:t>
            </a:r>
            <a:r>
              <a:rPr lang="en-US" sz="1200">
                <a:solidFill>
                  <a:schemeClr val="tx1">
                    <a:lumMod val="85000"/>
                    <a:lumOff val="15000"/>
                  </a:schemeClr>
                </a:solidFill>
              </a:rPr>
              <a:t>Add a new banner in the Orders section of the pharmacy dashboard to alert customers when these common issues affect their prescription fill requests:</a:t>
            </a:r>
          </a:p>
          <a:p>
            <a:pPr marL="742950" lvl="1" indent="-285750">
              <a:buFont typeface="Courier New" panose="02070309020205020404" pitchFamily="49" charset="0"/>
              <a:buChar char="o"/>
            </a:pPr>
            <a:r>
              <a:rPr lang="en-US" sz="1200">
                <a:solidFill>
                  <a:schemeClr val="tx1">
                    <a:lumMod val="85000"/>
                    <a:lumOff val="15000"/>
                  </a:schemeClr>
                </a:solidFill>
              </a:rPr>
              <a:t>Out of Stock - Rx on Order</a:t>
            </a:r>
          </a:p>
          <a:p>
            <a:pPr marL="742950" lvl="1" indent="-285750">
              <a:buFont typeface="Courier New" panose="02070309020205020404" pitchFamily="49" charset="0"/>
              <a:buChar char="o"/>
            </a:pPr>
            <a:r>
              <a:rPr lang="en-US" sz="1200">
                <a:solidFill>
                  <a:schemeClr val="tx1">
                    <a:lumMod val="85000"/>
                    <a:lumOff val="15000"/>
                  </a:schemeClr>
                </a:solidFill>
              </a:rPr>
              <a:t>Updated insurance needed</a:t>
            </a:r>
          </a:p>
          <a:p>
            <a:pPr marL="742950" lvl="1" indent="-285750">
              <a:buFont typeface="Courier New" panose="02070309020205020404" pitchFamily="49" charset="0"/>
              <a:buChar char="o"/>
            </a:pPr>
            <a:r>
              <a:rPr lang="en-US" sz="1200">
                <a:solidFill>
                  <a:schemeClr val="tx1">
                    <a:lumMod val="85000"/>
                    <a:lumOff val="15000"/>
                  </a:schemeClr>
                </a:solidFill>
              </a:rPr>
              <a:t>Your insurance requires approval</a:t>
            </a:r>
          </a:p>
          <a:p>
            <a:pPr marL="742950" lvl="1" indent="-285750">
              <a:buFont typeface="Courier New" panose="02070309020205020404" pitchFamily="49" charset="0"/>
              <a:buChar char="o"/>
            </a:pPr>
            <a:r>
              <a:rPr lang="en-US" sz="1200">
                <a:solidFill>
                  <a:schemeClr val="tx1">
                    <a:lumMod val="85000"/>
                    <a:lumOff val="15000"/>
                  </a:schemeClr>
                </a:solidFill>
              </a:rPr>
              <a:t>Medication not covered by insurance</a:t>
            </a:r>
          </a:p>
          <a:p>
            <a:pPr marL="742950" lvl="1" indent="-285750">
              <a:buFont typeface="Courier New" panose="02070309020205020404" pitchFamily="49" charset="0"/>
              <a:buChar char="o"/>
            </a:pPr>
            <a:r>
              <a:rPr lang="en-US" sz="1200">
                <a:solidFill>
                  <a:schemeClr val="tx1">
                    <a:lumMod val="85000"/>
                    <a:lumOff val="15000"/>
                  </a:schemeClr>
                </a:solidFill>
              </a:rPr>
              <a:t>Awaiting prescriber response</a:t>
            </a:r>
          </a:p>
          <a:p>
            <a:pPr>
              <a:spcAft>
                <a:spcPts val="600"/>
              </a:spcAft>
              <a:defRPr/>
            </a:pPr>
            <a:r>
              <a:rPr lang="en-US" sz="1200">
                <a:solidFill>
                  <a:schemeClr val="tx1">
                    <a:lumMod val="85000"/>
                    <a:lumOff val="15000"/>
                  </a:schemeClr>
                </a:solidFill>
              </a:rPr>
              <a:t> </a:t>
            </a:r>
            <a:endParaRPr lang="en-US" sz="1200">
              <a:solidFill>
                <a:srgbClr val="0070C0"/>
              </a:solidFill>
              <a:latin typeface="CVS Health Sans"/>
            </a:endParaRPr>
          </a:p>
        </p:txBody>
      </p:sp>
      <p:sp>
        <p:nvSpPr>
          <p:cNvPr id="27" name="TextBox 26">
            <a:extLst>
              <a:ext uri="{FF2B5EF4-FFF2-40B4-BE49-F238E27FC236}">
                <a16:creationId xmlns:a16="http://schemas.microsoft.com/office/drawing/2014/main" id="{199CA3DB-4768-4C5C-9145-D28DB41FBB98}"/>
              </a:ext>
            </a:extLst>
          </p:cNvPr>
          <p:cNvSpPr txBox="1"/>
          <p:nvPr/>
        </p:nvSpPr>
        <p:spPr>
          <a:xfrm>
            <a:off x="520648" y="4858342"/>
            <a:ext cx="5960902" cy="1569660"/>
          </a:xfrm>
          <a:prstGeom prst="rect">
            <a:avLst/>
          </a:prstGeom>
          <a:noFill/>
        </p:spPr>
        <p:txBody>
          <a:bodyPr wrap="square" lIns="91440" tIns="45720" rIns="91440" bIns="45720" anchor="t">
            <a:spAutoFit/>
          </a:bodyPr>
          <a:lstStyle/>
          <a:p>
            <a:r>
              <a:rPr lang="en-US" sz="1200" b="1">
                <a:solidFill>
                  <a:srgbClr val="3F3F3F"/>
                </a:solidFill>
                <a:latin typeface="CVS Health Sans"/>
                <a:cs typeface="Arial"/>
              </a:rPr>
              <a:t>We expect:</a:t>
            </a:r>
          </a:p>
          <a:p>
            <a:pPr lvl="1" indent="-285750">
              <a:buFont typeface="Arial,Sans-Serif" panose="020B0604020202020204" pitchFamily="34" charset="0"/>
              <a:buChar char="•"/>
            </a:pPr>
            <a:r>
              <a:rPr lang="en-US" sz="1200">
                <a:solidFill>
                  <a:srgbClr val="000000"/>
                </a:solidFill>
                <a:ea typeface="+mn-lt"/>
                <a:cs typeface="+mn-lt"/>
              </a:rPr>
              <a:t>Higher CSAT and building value with app experience</a:t>
            </a:r>
            <a:endParaRPr lang="en-US" sz="1200">
              <a:ea typeface="+mn-lt"/>
              <a:cs typeface="+mn-lt"/>
            </a:endParaRPr>
          </a:p>
          <a:p>
            <a:pPr lvl="1" indent="-285750">
              <a:buFont typeface="Arial,Sans-Serif" panose="020B0604020202020204" pitchFamily="34" charset="0"/>
              <a:buChar char="•"/>
            </a:pPr>
            <a:r>
              <a:rPr lang="en-US" sz="1200">
                <a:solidFill>
                  <a:srgbClr val="000000"/>
                </a:solidFill>
                <a:ea typeface="+mn-lt"/>
                <a:cs typeface="+mn-lt"/>
              </a:rPr>
              <a:t>Fewer calls to the pharmacy or customer service to inquire about missing Rx refill requests on the app dashboard</a:t>
            </a:r>
            <a:endParaRPr lang="en-US" sz="1200">
              <a:ea typeface="+mn-lt"/>
              <a:cs typeface="+mn-lt"/>
            </a:endParaRPr>
          </a:p>
          <a:p>
            <a:pPr lvl="1" indent="-285750">
              <a:buFont typeface="Arial,Sans-Serif" panose="020B0604020202020204" pitchFamily="34" charset="0"/>
              <a:buChar char="•"/>
            </a:pPr>
            <a:r>
              <a:rPr lang="en-US" sz="1200">
                <a:solidFill>
                  <a:srgbClr val="000000"/>
                </a:solidFill>
                <a:ea typeface="+mn-lt"/>
                <a:cs typeface="+mn-lt"/>
              </a:rPr>
              <a:t>In-person engagement with pharmacy to resolve issues and enhance customer experience </a:t>
            </a:r>
          </a:p>
          <a:p>
            <a:pPr lvl="1" indent="-285750">
              <a:buFont typeface="Arial,Sans-Serif" panose="020B0604020202020204" pitchFamily="34" charset="0"/>
              <a:buChar char="•"/>
            </a:pPr>
            <a:r>
              <a:rPr lang="en-US" sz="1200">
                <a:ea typeface="+mn-lt"/>
                <a:cs typeface="+mn-lt"/>
              </a:rPr>
              <a:t>21% of visitors to the View all Rx page today are seeing an Rx in one of these action note statuses</a:t>
            </a: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20649" y="4413762"/>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20649" y="1226032"/>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Brett F</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9" name="TextBox 8">
            <a:extLst>
              <a:ext uri="{FF2B5EF4-FFF2-40B4-BE49-F238E27FC236}">
                <a16:creationId xmlns:a16="http://schemas.microsoft.com/office/drawing/2014/main" id="{20A6F5C7-83AC-50DA-0E35-07C30981BB0D}"/>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27DF058B-2693-0DD6-C359-DF5F5B725587}"/>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15" name="TextBox 14">
            <a:extLst>
              <a:ext uri="{FF2B5EF4-FFF2-40B4-BE49-F238E27FC236}">
                <a16:creationId xmlns:a16="http://schemas.microsoft.com/office/drawing/2014/main" id="{89B476F2-937B-A688-53E1-B7DC8900834C}"/>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BFE881F1-F4FF-4D6B-A060-71AB29C7943A}"/>
              </a:ext>
            </a:extLst>
          </p:cNvPr>
          <p:cNvSpPr/>
          <p:nvPr/>
        </p:nvSpPr>
        <p:spPr bwMode="gray">
          <a:xfrm>
            <a:off x="10109190" y="1087911"/>
            <a:ext cx="1999486" cy="925571"/>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0" i="0">
                <a:solidFill>
                  <a:srgbClr val="000000"/>
                </a:solidFill>
                <a:effectLst/>
                <a:latin typeface="Calibri" panose="020F0502020204030204" pitchFamily="34" charset="0"/>
                <a:cs typeface="Calibri" panose="020F0502020204030204" pitchFamily="34" charset="0"/>
              </a:rPr>
              <a:t>​</a:t>
            </a:r>
            <a:r>
              <a:rPr lang="en-US" sz="1100" b="1" i="1" u="sng">
                <a:solidFill>
                  <a:schemeClr val="bg1"/>
                </a:solidFill>
                <a:effectLst/>
                <a:latin typeface="Calibri" panose="020F0502020204030204" pitchFamily="34" charset="0"/>
                <a:cs typeface="Calibri" panose="020F0502020204030204" pitchFamily="34" charset="0"/>
              </a:rPr>
              <a:t>Associated Rally Epic URL:</a:t>
            </a:r>
          </a:p>
          <a:p>
            <a:pPr algn="ctr"/>
            <a:r>
              <a:rPr lang="en-US" sz="1100" b="1" i="0" u="none" strike="noStrike">
                <a:solidFill>
                  <a:schemeClr val="bg1"/>
                </a:solidFill>
                <a:effectLst/>
                <a:latin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E7368</a:t>
            </a:r>
            <a:r>
              <a:rPr lang="en-US" sz="1100" b="1" i="0">
                <a:solidFill>
                  <a:schemeClr val="bg1"/>
                </a:solidFill>
                <a:effectLst/>
                <a:latin typeface="Calibri" panose="020F0502020204030204" pitchFamily="34" charset="0"/>
                <a:cs typeface="Calibri" panose="020F0502020204030204" pitchFamily="34" charset="0"/>
              </a:rPr>
              <a:t>: Omni: CVS Retail App Pharmacy Dashboard Redesign for CVS Retail App</a:t>
            </a:r>
            <a:endParaRPr lang="en-US" sz="1100" b="1">
              <a:solidFill>
                <a:schemeClr val="bg1"/>
              </a:solidFill>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232982F9-AB99-4244-947E-66198719B609}"/>
              </a:ext>
            </a:extLst>
          </p:cNvPr>
          <p:cNvSpPr txBox="1"/>
          <p:nvPr/>
        </p:nvSpPr>
        <p:spPr>
          <a:xfrm>
            <a:off x="10109190" y="430220"/>
            <a:ext cx="2223509" cy="584775"/>
          </a:xfrm>
          <a:prstGeom prst="rect">
            <a:avLst/>
          </a:prstGeom>
          <a:noFill/>
        </p:spPr>
        <p:txBody>
          <a:bodyPr wrap="square" lIns="91440" tIns="45720" rIns="91440" bIns="45720" anchor="t">
            <a:spAutoFit/>
          </a:bodyPr>
          <a:lstStyle/>
          <a:p>
            <a:r>
              <a:rPr lang="en-US" sz="1600">
                <a:solidFill>
                  <a:srgbClr val="1287F2"/>
                </a:solidFill>
              </a:rPr>
              <a:t>Planned for Feb. 2023 Release</a:t>
            </a:r>
          </a:p>
        </p:txBody>
      </p:sp>
      <p:pic>
        <p:nvPicPr>
          <p:cNvPr id="8" name="Picture 7" descr="Graphical user interface, application&#10;&#10;Description automatically generated">
            <a:extLst>
              <a:ext uri="{FF2B5EF4-FFF2-40B4-BE49-F238E27FC236}">
                <a16:creationId xmlns:a16="http://schemas.microsoft.com/office/drawing/2014/main" id="{8D998500-FB4F-4D06-8F21-67B5AA3D37C7}"/>
              </a:ext>
            </a:extLst>
          </p:cNvPr>
          <p:cNvPicPr>
            <a:picLocks noChangeAspect="1"/>
          </p:cNvPicPr>
          <p:nvPr/>
        </p:nvPicPr>
        <p:blipFill>
          <a:blip r:embed="rId6"/>
          <a:stretch>
            <a:fillRect/>
          </a:stretch>
        </p:blipFill>
        <p:spPr>
          <a:xfrm>
            <a:off x="6481550" y="994829"/>
            <a:ext cx="2535011" cy="5486400"/>
          </a:xfrm>
          <a:prstGeom prst="rect">
            <a:avLst/>
          </a:prstGeom>
          <a:effectLst>
            <a:outerShdw blurRad="50800" dist="38100" dir="2700000" algn="tl" rotWithShape="0">
              <a:prstClr val="black">
                <a:alpha val="40000"/>
              </a:prstClr>
            </a:outerShdw>
          </a:effectLst>
        </p:spPr>
      </p:pic>
      <p:pic>
        <p:nvPicPr>
          <p:cNvPr id="11" name="Picture 10" descr="Graphical user interface, text, application, email&#10;&#10;Description automatically generated">
            <a:extLst>
              <a:ext uri="{FF2B5EF4-FFF2-40B4-BE49-F238E27FC236}">
                <a16:creationId xmlns:a16="http://schemas.microsoft.com/office/drawing/2014/main" id="{C1A7A0F6-B731-4B65-9A35-DBA07FE509D8}"/>
              </a:ext>
            </a:extLst>
          </p:cNvPr>
          <p:cNvPicPr>
            <a:picLocks noChangeAspect="1"/>
          </p:cNvPicPr>
          <p:nvPr/>
        </p:nvPicPr>
        <p:blipFill>
          <a:blip r:embed="rId7"/>
          <a:stretch>
            <a:fillRect/>
          </a:stretch>
        </p:blipFill>
        <p:spPr>
          <a:xfrm>
            <a:off x="9459451" y="2086398"/>
            <a:ext cx="1901258" cy="4114800"/>
          </a:xfrm>
          <a:prstGeom prst="rect">
            <a:avLst/>
          </a:prstGeom>
          <a:effectLst>
            <a:outerShdw blurRad="50800" dist="38100" dir="2700000" algn="tl" rotWithShape="0">
              <a:prstClr val="black">
                <a:alpha val="40000"/>
              </a:prstClr>
            </a:outerShdw>
          </a:effectLst>
        </p:spPr>
      </p:pic>
      <p:cxnSp>
        <p:nvCxnSpPr>
          <p:cNvPr id="17" name="Straight Arrow Connector 16">
            <a:extLst>
              <a:ext uri="{FF2B5EF4-FFF2-40B4-BE49-F238E27FC236}">
                <a16:creationId xmlns:a16="http://schemas.microsoft.com/office/drawing/2014/main" id="{DEB03E7A-E734-4CBD-9783-0733D38B851B}"/>
              </a:ext>
            </a:extLst>
          </p:cNvPr>
          <p:cNvCxnSpPr>
            <a:cxnSpLocks/>
          </p:cNvCxnSpPr>
          <p:nvPr/>
        </p:nvCxnSpPr>
        <p:spPr>
          <a:xfrm>
            <a:off x="7591889" y="4685088"/>
            <a:ext cx="1920830" cy="499471"/>
          </a:xfrm>
          <a:prstGeom prst="straightConnector1">
            <a:avLst/>
          </a:prstGeom>
          <a:ln w="28575">
            <a:headEnd type="oval"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110975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308547" y="281597"/>
            <a:ext cx="9800644" cy="713232"/>
          </a:xfrm>
        </p:spPr>
        <p:txBody>
          <a:bodyPr vert="horz"/>
          <a:lstStyle/>
          <a:p>
            <a:r>
              <a:rPr lang="en-US">
                <a:latin typeface="CVS Health Sans"/>
              </a:rPr>
              <a:t>Allow Ready for pickup card to lead straight to the cart for eligible Rx (App)</a:t>
            </a:r>
            <a:br>
              <a:rPr lang="en-US">
                <a:latin typeface="CVS Health Sans"/>
              </a:rPr>
            </a:br>
            <a:endParaRPr lang="en-US" sz="2000" b="0">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20649" y="228399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47886" y="1720520"/>
            <a:ext cx="5038514" cy="2385268"/>
          </a:xfrm>
          <a:prstGeom prst="rect">
            <a:avLst/>
          </a:prstGeom>
          <a:noFill/>
        </p:spPr>
        <p:txBody>
          <a:bodyPr wrap="square" lIns="91440" tIns="45720" rIns="91440" bIns="45720" anchor="t">
            <a:spAutoFit/>
          </a:bodyPr>
          <a:lstStyle/>
          <a:p>
            <a:pPr>
              <a:spcAft>
                <a:spcPts val="600"/>
              </a:spcAft>
              <a:defRPr/>
            </a:pPr>
            <a:r>
              <a:rPr kumimoji="0" lang="en-US" sz="1200" b="1" i="0" u="none" strike="noStrike" kern="1200" cap="none" spc="0" normalizeH="0" baseline="0" noProof="0">
                <a:ln>
                  <a:noFill/>
                </a:ln>
                <a:solidFill>
                  <a:srgbClr val="3F3F3F"/>
                </a:solidFill>
                <a:effectLst/>
                <a:uLnTx/>
                <a:uFillTx/>
                <a:latin typeface="CVS Health Sans"/>
                <a:ea typeface="+mn-ea"/>
                <a:cs typeface="+mn-cs"/>
              </a:rPr>
              <a:t>Problem: </a:t>
            </a:r>
            <a:r>
              <a:rPr lang="en-US" sz="1200"/>
              <a:t>Today, we don’t specify which Rx are eligible for delivery or prepaid pickup on the pharmacy dashboard – only that they </a:t>
            </a:r>
            <a:r>
              <a:rPr lang="en-US" sz="1200" i="1"/>
              <a:t>may</a:t>
            </a:r>
            <a:r>
              <a:rPr lang="en-US" sz="1200"/>
              <a:t> be. Customers must tap through to the </a:t>
            </a:r>
            <a:r>
              <a:rPr lang="en-US" sz="1200" i="1"/>
              <a:t>Rx Summary</a:t>
            </a:r>
            <a:r>
              <a:rPr lang="en-US" sz="1200"/>
              <a:t> page and determine which Ready for pickup scripts are eligible. Additionally, the Rx Summary page is duplicative to information exposed in the Cart and Checkout flow, creating a time-consuming extra step.</a:t>
            </a:r>
          </a:p>
          <a:p>
            <a:pPr>
              <a:spcAft>
                <a:spcPts val="600"/>
              </a:spcAft>
              <a:defRPr/>
            </a:pPr>
            <a:r>
              <a:rPr lang="en-US" sz="1200" b="1">
                <a:solidFill>
                  <a:srgbClr val="3F3F3F"/>
                </a:solidFill>
                <a:latin typeface="CVS Health Sans"/>
              </a:rPr>
              <a:t>Solution: </a:t>
            </a:r>
            <a:r>
              <a:rPr lang="en-US" sz="1200"/>
              <a:t>Introduce a new Ready for pickup card design that provides a specific eligibility message for the script(s) listed in the card. Cards with Rx eligible for prepaid pickup or delivery lead customers directly to the cart, bypassing the Rx summary page. For Rx that are not eligible, the message directs customers to visit their CVS Pharmacy, and links them to the Recent orders page. </a:t>
            </a:r>
          </a:p>
        </p:txBody>
      </p:sp>
      <p:sp>
        <p:nvSpPr>
          <p:cNvPr id="27" name="TextBox 26">
            <a:extLst>
              <a:ext uri="{FF2B5EF4-FFF2-40B4-BE49-F238E27FC236}">
                <a16:creationId xmlns:a16="http://schemas.microsoft.com/office/drawing/2014/main" id="{199CA3DB-4768-4C5C-9145-D28DB41FBB98}"/>
              </a:ext>
            </a:extLst>
          </p:cNvPr>
          <p:cNvSpPr txBox="1"/>
          <p:nvPr/>
        </p:nvSpPr>
        <p:spPr>
          <a:xfrm>
            <a:off x="520648" y="4858342"/>
            <a:ext cx="4965752" cy="1200329"/>
          </a:xfrm>
          <a:prstGeom prst="rect">
            <a:avLst/>
          </a:prstGeom>
          <a:noFill/>
        </p:spPr>
        <p:txBody>
          <a:bodyPr wrap="square" lIns="91440" tIns="45720" rIns="91440" bIns="45720" anchor="t">
            <a:spAutoFit/>
          </a:bodyPr>
          <a:lstStyle/>
          <a:p>
            <a:r>
              <a:rPr lang="en-US" sz="1200" b="1">
                <a:solidFill>
                  <a:srgbClr val="3F3F3F"/>
                </a:solidFill>
                <a:latin typeface="CVS Health Sans"/>
                <a:cs typeface="Arial"/>
              </a:rPr>
              <a:t>We expect:</a:t>
            </a:r>
          </a:p>
          <a:p>
            <a:pPr marL="171450" indent="-171450">
              <a:buFont typeface="Arial" panose="020B0604020202020204" pitchFamily="34" charset="0"/>
              <a:buChar char="•"/>
            </a:pPr>
            <a:r>
              <a:rPr lang="en-US" sz="1200"/>
              <a:t>Increase conversion rate for delivery/prepaid checkout</a:t>
            </a:r>
          </a:p>
          <a:p>
            <a:pPr marL="171450" indent="-171450">
              <a:buFont typeface="Arial" panose="020B0604020202020204" pitchFamily="34" charset="0"/>
              <a:buChar char="•"/>
            </a:pPr>
            <a:r>
              <a:rPr lang="en-US" sz="1200"/>
              <a:t>34% of customers seeing the Ready for Refill card tap through and reach Rx Summary. From there only 14% continue on to the cart.</a:t>
            </a:r>
          </a:p>
          <a:p>
            <a:pPr marL="171450" indent="-171450">
              <a:buFont typeface="Arial" panose="020B0604020202020204" pitchFamily="34" charset="0"/>
              <a:buChar char="•"/>
            </a:pPr>
            <a:r>
              <a:rPr lang="en-US" sz="1200">
                <a:ea typeface="+mn-lt"/>
                <a:cs typeface="+mn-lt"/>
              </a:rPr>
              <a:t>Increased CSAT for customers utilizing prepaid pickup or delivery - a simpler checkout flow</a:t>
            </a:r>
            <a:endParaRPr lang="en-US" sz="1200"/>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20649" y="4413762"/>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20649" y="1226032"/>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Brett F</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9" name="TextBox 8">
            <a:extLst>
              <a:ext uri="{FF2B5EF4-FFF2-40B4-BE49-F238E27FC236}">
                <a16:creationId xmlns:a16="http://schemas.microsoft.com/office/drawing/2014/main" id="{20A6F5C7-83AC-50DA-0E35-07C30981BB0D}"/>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27DF058B-2693-0DD6-C359-DF5F5B725587}"/>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15" name="TextBox 14">
            <a:extLst>
              <a:ext uri="{FF2B5EF4-FFF2-40B4-BE49-F238E27FC236}">
                <a16:creationId xmlns:a16="http://schemas.microsoft.com/office/drawing/2014/main" id="{89B476F2-937B-A688-53E1-B7DC8900834C}"/>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BFE881F1-F4FF-4D6B-A060-71AB29C7943A}"/>
              </a:ext>
            </a:extLst>
          </p:cNvPr>
          <p:cNvSpPr/>
          <p:nvPr/>
        </p:nvSpPr>
        <p:spPr bwMode="gray">
          <a:xfrm>
            <a:off x="10109191" y="1087911"/>
            <a:ext cx="1999486" cy="925571"/>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b="0" i="0">
                <a:solidFill>
                  <a:srgbClr val="000000"/>
                </a:solidFill>
                <a:effectLst/>
                <a:latin typeface="Calibri" panose="020F0502020204030204" pitchFamily="34" charset="0"/>
                <a:cs typeface="Calibri" panose="020F0502020204030204" pitchFamily="34" charset="0"/>
              </a:rPr>
              <a:t>​</a:t>
            </a:r>
            <a:r>
              <a:rPr lang="en-US" sz="1100" b="1" i="1" u="sng">
                <a:solidFill>
                  <a:schemeClr val="bg1"/>
                </a:solidFill>
                <a:effectLst/>
                <a:latin typeface="Calibri" panose="020F0502020204030204" pitchFamily="34" charset="0"/>
                <a:cs typeface="Calibri" panose="020F0502020204030204" pitchFamily="34" charset="0"/>
              </a:rPr>
              <a:t>Associated Rally Epic URL:</a:t>
            </a:r>
          </a:p>
          <a:p>
            <a:pPr algn="ctr"/>
            <a:r>
              <a:rPr lang="en-US" sz="1100" b="1" i="0" u="none" strike="noStrike">
                <a:solidFill>
                  <a:schemeClr val="bg1"/>
                </a:solidFill>
                <a:effectLst/>
                <a:latin typeface="Calibri" panose="020F0502020204030204" pitchFamily="34" charset="0"/>
                <a:cs typeface="Calibri" panose="020F0502020204030204" pitchFamily="34" charset="0"/>
                <a:hlinkClick r:id="rId5">
                  <a:extLst>
                    <a:ext uri="{A12FA001-AC4F-418D-AE19-62706E023703}">
                      <ahyp:hlinkClr xmlns:ahyp="http://schemas.microsoft.com/office/drawing/2018/hyperlinkcolor" val="tx"/>
                    </a:ext>
                  </a:extLst>
                </a:hlinkClick>
              </a:rPr>
              <a:t>E7368</a:t>
            </a:r>
            <a:r>
              <a:rPr lang="en-US" sz="1100" b="1" i="0">
                <a:solidFill>
                  <a:schemeClr val="bg1"/>
                </a:solidFill>
                <a:effectLst/>
                <a:latin typeface="Calibri" panose="020F0502020204030204" pitchFamily="34" charset="0"/>
                <a:cs typeface="Calibri" panose="020F0502020204030204" pitchFamily="34" charset="0"/>
              </a:rPr>
              <a:t>: Omni: CVS Retail App Pharmacy Dashboard Redesign for CVS Retail App</a:t>
            </a:r>
            <a:endParaRPr lang="en-US" sz="1100" b="1">
              <a:solidFill>
                <a:schemeClr val="bg1"/>
              </a:solidFill>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232982F9-AB99-4244-947E-66198719B609}"/>
              </a:ext>
            </a:extLst>
          </p:cNvPr>
          <p:cNvSpPr txBox="1"/>
          <p:nvPr/>
        </p:nvSpPr>
        <p:spPr>
          <a:xfrm>
            <a:off x="10109191" y="430220"/>
            <a:ext cx="1999486" cy="584775"/>
          </a:xfrm>
          <a:prstGeom prst="rect">
            <a:avLst/>
          </a:prstGeom>
          <a:noFill/>
        </p:spPr>
        <p:txBody>
          <a:bodyPr wrap="square" lIns="91440" tIns="45720" rIns="91440" bIns="45720" anchor="t">
            <a:spAutoFit/>
          </a:bodyPr>
          <a:lstStyle/>
          <a:p>
            <a:r>
              <a:rPr lang="en-US" sz="1600">
                <a:solidFill>
                  <a:srgbClr val="1287F2"/>
                </a:solidFill>
              </a:rPr>
              <a:t>Planned for Feb. 2023 Release</a:t>
            </a:r>
          </a:p>
        </p:txBody>
      </p:sp>
      <p:pic>
        <p:nvPicPr>
          <p:cNvPr id="10" name="Picture 9" descr="Graphical user interface, application&#10;&#10;Description automatically generated">
            <a:extLst>
              <a:ext uri="{FF2B5EF4-FFF2-40B4-BE49-F238E27FC236}">
                <a16:creationId xmlns:a16="http://schemas.microsoft.com/office/drawing/2014/main" id="{D8AAA183-056E-40E7-BA4D-37786F06BC6A}"/>
              </a:ext>
            </a:extLst>
          </p:cNvPr>
          <p:cNvPicPr>
            <a:picLocks noChangeAspect="1"/>
          </p:cNvPicPr>
          <p:nvPr/>
        </p:nvPicPr>
        <p:blipFill rotWithShape="1">
          <a:blip r:embed="rId6"/>
          <a:srcRect b="23847"/>
          <a:stretch/>
        </p:blipFill>
        <p:spPr>
          <a:xfrm>
            <a:off x="5752195" y="2682683"/>
            <a:ext cx="1828800" cy="3014137"/>
          </a:xfrm>
          <a:prstGeom prst="rect">
            <a:avLst/>
          </a:prstGeom>
          <a:effectLst>
            <a:outerShdw blurRad="50800" dist="38100" dir="2700000" algn="tl" rotWithShape="0">
              <a:prstClr val="black">
                <a:alpha val="40000"/>
              </a:prstClr>
            </a:outerShdw>
          </a:effectLst>
        </p:spPr>
      </p:pic>
      <p:pic>
        <p:nvPicPr>
          <p:cNvPr id="13" name="Picture 12" descr="Graphical user interface, text, application&#10;&#10;Description automatically generated">
            <a:extLst>
              <a:ext uri="{FF2B5EF4-FFF2-40B4-BE49-F238E27FC236}">
                <a16:creationId xmlns:a16="http://schemas.microsoft.com/office/drawing/2014/main" id="{09E07C40-553C-4A85-B981-DD1057ACFB17}"/>
              </a:ext>
            </a:extLst>
          </p:cNvPr>
          <p:cNvPicPr>
            <a:picLocks noChangeAspect="1"/>
          </p:cNvPicPr>
          <p:nvPr/>
        </p:nvPicPr>
        <p:blipFill rotWithShape="1">
          <a:blip r:embed="rId7">
            <a:alphaModFix amt="50000"/>
          </a:blip>
          <a:srcRect b="41622"/>
          <a:stretch/>
        </p:blipFill>
        <p:spPr>
          <a:xfrm>
            <a:off x="7872573" y="2682683"/>
            <a:ext cx="1628415" cy="2057400"/>
          </a:xfrm>
          <a:prstGeom prst="rect">
            <a:avLst/>
          </a:prstGeom>
          <a:effectLst>
            <a:outerShdw blurRad="50800" dist="38100" dir="2700000" algn="tl" rotWithShape="0">
              <a:prstClr val="black">
                <a:alpha val="40000"/>
              </a:prstClr>
            </a:outerShdw>
          </a:effectLst>
        </p:spPr>
      </p:pic>
      <p:pic>
        <p:nvPicPr>
          <p:cNvPr id="22" name="Picture 21" descr="Graphical user interface, text, application, email&#10;&#10;Description automatically generated">
            <a:extLst>
              <a:ext uri="{FF2B5EF4-FFF2-40B4-BE49-F238E27FC236}">
                <a16:creationId xmlns:a16="http://schemas.microsoft.com/office/drawing/2014/main" id="{21A8F813-60B0-432F-9435-8BFBA7DCD5E5}"/>
              </a:ext>
            </a:extLst>
          </p:cNvPr>
          <p:cNvPicPr>
            <a:picLocks noChangeAspect="1"/>
          </p:cNvPicPr>
          <p:nvPr/>
        </p:nvPicPr>
        <p:blipFill rotWithShape="1">
          <a:blip r:embed="rId8"/>
          <a:srcRect b="12439"/>
          <a:stretch/>
        </p:blipFill>
        <p:spPr>
          <a:xfrm>
            <a:off x="9792566" y="2682683"/>
            <a:ext cx="1828800" cy="3465629"/>
          </a:xfrm>
          <a:prstGeom prst="rect">
            <a:avLst/>
          </a:prstGeom>
          <a:effectLst>
            <a:outerShdw blurRad="50800" dist="38100" dir="2700000" algn="tl" rotWithShape="0">
              <a:prstClr val="black">
                <a:alpha val="40000"/>
              </a:prstClr>
            </a:outerShdw>
          </a:effectLst>
        </p:spPr>
      </p:pic>
      <p:cxnSp>
        <p:nvCxnSpPr>
          <p:cNvPr id="28" name="Straight Arrow Connector 27">
            <a:extLst>
              <a:ext uri="{FF2B5EF4-FFF2-40B4-BE49-F238E27FC236}">
                <a16:creationId xmlns:a16="http://schemas.microsoft.com/office/drawing/2014/main" id="{7F092166-A8EB-4F5A-AF29-F896F125D729}"/>
              </a:ext>
            </a:extLst>
          </p:cNvPr>
          <p:cNvCxnSpPr>
            <a:cxnSpLocks/>
          </p:cNvCxnSpPr>
          <p:nvPr/>
        </p:nvCxnSpPr>
        <p:spPr>
          <a:xfrm>
            <a:off x="7333130" y="5556190"/>
            <a:ext cx="2374952" cy="0"/>
          </a:xfrm>
          <a:prstGeom prst="straightConnector1">
            <a:avLst/>
          </a:prstGeom>
          <a:ln w="28575">
            <a:headEnd type="oval" w="med" len="med"/>
            <a:tailEnd type="triangle" w="med" len="med"/>
          </a:ln>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73339277-D025-48E9-87EA-2E8BCB731A8B}"/>
              </a:ext>
            </a:extLst>
          </p:cNvPr>
          <p:cNvSpPr txBox="1"/>
          <p:nvPr/>
        </p:nvSpPr>
        <p:spPr>
          <a:xfrm>
            <a:off x="8364966" y="2034222"/>
            <a:ext cx="557458" cy="1015663"/>
          </a:xfrm>
          <a:prstGeom prst="rect">
            <a:avLst/>
          </a:prstGeom>
          <a:noFill/>
          <a:effectLst>
            <a:outerShdw blurRad="63500" sx="102000" sy="102000" algn="ctr" rotWithShape="0">
              <a:prstClr val="black">
                <a:alpha val="40000"/>
              </a:prstClr>
            </a:outerShdw>
          </a:effectLst>
        </p:spPr>
        <p:txBody>
          <a:bodyPr wrap="square">
            <a:spAutoFit/>
          </a:bodyPr>
          <a:lstStyle/>
          <a:p>
            <a:r>
              <a:rPr lang="en-US" sz="6000" b="1">
                <a:solidFill>
                  <a:srgbClr val="FF0000"/>
                </a:solidFill>
              </a:rPr>
              <a:t>×</a:t>
            </a:r>
          </a:p>
        </p:txBody>
      </p:sp>
      <p:sp>
        <p:nvSpPr>
          <p:cNvPr id="32" name="TextBox 31">
            <a:extLst>
              <a:ext uri="{FF2B5EF4-FFF2-40B4-BE49-F238E27FC236}">
                <a16:creationId xmlns:a16="http://schemas.microsoft.com/office/drawing/2014/main" id="{73CE0C5B-0EE6-404D-B719-A430D1F041B9}"/>
              </a:ext>
            </a:extLst>
          </p:cNvPr>
          <p:cNvSpPr txBox="1"/>
          <p:nvPr/>
        </p:nvSpPr>
        <p:spPr>
          <a:xfrm>
            <a:off x="10491024" y="2043260"/>
            <a:ext cx="431883" cy="1015663"/>
          </a:xfrm>
          <a:prstGeom prst="rect">
            <a:avLst/>
          </a:prstGeom>
          <a:noFill/>
        </p:spPr>
        <p:txBody>
          <a:bodyPr wrap="square">
            <a:spAutoFit/>
          </a:bodyPr>
          <a:lstStyle/>
          <a:p>
            <a:r>
              <a:rPr lang="en-US" sz="6000" b="1">
                <a:solidFill>
                  <a:srgbClr val="00B050"/>
                </a:solidFill>
                <a:sym typeface="Wingdings 2" panose="05020102010507070707" pitchFamily="18" charset="2"/>
              </a:rPr>
              <a:t></a:t>
            </a:r>
            <a:endParaRPr lang="en-US" sz="6000" b="1">
              <a:solidFill>
                <a:srgbClr val="00B050"/>
              </a:solidFill>
            </a:endParaRPr>
          </a:p>
        </p:txBody>
      </p:sp>
      <p:pic>
        <p:nvPicPr>
          <p:cNvPr id="33" name="Picture 32" descr="Graphical user interface, text, application&#10;&#10;Description automatically generated">
            <a:extLst>
              <a:ext uri="{FF2B5EF4-FFF2-40B4-BE49-F238E27FC236}">
                <a16:creationId xmlns:a16="http://schemas.microsoft.com/office/drawing/2014/main" id="{61805618-A5F3-49A8-92F6-9ED7065B9B8D}"/>
              </a:ext>
            </a:extLst>
          </p:cNvPr>
          <p:cNvPicPr>
            <a:picLocks noChangeAspect="1"/>
          </p:cNvPicPr>
          <p:nvPr/>
        </p:nvPicPr>
        <p:blipFill rotWithShape="1">
          <a:blip r:embed="rId9"/>
          <a:srcRect l="6847" t="45490" r="5381" b="22355"/>
          <a:stretch/>
        </p:blipFill>
        <p:spPr>
          <a:xfrm>
            <a:off x="5752195" y="921451"/>
            <a:ext cx="1828800" cy="1417752"/>
          </a:xfrm>
          <a:prstGeom prst="rect">
            <a:avLst/>
          </a:prstGeom>
          <a:effectLst>
            <a:outerShdw blurRad="50800" dist="38100" algn="l" rotWithShape="0">
              <a:prstClr val="black">
                <a:alpha val="40000"/>
              </a:prstClr>
            </a:outerShdw>
          </a:effectLst>
        </p:spPr>
      </p:pic>
      <p:sp>
        <p:nvSpPr>
          <p:cNvPr id="34" name="Rectangle 33">
            <a:extLst>
              <a:ext uri="{FF2B5EF4-FFF2-40B4-BE49-F238E27FC236}">
                <a16:creationId xmlns:a16="http://schemas.microsoft.com/office/drawing/2014/main" id="{083E51BB-B3B6-4379-9C2B-CE12A239AC43}"/>
              </a:ext>
            </a:extLst>
          </p:cNvPr>
          <p:cNvSpPr/>
          <p:nvPr/>
        </p:nvSpPr>
        <p:spPr>
          <a:xfrm>
            <a:off x="6371550" y="767562"/>
            <a:ext cx="647934" cy="307777"/>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1400" b="1">
                <a:ln/>
                <a:solidFill>
                  <a:schemeClr val="accent3"/>
                </a:solidFill>
              </a:rPr>
              <a:t>NOW</a:t>
            </a:r>
            <a:endParaRPr lang="en-US" sz="1400" b="1" cap="none" spc="0">
              <a:ln/>
              <a:solidFill>
                <a:schemeClr val="accent3"/>
              </a:solidFill>
              <a:effectLst/>
            </a:endParaRPr>
          </a:p>
        </p:txBody>
      </p:sp>
      <p:sp>
        <p:nvSpPr>
          <p:cNvPr id="35" name="Rectangle 34">
            <a:extLst>
              <a:ext uri="{FF2B5EF4-FFF2-40B4-BE49-F238E27FC236}">
                <a16:creationId xmlns:a16="http://schemas.microsoft.com/office/drawing/2014/main" id="{688A0247-5581-4226-AF64-9816F11C595B}"/>
              </a:ext>
            </a:extLst>
          </p:cNvPr>
          <p:cNvSpPr/>
          <p:nvPr/>
        </p:nvSpPr>
        <p:spPr>
          <a:xfrm>
            <a:off x="6371550" y="2397204"/>
            <a:ext cx="615873" cy="307777"/>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1400" b="1">
                <a:ln/>
                <a:solidFill>
                  <a:srgbClr val="00B050"/>
                </a:solidFill>
              </a:rPr>
              <a:t>NEW</a:t>
            </a:r>
            <a:endParaRPr lang="en-US" sz="1400" b="1" cap="none" spc="0">
              <a:ln/>
              <a:solidFill>
                <a:srgbClr val="00B050"/>
              </a:solidFill>
              <a:effectLst/>
            </a:endParaRPr>
          </a:p>
        </p:txBody>
      </p:sp>
    </p:spTree>
    <p:extLst>
      <p:ext uri="{BB962C8B-B14F-4D97-AF65-F5344CB8AC3E}">
        <p14:creationId xmlns:p14="http://schemas.microsoft.com/office/powerpoint/2010/main" val="1530698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308547" y="281597"/>
            <a:ext cx="9800644" cy="713232"/>
          </a:xfrm>
        </p:spPr>
        <p:txBody>
          <a:bodyPr vert="horz"/>
          <a:lstStyle/>
          <a:p>
            <a:r>
              <a:rPr lang="en-US">
                <a:latin typeface="CVS Health Sans"/>
              </a:rPr>
              <a:t>Barcode Pickup on Order Ready Page</a:t>
            </a:r>
            <a:br>
              <a:rPr lang="en-US">
                <a:latin typeface="CVS Health Sans"/>
              </a:rPr>
            </a:br>
            <a:endParaRPr lang="en-US" sz="2000" b="0">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20649" y="228399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37989" y="1868962"/>
            <a:ext cx="5038514" cy="1831271"/>
          </a:xfrm>
          <a:prstGeom prst="rect">
            <a:avLst/>
          </a:prstGeom>
          <a:noFill/>
        </p:spPr>
        <p:txBody>
          <a:bodyPr wrap="square" lIns="91440" tIns="45720" rIns="91440" bIns="45720" anchor="t">
            <a:spAutoFit/>
          </a:bodyPr>
          <a:lstStyle/>
          <a:p>
            <a:pPr>
              <a:spcAft>
                <a:spcPts val="600"/>
              </a:spcAft>
              <a:defRPr/>
            </a:pPr>
            <a:r>
              <a:rPr kumimoji="0" lang="en-US" sz="1200" b="1" i="0" u="none" strike="noStrike" kern="1200" cap="none" spc="0" normalizeH="0" baseline="0" noProof="0">
                <a:ln>
                  <a:noFill/>
                </a:ln>
                <a:solidFill>
                  <a:srgbClr val="3F3F3F"/>
                </a:solidFill>
                <a:effectLst/>
                <a:uLnTx/>
                <a:uFillTx/>
                <a:latin typeface="CVS Health Sans"/>
                <a:ea typeface="+mn-ea"/>
                <a:cs typeface="+mn-cs"/>
              </a:rPr>
              <a:t>Problem: </a:t>
            </a:r>
            <a:r>
              <a:rPr lang="en-US" sz="1200">
                <a:solidFill>
                  <a:srgbClr val="3F3F3F"/>
                </a:solidFill>
                <a:latin typeface="CVS Health Sans"/>
              </a:rPr>
              <a:t>Today many customers wait in long lines at pickup.  Each customer is required to provide name, DOB, and payment to be found in the pharmacy system every time they pick up their medication.</a:t>
            </a:r>
            <a:endParaRPr lang="en-US" sz="1200" b="1">
              <a:solidFill>
                <a:srgbClr val="3F3F3F"/>
              </a:solidFill>
            </a:endParaRPr>
          </a:p>
          <a:p>
            <a:pPr>
              <a:spcAft>
                <a:spcPts val="600"/>
              </a:spcAft>
              <a:defRPr/>
            </a:pPr>
            <a:r>
              <a:rPr lang="en-US" sz="1200" b="1">
                <a:solidFill>
                  <a:srgbClr val="3F3F3F"/>
                </a:solidFill>
                <a:latin typeface="CVS Health Sans"/>
              </a:rPr>
              <a:t>Solution: </a:t>
            </a:r>
            <a:r>
              <a:rPr lang="en-US" sz="1200"/>
              <a:t>Provide a barcode on the order ready landing page that can be scanned at the pharmacy counter to streamline the pickup process.  Scanning this barcode automatically locates the customer in the pharmacy system including </a:t>
            </a:r>
            <a:r>
              <a:rPr lang="en-US" sz="1200" err="1"/>
              <a:t>extracare</a:t>
            </a:r>
            <a:r>
              <a:rPr lang="en-US" sz="1200"/>
              <a:t> card and any payment on file. </a:t>
            </a:r>
          </a:p>
        </p:txBody>
      </p:sp>
      <p:sp>
        <p:nvSpPr>
          <p:cNvPr id="27" name="TextBox 26">
            <a:extLst>
              <a:ext uri="{FF2B5EF4-FFF2-40B4-BE49-F238E27FC236}">
                <a16:creationId xmlns:a16="http://schemas.microsoft.com/office/drawing/2014/main" id="{199CA3DB-4768-4C5C-9145-D28DB41FBB98}"/>
              </a:ext>
            </a:extLst>
          </p:cNvPr>
          <p:cNvSpPr txBox="1"/>
          <p:nvPr/>
        </p:nvSpPr>
        <p:spPr>
          <a:xfrm>
            <a:off x="520648" y="3947900"/>
            <a:ext cx="4965752" cy="1938992"/>
          </a:xfrm>
          <a:prstGeom prst="rect">
            <a:avLst/>
          </a:prstGeom>
          <a:noFill/>
        </p:spPr>
        <p:txBody>
          <a:bodyPr wrap="square" lIns="91440" tIns="45720" rIns="91440" bIns="45720" anchor="t">
            <a:spAutoFit/>
          </a:bodyPr>
          <a:lstStyle/>
          <a:p>
            <a:r>
              <a:rPr lang="en-US" sz="1200" b="1">
                <a:solidFill>
                  <a:srgbClr val="3F3F3F"/>
                </a:solidFill>
                <a:latin typeface="CVS Health Sans"/>
                <a:cs typeface="Arial"/>
              </a:rPr>
              <a:t>We expect:</a:t>
            </a:r>
          </a:p>
          <a:p>
            <a:pPr marL="171450" indent="-171450">
              <a:buFont typeface="Arial" panose="020B0604020202020204" pitchFamily="34" charset="0"/>
              <a:buChar char="•"/>
            </a:pPr>
            <a:r>
              <a:rPr lang="en-US" sz="1200"/>
              <a:t>Increase in barcode usage due to new location on the order ready page (formerly barcode was only located in app)</a:t>
            </a:r>
          </a:p>
          <a:p>
            <a:pPr marL="628650" lvl="1" indent="-171450">
              <a:buFont typeface="Arial" panose="020B0604020202020204" pitchFamily="34" charset="0"/>
              <a:buChar char="•"/>
            </a:pPr>
            <a:r>
              <a:rPr lang="en-US" sz="1200" b="1"/>
              <a:t>CTR on RTOR SMS increased 6.6% </a:t>
            </a:r>
            <a:r>
              <a:rPr lang="en-US" sz="1200"/>
              <a:t>from 7.1% (control) to 13.7% (test)</a:t>
            </a:r>
          </a:p>
          <a:p>
            <a:pPr marL="628650" lvl="1" indent="-171450">
              <a:buFont typeface="Arial" panose="020B0604020202020204" pitchFamily="34" charset="0"/>
              <a:buChar char="•"/>
            </a:pPr>
            <a:r>
              <a:rPr lang="en-US" sz="1200"/>
              <a:t>Barcode scans as a percentage of all transactions </a:t>
            </a:r>
            <a:r>
              <a:rPr lang="en-US" sz="1200" b="1"/>
              <a:t>increased 3.7% </a:t>
            </a:r>
            <a:r>
              <a:rPr lang="en-US" sz="1200"/>
              <a:t>from 0.3% (control) to 4.0% (test)</a:t>
            </a:r>
          </a:p>
          <a:p>
            <a:pPr marL="628650" lvl="1" indent="-171450">
              <a:buFont typeface="Arial" panose="020B0604020202020204" pitchFamily="34" charset="0"/>
              <a:buChar char="•"/>
            </a:pPr>
            <a:r>
              <a:rPr lang="en-US" sz="1200" b="1"/>
              <a:t>33%</a:t>
            </a:r>
            <a:r>
              <a:rPr lang="en-US" sz="1200"/>
              <a:t> of customers who viewed the barcode used it at POS to pick up their script</a:t>
            </a:r>
          </a:p>
          <a:p>
            <a:pPr marL="171450" indent="-171450">
              <a:buFont typeface="Arial" panose="020B0604020202020204" pitchFamily="34" charset="0"/>
              <a:buChar char="•"/>
            </a:pPr>
            <a:r>
              <a:rPr lang="en-US" sz="1200"/>
              <a:t>Reduced transaction time for barcode users</a:t>
            </a:r>
          </a:p>
        </p:txBody>
      </p:sp>
      <p:sp>
        <p:nvSpPr>
          <p:cNvPr id="18" name="Arrow: Pentagon 17">
            <a:extLst>
              <a:ext uri="{FF2B5EF4-FFF2-40B4-BE49-F238E27FC236}">
                <a16:creationId xmlns:a16="http://schemas.microsoft.com/office/drawing/2014/main" id="{F91A7C57-BD4C-4E92-B03F-69ABA2DEF009}"/>
              </a:ext>
            </a:extLst>
          </p:cNvPr>
          <p:cNvSpPr/>
          <p:nvPr/>
        </p:nvSpPr>
        <p:spPr bwMode="gray">
          <a:xfrm>
            <a:off x="520649" y="3503320"/>
            <a:ext cx="3497146" cy="378271"/>
          </a:xfrm>
          <a:prstGeom prst="homePlate">
            <a:avLst/>
          </a:prstGeom>
          <a:solidFill>
            <a:srgbClr val="5AA2AE"/>
          </a:solidFill>
          <a:ln w="9525" cap="flat" cmpd="sng" algn="ctr">
            <a:noFill/>
            <a:prstDash val="solid"/>
            <a:miter lim="800000"/>
          </a:ln>
          <a:effectLst/>
        </p:spPr>
        <p:txBody>
          <a:bodyPr lIns="91392" tIns="45696" rIns="91392" bIns="45696" rtlCol="0" anchor="ctr"/>
          <a:lstStyle/>
          <a:p>
            <a:pPr algn="ctr" defTabSz="913578">
              <a:defRPr/>
            </a:pPr>
            <a:r>
              <a:rPr lang="en-US" sz="1798" b="1" kern="0">
                <a:solidFill>
                  <a:prstClr val="white"/>
                </a:solidFill>
                <a:latin typeface="Arial"/>
              </a:rPr>
              <a:t>What's the impact</a:t>
            </a:r>
          </a:p>
        </p:txBody>
      </p:sp>
      <p:sp>
        <p:nvSpPr>
          <p:cNvPr id="23" name="Arrow: Pentagon 22">
            <a:extLst>
              <a:ext uri="{FF2B5EF4-FFF2-40B4-BE49-F238E27FC236}">
                <a16:creationId xmlns:a16="http://schemas.microsoft.com/office/drawing/2014/main" id="{001EAD79-451B-43E8-BC96-578F9B2671E5}"/>
              </a:ext>
            </a:extLst>
          </p:cNvPr>
          <p:cNvSpPr/>
          <p:nvPr/>
        </p:nvSpPr>
        <p:spPr bwMode="gray">
          <a:xfrm>
            <a:off x="520649" y="1226032"/>
            <a:ext cx="3497146" cy="378370"/>
          </a:xfrm>
          <a:prstGeom prst="homePlate">
            <a:avLst/>
          </a:prstGeom>
          <a:solidFill>
            <a:srgbClr val="4A66AC"/>
          </a:solidFill>
          <a:ln w="9525" cap="flat" cmpd="sng" algn="ctr">
            <a:noFill/>
            <a:prstDash val="solid"/>
            <a:miter lim="800000"/>
          </a:ln>
          <a:effectLst/>
        </p:spPr>
        <p:txBody>
          <a:bodyPr rtlCol="0" anchor="ctr"/>
          <a:lstStyle/>
          <a:p>
            <a:pPr algn="ctr" defTabSz="913852">
              <a:defRPr/>
            </a:pPr>
            <a:r>
              <a:rPr lang="en-US" sz="1799" b="1" kern="0">
                <a:solidFill>
                  <a:prstClr val="white"/>
                </a:solidFill>
                <a:latin typeface="Arial"/>
              </a:rPr>
              <a:t>What we did</a:t>
            </a: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extLst>
              <p:ext uri="{D42A27DB-BD31-4B8C-83A1-F6EECF244321}">
                <p14:modId xmlns:p14="http://schemas.microsoft.com/office/powerpoint/2010/main" val="2565332454"/>
              </p:ext>
            </p:extLst>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Jessica S</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sp>
        <p:nvSpPr>
          <p:cNvPr id="9" name="TextBox 8">
            <a:extLst>
              <a:ext uri="{FF2B5EF4-FFF2-40B4-BE49-F238E27FC236}">
                <a16:creationId xmlns:a16="http://schemas.microsoft.com/office/drawing/2014/main" id="{20A6F5C7-83AC-50DA-0E35-07C30981BB0D}"/>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14" name="TextBox 13">
            <a:extLst>
              <a:ext uri="{FF2B5EF4-FFF2-40B4-BE49-F238E27FC236}">
                <a16:creationId xmlns:a16="http://schemas.microsoft.com/office/drawing/2014/main" id="{27DF058B-2693-0DD6-C359-DF5F5B725587}"/>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sp>
        <p:nvSpPr>
          <p:cNvPr id="15" name="TextBox 14">
            <a:extLst>
              <a:ext uri="{FF2B5EF4-FFF2-40B4-BE49-F238E27FC236}">
                <a16:creationId xmlns:a16="http://schemas.microsoft.com/office/drawing/2014/main" id="{89B476F2-937B-A688-53E1-B7DC8900834C}"/>
              </a:ext>
            </a:extLst>
          </p:cNvPr>
          <p:cNvSpPr txBox="1"/>
          <p:nvPr/>
        </p:nvSpPr>
        <p:spPr>
          <a:xfrm>
            <a:off x="4724400" y="3200400"/>
            <a:ext cx="2743200"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endParaRPr lang="en-US"/>
          </a:p>
        </p:txBody>
      </p:sp>
      <p:pic>
        <p:nvPicPr>
          <p:cNvPr id="4" name="Picture 5" descr="Graphical user interface, text, application, chat or text message&#10;&#10;Description automatically generated">
            <a:extLst>
              <a:ext uri="{FF2B5EF4-FFF2-40B4-BE49-F238E27FC236}">
                <a16:creationId xmlns:a16="http://schemas.microsoft.com/office/drawing/2014/main" id="{8AF855CD-EAA8-4824-85F7-1BA43E7AB899}"/>
              </a:ext>
            </a:extLst>
          </p:cNvPr>
          <p:cNvPicPr>
            <a:picLocks noChangeAspect="1"/>
          </p:cNvPicPr>
          <p:nvPr/>
        </p:nvPicPr>
        <p:blipFill rotWithShape="1">
          <a:blip r:embed="rId5"/>
          <a:srcRect t="60096" r="22280" b="20574"/>
          <a:stretch/>
        </p:blipFill>
        <p:spPr>
          <a:xfrm>
            <a:off x="6442327" y="3766456"/>
            <a:ext cx="2723693" cy="1468302"/>
          </a:xfrm>
          <a:prstGeom prst="rect">
            <a:avLst/>
          </a:prstGeom>
        </p:spPr>
      </p:pic>
      <p:pic>
        <p:nvPicPr>
          <p:cNvPr id="8" name="Picture 10" descr="Graphical user interface, text&#10;&#10;Description automatically generated">
            <a:extLst>
              <a:ext uri="{FF2B5EF4-FFF2-40B4-BE49-F238E27FC236}">
                <a16:creationId xmlns:a16="http://schemas.microsoft.com/office/drawing/2014/main" id="{4F1BF307-B71D-37F4-A449-1D24F28506C3}"/>
              </a:ext>
            </a:extLst>
          </p:cNvPr>
          <p:cNvPicPr>
            <a:picLocks noChangeAspect="1"/>
          </p:cNvPicPr>
          <p:nvPr/>
        </p:nvPicPr>
        <p:blipFill>
          <a:blip r:embed="rId6"/>
          <a:stretch>
            <a:fillRect/>
          </a:stretch>
        </p:blipFill>
        <p:spPr>
          <a:xfrm>
            <a:off x="9529280" y="1945574"/>
            <a:ext cx="1901389" cy="4114800"/>
          </a:xfrm>
          <a:prstGeom prst="rect">
            <a:avLst/>
          </a:prstGeom>
        </p:spPr>
      </p:pic>
      <p:sp>
        <p:nvSpPr>
          <p:cNvPr id="17" name="Rectangle 16">
            <a:extLst>
              <a:ext uri="{FF2B5EF4-FFF2-40B4-BE49-F238E27FC236}">
                <a16:creationId xmlns:a16="http://schemas.microsoft.com/office/drawing/2014/main" id="{7C1C57A9-2D3B-770B-F466-EF71C4D4969B}"/>
              </a:ext>
            </a:extLst>
          </p:cNvPr>
          <p:cNvSpPr/>
          <p:nvPr/>
        </p:nvSpPr>
        <p:spPr bwMode="gray">
          <a:xfrm>
            <a:off x="10119086" y="543625"/>
            <a:ext cx="1999486" cy="925571"/>
          </a:xfrm>
          <a:prstGeom prst="rect">
            <a:avLst/>
          </a:prstGeom>
          <a:solidFill>
            <a:srgbClr val="1287F2"/>
          </a:solidFill>
          <a:ln>
            <a:noFill/>
            <a:miter lim="800000"/>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100" b="0" i="0">
                <a:solidFill>
                  <a:srgbClr val="000000"/>
                </a:solidFill>
                <a:effectLst/>
                <a:latin typeface="Calibri"/>
                <a:cs typeface="Calibri"/>
              </a:rPr>
              <a:t>​</a:t>
            </a:r>
            <a:r>
              <a:rPr lang="en-US" sz="1100" b="1" i="1" u="sng">
                <a:solidFill>
                  <a:schemeClr val="bg1"/>
                </a:solidFill>
                <a:effectLst/>
                <a:latin typeface="Calibri"/>
                <a:cs typeface="Calibri"/>
              </a:rPr>
              <a:t>Associated Rally Epic:</a:t>
            </a:r>
          </a:p>
          <a:p>
            <a:pPr algn="ctr"/>
            <a:r>
              <a:rPr lang="en-US" sz="1100" b="1">
                <a:solidFill>
                  <a:schemeClr val="bg1"/>
                </a:solidFill>
                <a:latin typeface="Calibri"/>
                <a:cs typeface="Calibri"/>
              </a:rPr>
              <a:t>E12796 Omni: Lineless pickup &amp; "I'm Here"</a:t>
            </a:r>
            <a:endParaRPr lang="en-US" sz="1100" b="1">
              <a:solidFill>
                <a:schemeClr val="bg1"/>
              </a:solidFill>
              <a:latin typeface="Calibri" panose="020F0502020204030204" pitchFamily="34" charset="0"/>
              <a:cs typeface="Calibri" panose="020F0502020204030204" pitchFamily="34" charset="0"/>
            </a:endParaRPr>
          </a:p>
        </p:txBody>
      </p:sp>
      <p:pic>
        <p:nvPicPr>
          <p:cNvPr id="19" name="Picture 23" descr="Graphical user interface, text, application, chat or text message&#10;&#10;Description automatically generated">
            <a:extLst>
              <a:ext uri="{FF2B5EF4-FFF2-40B4-BE49-F238E27FC236}">
                <a16:creationId xmlns:a16="http://schemas.microsoft.com/office/drawing/2014/main" id="{34D7F7A7-3085-D920-877B-DCFF66C13993}"/>
              </a:ext>
            </a:extLst>
          </p:cNvPr>
          <p:cNvPicPr>
            <a:picLocks noChangeAspect="1"/>
          </p:cNvPicPr>
          <p:nvPr/>
        </p:nvPicPr>
        <p:blipFill rotWithShape="1">
          <a:blip r:embed="rId5"/>
          <a:srcRect t="47788" r="22280" b="38461"/>
          <a:stretch/>
        </p:blipFill>
        <p:spPr>
          <a:xfrm>
            <a:off x="6442327" y="1973282"/>
            <a:ext cx="2624732" cy="1011114"/>
          </a:xfrm>
          <a:prstGeom prst="rect">
            <a:avLst/>
          </a:prstGeom>
        </p:spPr>
      </p:pic>
      <p:sp>
        <p:nvSpPr>
          <p:cNvPr id="29" name="TextBox 28">
            <a:extLst>
              <a:ext uri="{FF2B5EF4-FFF2-40B4-BE49-F238E27FC236}">
                <a16:creationId xmlns:a16="http://schemas.microsoft.com/office/drawing/2014/main" id="{3DD8FF78-61ED-8928-678D-91834AFCAA5E}"/>
              </a:ext>
            </a:extLst>
          </p:cNvPr>
          <p:cNvSpPr txBox="1"/>
          <p:nvPr/>
        </p:nvSpPr>
        <p:spPr>
          <a:xfrm>
            <a:off x="6326369" y="1212845"/>
            <a:ext cx="557458" cy="1015663"/>
          </a:xfrm>
          <a:prstGeom prst="rect">
            <a:avLst/>
          </a:prstGeom>
          <a:noFill/>
          <a:effectLst>
            <a:outerShdw blurRad="63500" sx="102000" sy="102000" algn="ctr" rotWithShape="0">
              <a:prstClr val="black">
                <a:alpha val="40000"/>
              </a:prstClr>
            </a:outerShdw>
          </a:effectLst>
        </p:spPr>
        <p:txBody>
          <a:bodyPr wrap="square" lIns="91440" tIns="45720" rIns="91440" bIns="45720" anchor="t">
            <a:spAutoFit/>
          </a:bodyPr>
          <a:lstStyle/>
          <a:p>
            <a:endParaRPr lang="en-US" sz="6000" b="1">
              <a:solidFill>
                <a:srgbClr val="FF0000"/>
              </a:solidFill>
            </a:endParaRPr>
          </a:p>
        </p:txBody>
      </p:sp>
      <p:sp>
        <p:nvSpPr>
          <p:cNvPr id="36" name="Rectangle 35">
            <a:extLst>
              <a:ext uri="{FF2B5EF4-FFF2-40B4-BE49-F238E27FC236}">
                <a16:creationId xmlns:a16="http://schemas.microsoft.com/office/drawing/2014/main" id="{0F0FF9DD-356A-4BB9-5622-5D6EEBE25A99}"/>
              </a:ext>
            </a:extLst>
          </p:cNvPr>
          <p:cNvSpPr/>
          <p:nvPr/>
        </p:nvSpPr>
        <p:spPr>
          <a:xfrm>
            <a:off x="6262693" y="1598835"/>
            <a:ext cx="1330764" cy="307777"/>
          </a:xfrm>
          <a:prstGeom prst="rect">
            <a:avLst/>
          </a:prstGeom>
          <a:noFill/>
        </p:spPr>
        <p:txBody>
          <a:bodyPr wrap="square" lIns="91440" tIns="45720" rIns="91440" bIns="45720" anchor="t">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1400" b="1">
                <a:ln/>
                <a:solidFill>
                  <a:schemeClr val="accent3"/>
                </a:solidFill>
              </a:rPr>
              <a:t>Control SMS</a:t>
            </a:r>
            <a:endParaRPr lang="en-US" sz="1400" b="1" cap="none" spc="0">
              <a:ln/>
              <a:solidFill>
                <a:schemeClr val="accent3"/>
              </a:solidFill>
              <a:effectLst/>
            </a:endParaRPr>
          </a:p>
        </p:txBody>
      </p:sp>
      <p:sp>
        <p:nvSpPr>
          <p:cNvPr id="38" name="Rectangle 37">
            <a:extLst>
              <a:ext uri="{FF2B5EF4-FFF2-40B4-BE49-F238E27FC236}">
                <a16:creationId xmlns:a16="http://schemas.microsoft.com/office/drawing/2014/main" id="{70B0F3A2-4AD9-8C0F-C876-1829A9D50444}"/>
              </a:ext>
            </a:extLst>
          </p:cNvPr>
          <p:cNvSpPr/>
          <p:nvPr/>
        </p:nvSpPr>
        <p:spPr>
          <a:xfrm>
            <a:off x="6099333" y="3426399"/>
            <a:ext cx="2616422" cy="307777"/>
          </a:xfrm>
          <a:prstGeom prst="rect">
            <a:avLst/>
          </a:prstGeom>
          <a:noFill/>
        </p:spPr>
        <p:txBody>
          <a:bodyPr wrap="square" lIns="91440" tIns="45720" rIns="91440" bIns="45720" anchor="t">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1400" b="1">
                <a:ln/>
                <a:solidFill>
                  <a:srgbClr val="00B050"/>
                </a:solidFill>
              </a:rPr>
              <a:t>Test SMS with Barcode CTA</a:t>
            </a:r>
            <a:endParaRPr lang="en-US" sz="1400" b="1" cap="none" spc="0">
              <a:ln/>
              <a:solidFill>
                <a:srgbClr val="00B050"/>
              </a:solidFill>
              <a:effectLst/>
            </a:endParaRPr>
          </a:p>
        </p:txBody>
      </p:sp>
      <p:cxnSp>
        <p:nvCxnSpPr>
          <p:cNvPr id="40" name="Straight Arrow Connector 39">
            <a:extLst>
              <a:ext uri="{FF2B5EF4-FFF2-40B4-BE49-F238E27FC236}">
                <a16:creationId xmlns:a16="http://schemas.microsoft.com/office/drawing/2014/main" id="{6223DEB9-3997-A52D-6141-215065807275}"/>
              </a:ext>
            </a:extLst>
          </p:cNvPr>
          <p:cNvCxnSpPr>
            <a:cxnSpLocks/>
          </p:cNvCxnSpPr>
          <p:nvPr/>
        </p:nvCxnSpPr>
        <p:spPr>
          <a:xfrm flipV="1">
            <a:off x="9105992" y="3155858"/>
            <a:ext cx="565064" cy="688062"/>
          </a:xfrm>
          <a:prstGeom prst="straightConnector1">
            <a:avLst/>
          </a:prstGeom>
          <a:ln w="28575">
            <a:headEnd type="oval"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29874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317CFEF-83A8-4215-BEB2-8AB95DD59379}"/>
              </a:ext>
            </a:extLst>
          </p:cNvPr>
          <p:cNvGraphicFramePr>
            <a:graphicFrameLocks noChangeAspect="1"/>
          </p:cNvGraphicFramePr>
          <p:nvPr>
            <p:custDataLst>
              <p:tags r:id="rId1"/>
            </p:custDataLst>
          </p:nvPr>
        </p:nvGraphicFramePr>
        <p:xfrm>
          <a:off x="3175" y="2480"/>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6" progId="TCLayout.ActiveDocument.1">
                  <p:embed/>
                </p:oleObj>
              </mc:Choice>
              <mc:Fallback>
                <p:oleObj name="think-cell Slide" r:id="rId3" imgW="473" imgH="476" progId="TCLayout.ActiveDocument.1">
                  <p:embed/>
                  <p:pic>
                    <p:nvPicPr>
                      <p:cNvPr id="5" name="Object 4" hidden="1">
                        <a:extLst>
                          <a:ext uri="{FF2B5EF4-FFF2-40B4-BE49-F238E27FC236}">
                            <a16:creationId xmlns:a16="http://schemas.microsoft.com/office/drawing/2014/main" id="{4317CFEF-83A8-4215-BEB2-8AB95DD59379}"/>
                          </a:ext>
                        </a:extLst>
                      </p:cNvPr>
                      <p:cNvPicPr/>
                      <p:nvPr/>
                    </p:nvPicPr>
                    <p:blipFill>
                      <a:blip r:embed="rId4"/>
                      <a:stretch>
                        <a:fillRect/>
                      </a:stretch>
                    </p:blipFill>
                    <p:spPr>
                      <a:xfrm>
                        <a:off x="3175" y="2480"/>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1D61A5B-061F-4DBD-9CC8-390BA5BD9AC8}"/>
              </a:ext>
            </a:extLst>
          </p:cNvPr>
          <p:cNvSpPr>
            <a:spLocks noGrp="1"/>
          </p:cNvSpPr>
          <p:nvPr>
            <p:ph type="title"/>
          </p:nvPr>
        </p:nvSpPr>
        <p:spPr>
          <a:xfrm>
            <a:off x="557928" y="530351"/>
            <a:ext cx="10567271" cy="713232"/>
          </a:xfrm>
        </p:spPr>
        <p:txBody>
          <a:bodyPr vert="horz"/>
          <a:lstStyle/>
          <a:p>
            <a:r>
              <a:rPr lang="en-US">
                <a:latin typeface="CVS Health Sans" panose="020B0504020202020204" pitchFamily="34" charset="0"/>
              </a:rPr>
              <a:t>Rx Solution: Lean Team Highlights</a:t>
            </a:r>
            <a:br>
              <a:rPr lang="en-US">
                <a:latin typeface="CVS Health Sans" panose="020B0504020202020204" pitchFamily="34" charset="0"/>
              </a:rPr>
            </a:br>
            <a:r>
              <a:rPr lang="en-US" sz="1600">
                <a:latin typeface="CVS Health Sans" panose="020B0504020202020204" pitchFamily="34" charset="0"/>
              </a:rPr>
              <a:t>What we did / </a:t>
            </a:r>
            <a:r>
              <a:rPr lang="en-US" sz="1600">
                <a:solidFill>
                  <a:srgbClr val="5AA2AE"/>
                </a:solidFill>
                <a:latin typeface="CVS Health Sans" panose="020B0504020202020204" pitchFamily="34" charset="0"/>
              </a:rPr>
              <a:t>What’s the Impact</a:t>
            </a:r>
            <a:endParaRPr lang="en-US" sz="1600">
              <a:solidFill>
                <a:srgbClr val="5AA2AE"/>
              </a:solidFill>
              <a:highlight>
                <a:srgbClr val="FFFF00"/>
              </a:highlight>
              <a:latin typeface="CVS Health Sans" panose="020B0504020202020204" pitchFamily="34" charset="0"/>
            </a:endParaRPr>
          </a:p>
        </p:txBody>
      </p:sp>
      <p:sp>
        <p:nvSpPr>
          <p:cNvPr id="20" name="Content Placeholder 2">
            <a:extLst>
              <a:ext uri="{FF2B5EF4-FFF2-40B4-BE49-F238E27FC236}">
                <a16:creationId xmlns:a16="http://schemas.microsoft.com/office/drawing/2014/main" id="{CE76DB2E-CC3A-4923-8249-1A0F916EE137}"/>
              </a:ext>
            </a:extLst>
          </p:cNvPr>
          <p:cNvSpPr txBox="1">
            <a:spLocks/>
          </p:cNvSpPr>
          <p:nvPr/>
        </p:nvSpPr>
        <p:spPr>
          <a:xfrm>
            <a:off x="557928" y="2119960"/>
            <a:ext cx="4680822" cy="1833432"/>
          </a:xfrm>
          <a:prstGeom prst="rect">
            <a:avLst/>
          </a:prstGeom>
        </p:spPr>
        <p:txBody>
          <a:bodyPr lIns="91440" tIns="45720" rIns="91440" bIns="45720" anchor="t"/>
          <a:lstStyle>
            <a:lvl1pPr marL="0" indent="0" algn="l" defTabSz="457063" rtl="0" eaLnBrk="1" latinLnBrk="0" hangingPunct="1">
              <a:spcBef>
                <a:spcPts val="1799"/>
              </a:spcBef>
              <a:buClrTx/>
              <a:buFont typeface="Arial"/>
              <a:buNone/>
              <a:defRPr sz="1400" b="0" kern="1200">
                <a:solidFill>
                  <a:schemeClr val="tx2"/>
                </a:solidFill>
                <a:latin typeface="+mn-lt"/>
                <a:ea typeface="+mn-ea"/>
                <a:cs typeface="+mn-cs"/>
              </a:defRPr>
            </a:lvl1pPr>
            <a:lvl2pPr marL="171399" indent="-171399" algn="l" defTabSz="457063" rtl="0" eaLnBrk="1" latinLnBrk="0" hangingPunct="1">
              <a:spcBef>
                <a:spcPts val="1200"/>
              </a:spcBef>
              <a:buClrTx/>
              <a:buFont typeface="Arial"/>
              <a:buChar char="•"/>
              <a:defRPr sz="1400" kern="1200">
                <a:solidFill>
                  <a:schemeClr val="tx2"/>
                </a:solidFill>
                <a:latin typeface="+mn-lt"/>
                <a:ea typeface="+mn-ea"/>
                <a:cs typeface="+mn-cs"/>
              </a:defRPr>
            </a:lvl2pPr>
            <a:lvl3pPr marL="342797" indent="-171399" algn="l" defTabSz="457063" rtl="0" eaLnBrk="1" latinLnBrk="0" hangingPunct="1">
              <a:spcBef>
                <a:spcPts val="600"/>
              </a:spcBef>
              <a:buClrTx/>
              <a:buFont typeface="Lucida Grande"/>
              <a:buChar char="–"/>
              <a:defRPr sz="1400" kern="1200" baseline="0">
                <a:solidFill>
                  <a:schemeClr val="tx2"/>
                </a:solidFill>
                <a:latin typeface="+mn-lt"/>
                <a:ea typeface="+mn-ea"/>
                <a:cs typeface="+mn-cs"/>
              </a:defRPr>
            </a:lvl3pPr>
            <a:lvl4pPr marL="514196" indent="-171399" algn="l" defTabSz="457063" rtl="0" eaLnBrk="1" latinLnBrk="0" hangingPunct="1">
              <a:spcBef>
                <a:spcPts val="600"/>
              </a:spcBef>
              <a:buClrTx/>
              <a:buFont typeface="Arial"/>
              <a:buChar char="•"/>
              <a:defRPr sz="1400" kern="1200">
                <a:solidFill>
                  <a:schemeClr val="tx2"/>
                </a:solidFill>
                <a:latin typeface="+mn-lt"/>
                <a:ea typeface="+mn-ea"/>
                <a:cs typeface="+mn-cs"/>
              </a:defRPr>
            </a:lvl4pPr>
            <a:lvl5pPr marL="685594" indent="-171399" algn="l" defTabSz="457063" rtl="0" eaLnBrk="1" latinLnBrk="0" hangingPunct="1">
              <a:spcBef>
                <a:spcPts val="600"/>
              </a:spcBef>
              <a:buClrTx/>
              <a:buFont typeface="Arial" panose="020B0604020202020204" pitchFamily="34" charset="0"/>
              <a:buChar char="–"/>
              <a:defRPr sz="1400" kern="1200" baseline="0">
                <a:solidFill>
                  <a:schemeClr val="tx2"/>
                </a:solidFill>
                <a:latin typeface="+mn-lt"/>
                <a:ea typeface="+mn-ea"/>
                <a:cs typeface="+mn-cs"/>
              </a:defRPr>
            </a:lvl5pPr>
            <a:lvl6pPr marL="856993" indent="-171399"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6pPr>
            <a:lvl7pPr marL="1028391"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7pPr>
            <a:lvl8pPr marL="1206138" indent="-177747" algn="l" defTabSz="457063" rtl="0" eaLnBrk="1" latinLnBrk="0" hangingPunct="1">
              <a:spcBef>
                <a:spcPts val="600"/>
              </a:spcBef>
              <a:buClrTx/>
              <a:buFont typeface="Arial"/>
              <a:buChar char="•"/>
              <a:defRPr sz="1400" kern="1200">
                <a:solidFill>
                  <a:schemeClr val="tx2"/>
                </a:solidFill>
                <a:latin typeface="+mn-lt"/>
                <a:ea typeface="+mn-ea"/>
                <a:cs typeface="+mn-cs"/>
              </a:defRPr>
            </a:lvl8pPr>
            <a:lvl9pPr marL="1371189" indent="-165050" algn="l" defTabSz="457063" rtl="0" eaLnBrk="1" latinLnBrk="0" hangingPunct="1">
              <a:spcBef>
                <a:spcPts val="600"/>
              </a:spcBef>
              <a:buClrTx/>
              <a:buFont typeface="Arial" panose="020B0604020202020204" pitchFamily="34" charset="0"/>
              <a:buChar char="–"/>
              <a:defRPr sz="1400" kern="1200">
                <a:solidFill>
                  <a:schemeClr val="tx2"/>
                </a:solidFill>
                <a:latin typeface="+mn-lt"/>
                <a:ea typeface="+mn-ea"/>
                <a:cs typeface="+mn-cs"/>
              </a:defRPr>
            </a:lvl9pPr>
          </a:lstStyle>
          <a:p>
            <a:pPr marL="285750" indent="-285750">
              <a:lnSpc>
                <a:spcPts val="1200"/>
              </a:lnSpc>
              <a:spcBef>
                <a:spcPts val="800"/>
              </a:spcBef>
              <a:buFont typeface="Arial" panose="020B0604020202020204" pitchFamily="34" charset="0"/>
              <a:buChar char="•"/>
            </a:pPr>
            <a:endParaRPr lang="en-US">
              <a:latin typeface="CVS Health Sans"/>
            </a:endParaRPr>
          </a:p>
        </p:txBody>
      </p:sp>
      <p:sp>
        <p:nvSpPr>
          <p:cNvPr id="26" name="TextBox 25">
            <a:extLst>
              <a:ext uri="{FF2B5EF4-FFF2-40B4-BE49-F238E27FC236}">
                <a16:creationId xmlns:a16="http://schemas.microsoft.com/office/drawing/2014/main" id="{94D447B5-FFED-4D4A-8DE8-4561A471211C}"/>
              </a:ext>
            </a:extLst>
          </p:cNvPr>
          <p:cNvSpPr txBox="1"/>
          <p:nvPr/>
        </p:nvSpPr>
        <p:spPr>
          <a:xfrm>
            <a:off x="487307" y="1370993"/>
            <a:ext cx="5855741" cy="5016758"/>
          </a:xfrm>
          <a:prstGeom prst="rect">
            <a:avLst/>
          </a:prstGeom>
          <a:noFill/>
        </p:spPr>
        <p:txBody>
          <a:bodyPr wrap="square" lIns="91440" tIns="45720" rIns="91440" bIns="45720" anchor="t">
            <a:noAutofit/>
          </a:bodyPr>
          <a:lstStyle/>
          <a:p>
            <a:r>
              <a:rPr lang="en-US" sz="1150" b="1">
                <a:latin typeface="CVS Health Sans"/>
              </a:rPr>
              <a:t>RxReceived (RxR) – Expansion and product optimization</a:t>
            </a:r>
          </a:p>
          <a:p>
            <a:pPr lvl="0" algn="l">
              <a:lnSpc>
                <a:spcPct val="100000"/>
              </a:lnSpc>
              <a:spcBef>
                <a:spcPts val="100"/>
              </a:spcBef>
              <a:spcAft>
                <a:spcPts val="100"/>
              </a:spcAft>
            </a:pPr>
            <a:r>
              <a:rPr lang="en-US" sz="1150" b="0">
                <a:solidFill>
                  <a:schemeClr val="tx2"/>
                </a:solidFill>
              </a:rPr>
              <a:t>Provides patient control and visibility to Rx Ready Time. </a:t>
            </a:r>
            <a:r>
              <a:rPr lang="en-US" sz="1150" b="0" i="0" u="none" strike="noStrike" kern="1200" noProof="0">
                <a:latin typeface="CVS Health Sans"/>
              </a:rPr>
              <a:t>Patients prompted to create an account, or Rx-Tie, utilizing Easy Account Creation Flow</a:t>
            </a:r>
          </a:p>
          <a:p>
            <a:pPr marL="171450" indent="-171450">
              <a:buFont typeface="Arial,Sans-Serif" panose="020B0604020202020204" pitchFamily="34" charset="0"/>
              <a:buChar char="•"/>
            </a:pPr>
            <a:r>
              <a:rPr lang="en-US" sz="1050">
                <a:solidFill>
                  <a:srgbClr val="549AA6"/>
                </a:solidFill>
                <a:ea typeface="+mn-lt"/>
                <a:cs typeface="+mn-lt"/>
              </a:rPr>
              <a:t>Reduced messaging time lag. RxR SMS identified median ~2 min. Prior median ~12min</a:t>
            </a:r>
          </a:p>
          <a:p>
            <a:pPr marL="171450" indent="-171450">
              <a:buFont typeface="Arial" panose="020B0604020202020204" pitchFamily="34" charset="0"/>
              <a:buChar char="•"/>
            </a:pPr>
            <a:r>
              <a:rPr lang="en-US" sz="1050">
                <a:solidFill>
                  <a:srgbClr val="5AA2AE"/>
                </a:solidFill>
                <a:latin typeface="CVS Health Sans"/>
              </a:rPr>
              <a:t>Control group reduction to 2%, queue messages during / after hours, waiting bin check</a:t>
            </a:r>
            <a:endParaRPr lang="en-US"/>
          </a:p>
          <a:p>
            <a:pPr marL="171450" indent="-171450">
              <a:buFont typeface="Arial" panose="020B0604020202020204" pitchFamily="34" charset="0"/>
              <a:buChar char="•"/>
            </a:pPr>
            <a:r>
              <a:rPr lang="en-US" sz="1050">
                <a:solidFill>
                  <a:srgbClr val="5AA2AE"/>
                </a:solidFill>
                <a:latin typeface="CVS Health Sans"/>
              </a:rPr>
              <a:t>Removed ability to expedite controlled substances</a:t>
            </a:r>
            <a:endParaRPr lang="en-US" sz="1050" b="0" i="0" u="none" strike="noStrike" kern="1200" noProof="0">
              <a:solidFill>
                <a:srgbClr val="5AA2AE"/>
              </a:solidFill>
              <a:latin typeface="CVS Health Sans"/>
            </a:endParaRPr>
          </a:p>
          <a:p>
            <a:pPr marL="171450" indent="-171450">
              <a:buFont typeface="Arial" panose="020B0604020202020204" pitchFamily="34" charset="0"/>
              <a:buChar char="•"/>
            </a:pPr>
            <a:r>
              <a:rPr lang="en-US" sz="1050">
                <a:solidFill>
                  <a:srgbClr val="5AA2AE"/>
                </a:solidFill>
                <a:latin typeface="CVS Health Sans"/>
              </a:rPr>
              <a:t>PI4 Metrics: </a:t>
            </a:r>
            <a:r>
              <a:rPr lang="en-US" sz="1050" b="1">
                <a:solidFill>
                  <a:srgbClr val="5AA2AE"/>
                </a:solidFill>
                <a:latin typeface="CVS Health Sans"/>
              </a:rPr>
              <a:t>28.8M</a:t>
            </a:r>
            <a:r>
              <a:rPr lang="en-US" sz="1050">
                <a:solidFill>
                  <a:srgbClr val="5AA2AE"/>
                </a:solidFill>
                <a:latin typeface="CVS Health Sans"/>
              </a:rPr>
              <a:t> SMS delivered, </a:t>
            </a:r>
            <a:r>
              <a:rPr lang="en-US" sz="1050" b="1">
                <a:solidFill>
                  <a:srgbClr val="5AA2AE"/>
                </a:solidFill>
                <a:latin typeface="CVS Health Sans"/>
              </a:rPr>
              <a:t>9.5M</a:t>
            </a:r>
            <a:r>
              <a:rPr lang="en-US" sz="1050">
                <a:solidFill>
                  <a:srgbClr val="5AA2AE"/>
                </a:solidFill>
                <a:latin typeface="CVS Health Sans"/>
              </a:rPr>
              <a:t> (33%) clicks on links, </a:t>
            </a:r>
            <a:r>
              <a:rPr lang="en-US" sz="1050" b="1">
                <a:solidFill>
                  <a:srgbClr val="5AA2AE"/>
                </a:solidFill>
                <a:latin typeface="CVS Health Sans"/>
              </a:rPr>
              <a:t>7.5M </a:t>
            </a:r>
            <a:r>
              <a:rPr lang="en-US" sz="1050">
                <a:solidFill>
                  <a:srgbClr val="5AA2AE"/>
                </a:solidFill>
                <a:latin typeface="CVS Health Sans"/>
              </a:rPr>
              <a:t>(79%) order status views, </a:t>
            </a:r>
            <a:r>
              <a:rPr lang="en-US" sz="1050" b="1">
                <a:solidFill>
                  <a:srgbClr val="5AA2AE"/>
                </a:solidFill>
                <a:latin typeface="CVS Health Sans"/>
              </a:rPr>
              <a:t>2M</a:t>
            </a:r>
            <a:r>
              <a:rPr lang="en-US" sz="1050">
                <a:solidFill>
                  <a:srgbClr val="5AA2AE"/>
                </a:solidFill>
                <a:latin typeface="CVS Health Sans"/>
              </a:rPr>
              <a:t> Expedites (26%)</a:t>
            </a:r>
            <a:endParaRPr lang="en-US" sz="1050" i="0" u="none" strike="noStrike" noProof="0">
              <a:solidFill>
                <a:srgbClr val="5AA2AE"/>
              </a:solidFill>
              <a:latin typeface="CVS Health Sans"/>
            </a:endParaRPr>
          </a:p>
          <a:p>
            <a:endParaRPr lang="en-US" sz="1150">
              <a:latin typeface="CVS Health Sans"/>
            </a:endParaRPr>
          </a:p>
          <a:p>
            <a:r>
              <a:rPr lang="en-US" sz="1150" b="1">
                <a:latin typeface="CVS Health Sans"/>
              </a:rPr>
              <a:t>Intrado Outage Mitigation - SMS Campaign Migration to EGain</a:t>
            </a:r>
          </a:p>
          <a:p>
            <a:pPr>
              <a:spcBef>
                <a:spcPts val="100"/>
              </a:spcBef>
              <a:spcAft>
                <a:spcPts val="100"/>
              </a:spcAft>
            </a:pPr>
            <a:r>
              <a:rPr lang="en-US" sz="1150">
                <a:solidFill>
                  <a:srgbClr val="000000"/>
                </a:solidFill>
                <a:ea typeface="+mn-lt"/>
                <a:cs typeface="+mn-lt"/>
              </a:rPr>
              <a:t>Lean team took on re-platforming SMS campaigns to eGain due to Intrado outage</a:t>
            </a:r>
            <a:endParaRPr lang="en-US" sz="1150" b="1">
              <a:solidFill>
                <a:srgbClr val="000000"/>
              </a:solidFill>
              <a:ea typeface="+mn-lt"/>
              <a:cs typeface="+mn-lt"/>
            </a:endParaRPr>
          </a:p>
          <a:p>
            <a:pPr marL="285750" indent="-285750">
              <a:buFont typeface="Arial"/>
              <a:buChar char="•"/>
            </a:pPr>
            <a:r>
              <a:rPr lang="en-US" sz="1050">
                <a:solidFill>
                  <a:srgbClr val="5AA2AE"/>
                </a:solidFill>
                <a:ea typeface="+mn-lt"/>
                <a:cs typeface="+mn-lt"/>
              </a:rPr>
              <a:t>11 SMS campaigns were migrated to eGain and scaled to chain under 1 month</a:t>
            </a:r>
          </a:p>
          <a:p>
            <a:pPr marL="285750" lvl="1" indent="-285750">
              <a:buFont typeface="Arial"/>
              <a:buChar char="•"/>
            </a:pPr>
            <a:r>
              <a:rPr lang="en-US" sz="1050">
                <a:solidFill>
                  <a:srgbClr val="5AA2AE"/>
                </a:solidFill>
                <a:ea typeface="+mn-lt"/>
                <a:cs typeface="+mn-lt"/>
              </a:rPr>
              <a:t>SMS campaigns migrated:  RxReceived (RxR), Real Time Order Ready, 7 Action Notes, IMZ Check-in, IMZ Consent Form</a:t>
            </a:r>
          </a:p>
          <a:p>
            <a:pPr algn="l">
              <a:lnSpc>
                <a:spcPct val="100000"/>
              </a:lnSpc>
              <a:spcBef>
                <a:spcPts val="0"/>
              </a:spcBef>
              <a:spcAft>
                <a:spcPts val="0"/>
              </a:spcAft>
            </a:pPr>
            <a:endParaRPr lang="en-US" sz="1150" b="1">
              <a:solidFill>
                <a:srgbClr val="000000"/>
              </a:solidFill>
            </a:endParaRPr>
          </a:p>
          <a:p>
            <a:r>
              <a:rPr lang="en-US" sz="1150" b="1" err="1">
                <a:solidFill>
                  <a:srgbClr val="000000"/>
                </a:solidFill>
                <a:latin typeface="CVS Health Sans"/>
              </a:rPr>
              <a:t>RxOrder</a:t>
            </a:r>
            <a:r>
              <a:rPr lang="en-US" sz="1150" b="1">
                <a:solidFill>
                  <a:srgbClr val="000000"/>
                </a:solidFill>
                <a:latin typeface="CVS Health Sans"/>
              </a:rPr>
              <a:t> Ready Page Enablement and Testing</a:t>
            </a:r>
          </a:p>
          <a:p>
            <a:pPr>
              <a:spcBef>
                <a:spcPts val="100"/>
              </a:spcBef>
              <a:spcAft>
                <a:spcPts val="100"/>
              </a:spcAft>
            </a:pPr>
            <a:r>
              <a:rPr lang="en-US" sz="1150">
                <a:ea typeface="+mn-lt"/>
                <a:cs typeface="+mn-lt"/>
              </a:rPr>
              <a:t>The Rx Order Ready (OR) page created for barcode test, scaled to support RTOR message. We will conduct test &amp; learn cohorts against the OR flow, enable delivery options, store details, and more enhancements in PI1. </a:t>
            </a:r>
          </a:p>
          <a:p>
            <a:pPr marL="171450" indent="-171450">
              <a:buFont typeface="Arial"/>
              <a:buChar char="•"/>
            </a:pPr>
            <a:r>
              <a:rPr lang="en-US" sz="1050">
                <a:solidFill>
                  <a:srgbClr val="5AA2AE"/>
                </a:solidFill>
              </a:rPr>
              <a:t>Drove higher barcode utilization in testing (previous slide)</a:t>
            </a:r>
          </a:p>
          <a:p>
            <a:pPr marL="171450" indent="-171450">
              <a:buFont typeface="Arial"/>
              <a:buChar char="•"/>
            </a:pPr>
            <a:r>
              <a:rPr lang="en-US" sz="1050">
                <a:solidFill>
                  <a:srgbClr val="5AA2AE"/>
                </a:solidFill>
              </a:rPr>
              <a:t>Quickly adapted to support RTOR messaging and flows</a:t>
            </a:r>
          </a:p>
          <a:p>
            <a:endParaRPr lang="en-US" sz="1150" b="1">
              <a:solidFill>
                <a:srgbClr val="000000"/>
              </a:solidFill>
              <a:latin typeface="CVS Health Sans"/>
            </a:endParaRPr>
          </a:p>
          <a:p>
            <a:r>
              <a:rPr lang="en-US" sz="1150" b="1">
                <a:latin typeface="CVS Health Sans"/>
              </a:rPr>
              <a:t>RxReceived (RxR) Native App &amp; Push Notifications</a:t>
            </a:r>
            <a:endParaRPr lang="en-US" sz="1150">
              <a:ea typeface="+mn-lt"/>
              <a:cs typeface="+mn-lt"/>
            </a:endParaRPr>
          </a:p>
          <a:p>
            <a:pPr>
              <a:spcBef>
                <a:spcPts val="100"/>
              </a:spcBef>
              <a:spcAft>
                <a:spcPts val="100"/>
              </a:spcAft>
            </a:pPr>
            <a:r>
              <a:rPr lang="en-US" sz="1150">
                <a:solidFill>
                  <a:srgbClr val="000000"/>
                </a:solidFill>
                <a:latin typeface="CVS Health Sans"/>
              </a:rPr>
              <a:t>Enable RxR experience on Native App to expand reach to patients, drive digital engagement and reduce messaging cost</a:t>
            </a:r>
          </a:p>
          <a:p>
            <a:pPr marL="171450" indent="-171450">
              <a:buFont typeface="Arial,Sans-Serif"/>
              <a:buChar char="•"/>
            </a:pPr>
            <a:r>
              <a:rPr lang="en-US" sz="1050">
                <a:solidFill>
                  <a:srgbClr val="5AA2AE"/>
                </a:solidFill>
                <a:ea typeface="+mn-lt"/>
                <a:cs typeface="+mn-lt"/>
              </a:rPr>
              <a:t>Jan launch pilot to targeted patients, set RxR foundation in Retail iOS and aOS apps</a:t>
            </a:r>
          </a:p>
          <a:p>
            <a:pPr marL="171450" indent="-171450">
              <a:buFont typeface="Arial,Sans-Serif"/>
              <a:buChar char="•"/>
            </a:pPr>
            <a:r>
              <a:rPr lang="en-US" sz="1050">
                <a:solidFill>
                  <a:srgbClr val="5AA2AE"/>
                </a:solidFill>
                <a:ea typeface="+mn-lt"/>
                <a:cs typeface="+mn-lt"/>
              </a:rPr>
              <a:t>Enhancements will follow, along with addition of Order Ready and Action Note flows</a:t>
            </a:r>
          </a:p>
          <a:p>
            <a:endParaRPr lang="en-US" sz="1150">
              <a:solidFill>
                <a:srgbClr val="000000"/>
              </a:solidFill>
              <a:latin typeface="CVS Health Sans"/>
            </a:endParaRPr>
          </a:p>
          <a:p>
            <a:endParaRPr lang="en-US" sz="1150" b="1">
              <a:solidFill>
                <a:srgbClr val="000000"/>
              </a:solidFill>
              <a:latin typeface="CVS Health Sans"/>
            </a:endParaRPr>
          </a:p>
          <a:p>
            <a:endParaRPr lang="en-US" sz="1150" b="1">
              <a:solidFill>
                <a:srgbClr val="000000"/>
              </a:solidFill>
              <a:latin typeface="CVS Health Sans"/>
            </a:endParaRPr>
          </a:p>
          <a:p>
            <a:endParaRPr lang="en-US" sz="1150" b="1">
              <a:solidFill>
                <a:srgbClr val="000000"/>
              </a:solidFill>
              <a:latin typeface="CVS Health Sans"/>
            </a:endParaRPr>
          </a:p>
        </p:txBody>
      </p:sp>
      <p:graphicFrame>
        <p:nvGraphicFramePr>
          <p:cNvPr id="16" name="Table 19">
            <a:extLst>
              <a:ext uri="{FF2B5EF4-FFF2-40B4-BE49-F238E27FC236}">
                <a16:creationId xmlns:a16="http://schemas.microsoft.com/office/drawing/2014/main" id="{C8E3E9BC-13A6-488E-8CC5-729C4BE9A478}"/>
              </a:ext>
            </a:extLst>
          </p:cNvPr>
          <p:cNvGraphicFramePr>
            <a:graphicFrameLocks noGrp="1"/>
          </p:cNvGraphicFramePr>
          <p:nvPr>
            <p:extLst>
              <p:ext uri="{D42A27DB-BD31-4B8C-83A1-F6EECF244321}">
                <p14:modId xmlns:p14="http://schemas.microsoft.com/office/powerpoint/2010/main" val="3193142269"/>
              </p:ext>
            </p:extLst>
          </p:nvPr>
        </p:nvGraphicFramePr>
        <p:xfrm>
          <a:off x="10109190" y="75130"/>
          <a:ext cx="2029546" cy="251395"/>
        </p:xfrm>
        <a:graphic>
          <a:graphicData uri="http://schemas.openxmlformats.org/drawingml/2006/table">
            <a:tbl>
              <a:tblPr firstRow="1" bandRow="1">
                <a:tableStyleId>{5C22544A-7EE6-4342-B048-85BDC9FD1C3A}</a:tableStyleId>
              </a:tblPr>
              <a:tblGrid>
                <a:gridCol w="2029546">
                  <a:extLst>
                    <a:ext uri="{9D8B030D-6E8A-4147-A177-3AD203B41FA5}">
                      <a16:colId xmlns:a16="http://schemas.microsoft.com/office/drawing/2014/main" val="148671580"/>
                    </a:ext>
                  </a:extLst>
                </a:gridCol>
              </a:tblGrid>
              <a:tr h="251395">
                <a:tc>
                  <a:txBody>
                    <a:bodyPr/>
                    <a:lstStyle/>
                    <a:p>
                      <a:pPr lvl="0" algn="ctr">
                        <a:buNone/>
                      </a:pPr>
                      <a:r>
                        <a:rPr lang="en-US" sz="1000">
                          <a:latin typeface="CVS Health Sans"/>
                        </a:rPr>
                        <a:t>Prachi J. / Chris R.</a:t>
                      </a:r>
                      <a:endParaRPr lang="en-US"/>
                    </a:p>
                  </a:txBody>
                  <a:tcPr marL="91416" marR="91416" marT="45708" marB="45708">
                    <a:solidFill>
                      <a:srgbClr val="CC0000"/>
                    </a:solidFill>
                  </a:tcPr>
                </a:tc>
                <a:extLst>
                  <a:ext uri="{0D108BD9-81ED-4DB2-BD59-A6C34878D82A}">
                    <a16:rowId xmlns:a16="http://schemas.microsoft.com/office/drawing/2014/main" val="4014615958"/>
                  </a:ext>
                </a:extLst>
              </a:tr>
            </a:tbl>
          </a:graphicData>
        </a:graphic>
      </p:graphicFrame>
      <p:pic>
        <p:nvPicPr>
          <p:cNvPr id="3" name="Picture 3" descr="Background pattern&#10;&#10;Description automatically generated">
            <a:extLst>
              <a:ext uri="{FF2B5EF4-FFF2-40B4-BE49-F238E27FC236}">
                <a16:creationId xmlns:a16="http://schemas.microsoft.com/office/drawing/2014/main" id="{9318C62C-2E2F-564E-0091-97778F7EB16F}"/>
              </a:ext>
            </a:extLst>
          </p:cNvPr>
          <p:cNvPicPr>
            <a:picLocks noChangeAspect="1"/>
          </p:cNvPicPr>
          <p:nvPr/>
        </p:nvPicPr>
        <p:blipFill>
          <a:blip r:embed="rId5"/>
          <a:stretch>
            <a:fillRect/>
          </a:stretch>
        </p:blipFill>
        <p:spPr>
          <a:xfrm>
            <a:off x="6905453" y="1698777"/>
            <a:ext cx="1411256" cy="3052435"/>
          </a:xfrm>
          <a:prstGeom prst="rect">
            <a:avLst/>
          </a:prstGeom>
          <a:effectLst>
            <a:outerShdw blurRad="50800" dist="38100" dir="2700000" algn="tl" rotWithShape="0">
              <a:prstClr val="black">
                <a:alpha val="40000"/>
              </a:prstClr>
            </a:outerShdw>
          </a:effectLst>
        </p:spPr>
      </p:pic>
      <p:pic>
        <p:nvPicPr>
          <p:cNvPr id="4" name="Picture 5" descr="Graphical user interface, text, application, chat or text message&#10;&#10;Description automatically generated">
            <a:extLst>
              <a:ext uri="{FF2B5EF4-FFF2-40B4-BE49-F238E27FC236}">
                <a16:creationId xmlns:a16="http://schemas.microsoft.com/office/drawing/2014/main" id="{9A51F3E7-38E1-AC2A-D85E-EF4110594779}"/>
              </a:ext>
            </a:extLst>
          </p:cNvPr>
          <p:cNvPicPr>
            <a:picLocks noChangeAspect="1"/>
          </p:cNvPicPr>
          <p:nvPr/>
        </p:nvPicPr>
        <p:blipFill>
          <a:blip r:embed="rId6"/>
          <a:stretch>
            <a:fillRect/>
          </a:stretch>
        </p:blipFill>
        <p:spPr>
          <a:xfrm>
            <a:off x="8488006" y="1698776"/>
            <a:ext cx="1411256" cy="3052436"/>
          </a:xfrm>
          <a:prstGeom prst="rect">
            <a:avLst/>
          </a:prstGeom>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BD2FE189-64C6-2775-2E8C-C329A1BA88A6}"/>
              </a:ext>
            </a:extLst>
          </p:cNvPr>
          <p:cNvSpPr txBox="1"/>
          <p:nvPr/>
        </p:nvSpPr>
        <p:spPr>
          <a:xfrm>
            <a:off x="7734451" y="1355948"/>
            <a:ext cx="1805891" cy="307777"/>
          </a:xfrm>
          <a:prstGeom prst="rect">
            <a:avLst/>
          </a:prstGeom>
          <a:noFill/>
        </p:spPr>
        <p:txBody>
          <a:bodyPr wrap="square" lIns="0" tIns="0" rIns="0" bIns="0" rtlCol="0" anchor="t">
            <a:spAutoFit/>
          </a:bodyPr>
          <a:lstStyle>
            <a:defPPr>
              <a:defRPr lang="en-US"/>
            </a:defPPr>
            <a:lvl2pPr marL="0" marR="0" lvl="1" algn="ctr" defTabSz="457063" fontAlgn="auto">
              <a:spcAft>
                <a:spcPts val="0"/>
              </a:spcAft>
              <a:buClrTx/>
              <a:buSzTx/>
              <a:tabLst/>
              <a:defRPr sz="1100" i="1">
                <a:solidFill>
                  <a:srgbClr val="3F3F3F"/>
                </a:solidFill>
                <a:latin typeface="CVS Health Sans"/>
              </a:defRPr>
            </a:lvl2pPr>
          </a:lstStyle>
          <a:p>
            <a:pPr lvl="1"/>
            <a:r>
              <a:rPr lang="en-US" sz="1000"/>
              <a:t>RxReceived (RxR) Native App &amp; Push Notifications</a:t>
            </a:r>
          </a:p>
        </p:txBody>
      </p:sp>
      <p:pic>
        <p:nvPicPr>
          <p:cNvPr id="1026" name="Picture 4" descr="Home delivery option on RxOR page">
            <a:extLst>
              <a:ext uri="{FF2B5EF4-FFF2-40B4-BE49-F238E27FC236}">
                <a16:creationId xmlns:a16="http://schemas.microsoft.com/office/drawing/2014/main" id="{585C4F95-CCE3-4E46-90D0-30DAFDE6D7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29199" y="1664066"/>
            <a:ext cx="1434050" cy="3114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937C54DF-076E-4F19-B929-85A2136229B6}"/>
              </a:ext>
            </a:extLst>
          </p:cNvPr>
          <p:cNvSpPr txBox="1"/>
          <p:nvPr/>
        </p:nvSpPr>
        <p:spPr>
          <a:xfrm>
            <a:off x="10129199" y="1344717"/>
            <a:ext cx="1434050" cy="307777"/>
          </a:xfrm>
          <a:prstGeom prst="rect">
            <a:avLst/>
          </a:prstGeom>
          <a:noFill/>
        </p:spPr>
        <p:txBody>
          <a:bodyPr wrap="square" lIns="0" tIns="0" rIns="0" bIns="0" rtlCol="0" anchor="t">
            <a:spAutoFit/>
          </a:bodyPr>
          <a:lstStyle>
            <a:defPPr>
              <a:defRPr lang="en-US"/>
            </a:defPPr>
            <a:lvl2pPr marL="0" marR="0" lvl="1" algn="ctr" defTabSz="457063" fontAlgn="auto">
              <a:spcAft>
                <a:spcPts val="0"/>
              </a:spcAft>
              <a:buClrTx/>
              <a:buSzTx/>
              <a:tabLst/>
              <a:defRPr sz="1100" i="1">
                <a:solidFill>
                  <a:srgbClr val="3F3F3F"/>
                </a:solidFill>
                <a:latin typeface="CVS Health Sans"/>
              </a:defRPr>
            </a:lvl2pPr>
          </a:lstStyle>
          <a:p>
            <a:pPr lvl="1"/>
            <a:r>
              <a:rPr lang="en-US" sz="1000"/>
              <a:t>Delivery option on new RxOR page</a:t>
            </a:r>
          </a:p>
        </p:txBody>
      </p:sp>
    </p:spTree>
    <p:extLst>
      <p:ext uri="{BB962C8B-B14F-4D97-AF65-F5344CB8AC3E}">
        <p14:creationId xmlns:p14="http://schemas.microsoft.com/office/powerpoint/2010/main" val="2853753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4DA4C-379F-4C9C-8E9B-3BE6AF59C6F4}"/>
              </a:ext>
            </a:extLst>
          </p:cNvPr>
          <p:cNvSpPr>
            <a:spLocks noGrp="1"/>
          </p:cNvSpPr>
          <p:nvPr>
            <p:ph type="title"/>
          </p:nvPr>
        </p:nvSpPr>
        <p:spPr>
          <a:xfrm>
            <a:off x="4268885" y="2715768"/>
            <a:ext cx="4734507" cy="713232"/>
          </a:xfrm>
        </p:spPr>
        <p:txBody>
          <a:bodyPr/>
          <a:lstStyle/>
          <a:p>
            <a:r>
              <a:rPr lang="en-US"/>
              <a:t>               PI1 Candidates</a:t>
            </a:r>
            <a:br>
              <a:rPr lang="en-US"/>
            </a:br>
            <a:r>
              <a:rPr lang="en-US"/>
              <a:t>            </a:t>
            </a:r>
            <a:r>
              <a:rPr lang="en-US" sz="2000" i="1"/>
              <a:t>PI planning 1/30 – 2/3</a:t>
            </a:r>
            <a:br>
              <a:rPr lang="en-US"/>
            </a:br>
            <a:endParaRPr lang="en-US"/>
          </a:p>
        </p:txBody>
      </p:sp>
    </p:spTree>
    <p:extLst>
      <p:ext uri="{BB962C8B-B14F-4D97-AF65-F5344CB8AC3E}">
        <p14:creationId xmlns:p14="http://schemas.microsoft.com/office/powerpoint/2010/main" val="2854606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7C533F88-B3B1-447C-AAC5-2BA36989CDD6}"/>
              </a:ext>
            </a:extLst>
          </p:cNvPr>
          <p:cNvGraphicFramePr>
            <a:graphicFrameLocks noGrp="1"/>
          </p:cNvGraphicFramePr>
          <p:nvPr>
            <p:extLst>
              <p:ext uri="{D42A27DB-BD31-4B8C-83A1-F6EECF244321}">
                <p14:modId xmlns:p14="http://schemas.microsoft.com/office/powerpoint/2010/main" val="3932305233"/>
              </p:ext>
            </p:extLst>
          </p:nvPr>
        </p:nvGraphicFramePr>
        <p:xfrm>
          <a:off x="161277" y="795447"/>
          <a:ext cx="11419446" cy="5053101"/>
        </p:xfrm>
        <a:graphic>
          <a:graphicData uri="http://schemas.openxmlformats.org/drawingml/2006/table">
            <a:tbl>
              <a:tblPr firstRow="1" bandRow="1">
                <a:tableStyleId>{5940675A-B579-460E-94D1-54222C63F5DA}</a:tableStyleId>
              </a:tblPr>
              <a:tblGrid>
                <a:gridCol w="2438838">
                  <a:extLst>
                    <a:ext uri="{9D8B030D-6E8A-4147-A177-3AD203B41FA5}">
                      <a16:colId xmlns:a16="http://schemas.microsoft.com/office/drawing/2014/main" val="1520153134"/>
                    </a:ext>
                  </a:extLst>
                </a:gridCol>
                <a:gridCol w="1973518">
                  <a:extLst>
                    <a:ext uri="{9D8B030D-6E8A-4147-A177-3AD203B41FA5}">
                      <a16:colId xmlns:a16="http://schemas.microsoft.com/office/drawing/2014/main" val="3052225643"/>
                    </a:ext>
                  </a:extLst>
                </a:gridCol>
                <a:gridCol w="1973518">
                  <a:extLst>
                    <a:ext uri="{9D8B030D-6E8A-4147-A177-3AD203B41FA5}">
                      <a16:colId xmlns:a16="http://schemas.microsoft.com/office/drawing/2014/main" val="857316934"/>
                    </a:ext>
                  </a:extLst>
                </a:gridCol>
                <a:gridCol w="2868696">
                  <a:extLst>
                    <a:ext uri="{9D8B030D-6E8A-4147-A177-3AD203B41FA5}">
                      <a16:colId xmlns:a16="http://schemas.microsoft.com/office/drawing/2014/main" val="1824035722"/>
                    </a:ext>
                  </a:extLst>
                </a:gridCol>
                <a:gridCol w="2164876">
                  <a:extLst>
                    <a:ext uri="{9D8B030D-6E8A-4147-A177-3AD203B41FA5}">
                      <a16:colId xmlns:a16="http://schemas.microsoft.com/office/drawing/2014/main" val="549930053"/>
                    </a:ext>
                  </a:extLst>
                </a:gridCol>
              </a:tblGrid>
              <a:tr h="692694">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PI1 Work Candidate(s) (Key Features/epics)</a:t>
                      </a:r>
                    </a:p>
                  </a:txBody>
                  <a:tcPr>
                    <a:solidFill>
                      <a:schemeClr val="accent4">
                        <a:lumMod val="50000"/>
                      </a:schemeClr>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1" i="0" u="none" strike="noStrike" kern="1200">
                          <a:solidFill>
                            <a:schemeClr val="bg1"/>
                          </a:solidFill>
                          <a:effectLst/>
                          <a:latin typeface="+mn-lt"/>
                          <a:ea typeface="+mn-ea"/>
                          <a:cs typeface="Calibri"/>
                        </a:rPr>
                        <a:t>Corresponding Rally Epic/Feature? </a:t>
                      </a:r>
                    </a:p>
                    <a:p>
                      <a:pPr marL="0" marR="0" lvl="0" indent="0" algn="l" rtl="0" eaLnBrk="1" fontAlgn="b" latinLnBrk="0" hangingPunct="1">
                        <a:lnSpc>
                          <a:spcPct val="100000"/>
                        </a:lnSpc>
                        <a:spcBef>
                          <a:spcPts val="0"/>
                        </a:spcBef>
                        <a:spcAft>
                          <a:spcPts val="0"/>
                        </a:spcAft>
                        <a:buClrTx/>
                        <a:buSzTx/>
                        <a:buFontTx/>
                        <a:buNone/>
                      </a:pPr>
                      <a:r>
                        <a:rPr lang="en-US" sz="1100" b="1" i="1" u="none" strike="noStrike" kern="1200">
                          <a:solidFill>
                            <a:schemeClr val="bg1"/>
                          </a:solidFill>
                          <a:effectLst/>
                          <a:latin typeface="+mn-lt"/>
                          <a:ea typeface="+mn-ea"/>
                          <a:cs typeface="Calibri"/>
                        </a:rPr>
                        <a:t>(Add if available)</a:t>
                      </a:r>
                      <a:endParaRPr lang="en-US" sz="1400" b="1" i="0" u="none" strike="noStrike" kern="1200">
                        <a:solidFill>
                          <a:schemeClr val="bg1"/>
                        </a:solidFill>
                        <a:effectLst/>
                        <a:latin typeface="+mn-lt"/>
                        <a:ea typeface="+mn-ea"/>
                        <a:cs typeface="Calibri"/>
                      </a:endParaRPr>
                    </a:p>
                  </a:txBody>
                  <a:tcPr>
                    <a:solidFill>
                      <a:schemeClr val="accent4">
                        <a:lumMod val="50000"/>
                      </a:schemeClr>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KPIs Targeted</a:t>
                      </a:r>
                    </a:p>
                  </a:txBody>
                  <a:tcPr>
                    <a:solidFill>
                      <a:schemeClr val="accent4">
                        <a:lumMod val="50000"/>
                      </a:schemeClr>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Customer problem being solved</a:t>
                      </a:r>
                    </a:p>
                  </a:txBody>
                  <a:tcPr>
                    <a:solidFill>
                      <a:schemeClr val="accent4">
                        <a:lumMod val="50000"/>
                      </a:schemeClr>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400" b="1" i="0" u="none" strike="noStrike" kern="1200" cap="none" spc="0" normalizeH="0" baseline="0" noProof="0">
                          <a:ln>
                            <a:noFill/>
                          </a:ln>
                          <a:solidFill>
                            <a:schemeClr val="bg1"/>
                          </a:solidFill>
                          <a:effectLst/>
                          <a:uLnTx/>
                          <a:uFillTx/>
                          <a:latin typeface="+mn-lt"/>
                          <a:ea typeface="+mn-ea"/>
                          <a:cs typeface="Calibri"/>
                        </a:rPr>
                        <a:t>Primary Train(s)</a:t>
                      </a:r>
                      <a:r>
                        <a:rPr lang="en-US" sz="1400" b="1" i="0" u="none" strike="noStrike" kern="1200" cap="none" spc="0" normalizeH="0" baseline="0" noProof="0">
                          <a:ln>
                            <a:noFill/>
                          </a:ln>
                          <a:solidFill>
                            <a:schemeClr val="bg1"/>
                          </a:solidFill>
                          <a:effectLst/>
                          <a:uLnTx/>
                          <a:uFillTx/>
                          <a:latin typeface="+mn-lt"/>
                          <a:ea typeface="+mn-ea"/>
                          <a:cs typeface="Calibri"/>
                        </a:rPr>
                        <a:t> </a:t>
                      </a:r>
                      <a:endParaRPr kumimoji="0" lang="en-US" sz="14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extLst>
                  <a:ext uri="{0D108BD9-81ED-4DB2-BD59-A6C34878D82A}">
                    <a16:rowId xmlns:a16="http://schemas.microsoft.com/office/drawing/2014/main" val="3410991502"/>
                  </a:ext>
                </a:extLst>
              </a:tr>
              <a:tr h="439889">
                <a:tc>
                  <a:txBody>
                    <a:bodyPr/>
                    <a:lstStyle/>
                    <a:p>
                      <a:pPr marL="0" lvl="0" indent="0" algn="l">
                        <a:spcBef>
                          <a:spcPts val="0"/>
                        </a:spcBef>
                        <a:spcAft>
                          <a:spcPts val="0"/>
                        </a:spcAft>
                        <a:buNone/>
                      </a:pPr>
                      <a:r>
                        <a:rPr lang="en-US" sz="1100">
                          <a:effectLst/>
                          <a:latin typeface="CVS Health Sans"/>
                          <a:ea typeface="Calibri" panose="020F0502020204030204" pitchFamily="34" charset="0"/>
                        </a:rPr>
                        <a:t>Allow patients to request 90D supplies at Rx level</a:t>
                      </a:r>
                    </a:p>
                  </a:txBody>
                  <a:tcPr marL="68580" marR="68580" marT="0" marB="0" anchor="ctr">
                    <a:solidFill>
                      <a:schemeClr val="bg1"/>
                    </a:solidFill>
                  </a:tcPr>
                </a:tc>
                <a:tc>
                  <a:txBody>
                    <a:bodyPr/>
                    <a:lstStyle/>
                    <a:p>
                      <a:pPr marL="0" lvl="0" indent="0" algn="l">
                        <a:spcBef>
                          <a:spcPts val="0"/>
                        </a:spcBef>
                        <a:spcAft>
                          <a:spcPts val="0"/>
                        </a:spcAft>
                        <a:buNone/>
                      </a:pPr>
                      <a:endParaRPr lang="en-US" sz="800">
                        <a:effectLst/>
                        <a:latin typeface="CVS Health Sans"/>
                        <a:ea typeface="Calibri" panose="020F0502020204030204" pitchFamily="34" charset="0"/>
                      </a:endParaRPr>
                    </a:p>
                  </a:txBody>
                  <a:tcPr marL="68580" marR="68580" marT="0" marB="0">
                    <a:solidFill>
                      <a:schemeClr val="bg1"/>
                    </a:solidFill>
                  </a:tcPr>
                </a:tc>
                <a:tc>
                  <a:txBody>
                    <a:bodyPr/>
                    <a:lstStyle/>
                    <a:p>
                      <a:pPr marL="171450" lvl="0" indent="-171450" algn="l">
                        <a:lnSpc>
                          <a:spcPct val="100000"/>
                        </a:lnSpc>
                        <a:spcBef>
                          <a:spcPts val="0"/>
                        </a:spcBef>
                        <a:spcAft>
                          <a:spcPts val="0"/>
                        </a:spcAft>
                        <a:buFont typeface="Arial"/>
                        <a:buChar char="•"/>
                      </a:pPr>
                      <a:r>
                        <a:rPr lang="en-US" sz="1050" b="0" i="0" u="none" strike="noStrike" kern="1200" noProof="0">
                          <a:solidFill>
                            <a:schemeClr val="tx1"/>
                          </a:solidFill>
                          <a:latin typeface="CVS Health Sans"/>
                          <a:ea typeface="+mn-ea"/>
                          <a:cs typeface="+mn-cs"/>
                        </a:rPr>
                        <a:t>Increase # of Rxs enrolled in 90D prefernece via Digital</a:t>
                      </a:r>
                    </a:p>
                  </a:txBody>
                  <a:tcPr>
                    <a:solidFill>
                      <a:schemeClr val="bg1"/>
                    </a:solidFill>
                  </a:tcPr>
                </a:tc>
                <a:tc>
                  <a:txBody>
                    <a:bodyPr/>
                    <a:lstStyle/>
                    <a:p>
                      <a:pPr marL="171450" lvl="0" indent="-171450" algn="l">
                        <a:lnSpc>
                          <a:spcPct val="100000"/>
                        </a:lnSpc>
                        <a:spcBef>
                          <a:spcPts val="0"/>
                        </a:spcBef>
                        <a:spcAft>
                          <a:spcPts val="0"/>
                        </a:spcAft>
                        <a:buFont typeface="Arial"/>
                        <a:buChar char="•"/>
                      </a:pPr>
                      <a:r>
                        <a:rPr lang="en-US" sz="1050">
                          <a:latin typeface="CVS Health Sans"/>
                        </a:rPr>
                        <a:t>Allow patient to manage their 90D supply preference at both patient level (available in Feb.) and Rx level (targeting March deploy)</a:t>
                      </a:r>
                    </a:p>
                  </a:txBody>
                  <a:tcPr>
                    <a:solidFill>
                      <a:schemeClr val="bg1"/>
                    </a:solidFill>
                  </a:tcPr>
                </a:tc>
                <a:tc>
                  <a:txBody>
                    <a:bodyPr/>
                    <a:lstStyle/>
                    <a:p>
                      <a:pPr marL="0" lvl="0" indent="0" algn="l" defTabSz="457200">
                        <a:lnSpc>
                          <a:spcPct val="100000"/>
                        </a:lnSpc>
                        <a:spcBef>
                          <a:spcPts val="0"/>
                        </a:spcBef>
                        <a:spcAft>
                          <a:spcPts val="0"/>
                        </a:spcAft>
                        <a:buNone/>
                        <a:tabLst/>
                        <a:defRPr/>
                      </a:pPr>
                      <a:r>
                        <a:rPr lang="en-US" sz="1050" b="0" i="0" u="none" strike="noStrike" kern="1200" cap="none" spc="0" normalizeH="0" baseline="0" noProof="0">
                          <a:ln>
                            <a:noFill/>
                          </a:ln>
                          <a:solidFill>
                            <a:srgbClr val="000000"/>
                          </a:solidFill>
                          <a:effectLst/>
                          <a:uLnTx/>
                          <a:uFillTx/>
                          <a:latin typeface="CVS Health Sans"/>
                          <a:ea typeface="+mn-ea"/>
                          <a:cs typeface="+mn-cs"/>
                        </a:rPr>
                        <a:t>MYP</a:t>
                      </a:r>
                      <a:endParaRPr kumimoji="0" lang="en-US" sz="1050" b="0" i="0" u="none" strike="noStrike" kern="1200" cap="none" spc="0" normalizeH="0" baseline="0" noProof="0">
                        <a:ln>
                          <a:noFill/>
                        </a:ln>
                        <a:solidFill>
                          <a:srgbClr val="000000"/>
                        </a:solidFill>
                        <a:effectLst/>
                        <a:uLnTx/>
                        <a:uFillTx/>
                        <a:latin typeface="CVS Health Sans"/>
                        <a:ea typeface="+mn-ea"/>
                        <a:cs typeface="+mn-cs"/>
                      </a:endParaRPr>
                    </a:p>
                  </a:txBody>
                  <a:tcPr>
                    <a:solidFill>
                      <a:schemeClr val="bg1"/>
                    </a:solidFill>
                  </a:tcPr>
                </a:tc>
                <a:extLst>
                  <a:ext uri="{0D108BD9-81ED-4DB2-BD59-A6C34878D82A}">
                    <a16:rowId xmlns:a16="http://schemas.microsoft.com/office/drawing/2014/main" val="643296111"/>
                  </a:ext>
                </a:extLst>
              </a:tr>
              <a:tr h="439889">
                <a:tc>
                  <a:txBody>
                    <a:bodyPr/>
                    <a:lstStyle/>
                    <a:p>
                      <a:pPr lvl="0" algn="l">
                        <a:lnSpc>
                          <a:spcPct val="100000"/>
                        </a:lnSpc>
                        <a:spcBef>
                          <a:spcPts val="0"/>
                        </a:spcBef>
                        <a:spcAft>
                          <a:spcPts val="0"/>
                        </a:spcAft>
                        <a:buNone/>
                      </a:pPr>
                      <a:r>
                        <a:rPr lang="en-US" sz="1100" b="0" i="0" u="none" strike="noStrike" noProof="0">
                          <a:latin typeface="CVS Health Sans"/>
                        </a:rPr>
                        <a:t>Add 90 day program enrollment offer to the Pharmacy Onboarding UX</a:t>
                      </a:r>
                    </a:p>
                    <a:p>
                      <a:pPr marL="0" marR="0" lvl="0" indent="0" algn="l">
                        <a:spcBef>
                          <a:spcPts val="0"/>
                        </a:spcBef>
                        <a:spcAft>
                          <a:spcPts val="0"/>
                        </a:spcAft>
                        <a:buFont typeface="Symbol" panose="05050102010706020507" pitchFamily="18" charset="2"/>
                        <a:buNone/>
                      </a:pPr>
                      <a:endParaRPr lang="en-US" sz="1100">
                        <a:effectLst/>
                        <a:latin typeface="CVS Health Sans"/>
                        <a:ea typeface="Calibri" panose="020F0502020204030204" pitchFamily="34" charset="0"/>
                      </a:endParaRPr>
                    </a:p>
                  </a:txBody>
                  <a:tcPr marL="68580" marR="68580" marT="0" marB="0" anchor="ctr">
                    <a:solidFill>
                      <a:schemeClr val="bg1"/>
                    </a:solidFill>
                  </a:tcPr>
                </a:tc>
                <a:tc>
                  <a:txBody>
                    <a:bodyPr/>
                    <a:lstStyle/>
                    <a:p>
                      <a:pPr lvl="0" algn="l">
                        <a:lnSpc>
                          <a:spcPct val="100000"/>
                        </a:lnSpc>
                        <a:spcBef>
                          <a:spcPts val="0"/>
                        </a:spcBef>
                        <a:spcAft>
                          <a:spcPts val="0"/>
                        </a:spcAft>
                        <a:buNone/>
                      </a:pPr>
                      <a:r>
                        <a:rPr lang="en-US" sz="1200" b="1" i="0"/>
                        <a:t>E14986</a:t>
                      </a:r>
                      <a:endParaRPr lang="en-US" sz="1200"/>
                    </a:p>
                    <a:p>
                      <a:pPr marL="0" marR="0" lvl="0" indent="0" algn="l">
                        <a:spcBef>
                          <a:spcPts val="0"/>
                        </a:spcBef>
                        <a:spcAft>
                          <a:spcPts val="0"/>
                        </a:spcAft>
                        <a:buFont typeface="Symbol" panose="05050102010706020507" pitchFamily="18" charset="2"/>
                        <a:buNone/>
                      </a:pPr>
                      <a:endParaRPr lang="en-US" sz="800">
                        <a:effectLst/>
                        <a:latin typeface="CVS Health Sans"/>
                        <a:ea typeface="Calibri" panose="020F0502020204030204" pitchFamily="34" charset="0"/>
                      </a:endParaRPr>
                    </a:p>
                  </a:txBody>
                  <a:tcPr marL="68580" marR="68580" marT="0" marB="0">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0" i="0" u="none" strike="noStrike" kern="1200" noProof="0">
                          <a:solidFill>
                            <a:schemeClr val="tx1"/>
                          </a:solidFill>
                          <a:latin typeface="CVS Health Sans"/>
                          <a:ea typeface="+mn-ea"/>
                          <a:cs typeface="+mn-cs"/>
                        </a:rPr>
                        <a:t>Increased digital views and enrollment rate % for 90D program</a:t>
                      </a:r>
                    </a:p>
                    <a:p>
                      <a:pPr marL="171450" marR="0" lvl="0" indent="-171450" algn="l">
                        <a:lnSpc>
                          <a:spcPct val="100000"/>
                        </a:lnSpc>
                        <a:spcBef>
                          <a:spcPts val="0"/>
                        </a:spcBef>
                        <a:spcAft>
                          <a:spcPts val="0"/>
                        </a:spcAft>
                        <a:buClrTx/>
                        <a:buSzTx/>
                        <a:buFont typeface="Arial" panose="020B0604020202020204" pitchFamily="34" charset="0"/>
                        <a:buChar char="•"/>
                      </a:pPr>
                      <a:endParaRPr lang="en-US" sz="1050" b="0" i="0" u="none" strike="noStrike" kern="1200" noProof="0">
                        <a:solidFill>
                          <a:schemeClr val="tx1"/>
                        </a:solidFill>
                        <a:latin typeface="CVS Health Sans"/>
                        <a:ea typeface="+mn-ea"/>
                        <a:cs typeface="+mn-cs"/>
                      </a:endParaRPr>
                    </a:p>
                  </a:txBody>
                  <a:tcP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a:latin typeface="CVS Health Sans"/>
                        </a:rPr>
                        <a:t>Raise awareness among eligible digital customers of 90D supply preference </a:t>
                      </a:r>
                    </a:p>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a:latin typeface="CVS Health Sans"/>
                        </a:rPr>
                        <a:t>Make Digital a viable alternative alternative channel for driving 90D enrollment</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i="0" u="none" strike="noStrike" kern="1200" cap="none" spc="0" normalizeH="0" baseline="0" noProof="0">
                          <a:ln>
                            <a:noFill/>
                          </a:ln>
                          <a:solidFill>
                            <a:srgbClr val="000000"/>
                          </a:solidFill>
                          <a:effectLst/>
                          <a:uLnTx/>
                          <a:uFillTx/>
                          <a:latin typeface="CVS Health Sans"/>
                          <a:ea typeface="+mn-ea"/>
                          <a:cs typeface="+mn-cs"/>
                        </a:rPr>
                        <a:t>MYP</a:t>
                      </a:r>
                      <a:endParaRPr kumimoji="0" lang="en-US" sz="1050" b="0" i="0" u="none" strike="noStrike" kern="1200" cap="none" spc="0" normalizeH="0" baseline="0" noProof="0">
                        <a:ln>
                          <a:noFill/>
                        </a:ln>
                        <a:solidFill>
                          <a:srgbClr val="000000"/>
                        </a:solidFill>
                        <a:effectLst/>
                        <a:uLnTx/>
                        <a:uFillTx/>
                        <a:latin typeface="CVS Health Sans"/>
                        <a:ea typeface="+mn-ea"/>
                        <a:cs typeface="+mn-cs"/>
                      </a:endParaRPr>
                    </a:p>
                  </a:txBody>
                  <a:tcPr>
                    <a:solidFill>
                      <a:schemeClr val="bg1"/>
                    </a:solidFill>
                  </a:tcPr>
                </a:tc>
                <a:extLst>
                  <a:ext uri="{0D108BD9-81ED-4DB2-BD59-A6C34878D82A}">
                    <a16:rowId xmlns:a16="http://schemas.microsoft.com/office/drawing/2014/main" val="1174892321"/>
                  </a:ext>
                </a:extLst>
              </a:tr>
              <a:tr h="439889">
                <a:tc>
                  <a:txBody>
                    <a:bodyPr/>
                    <a:lstStyle/>
                    <a:p>
                      <a:pPr marL="55245" lvl="0" indent="0" algn="l">
                        <a:buNone/>
                      </a:pPr>
                      <a:r>
                        <a:rPr lang="en-US" sz="1100" b="0" i="0" u="none" strike="noStrike" kern="1200" noProof="0">
                          <a:solidFill>
                            <a:schemeClr val="tx1"/>
                          </a:solidFill>
                          <a:latin typeface="CVS Health Sans"/>
                          <a:ea typeface="+mn-ea"/>
                          <a:cs typeface="+mn-cs"/>
                        </a:rPr>
                        <a:t>Optimize targeting rules and copy within Pharmacy Onboarding flow</a:t>
                      </a:r>
                    </a:p>
                  </a:txBody>
                  <a:tcPr marL="27411" marR="27411" marT="45684" marB="45684" anchor="ctr">
                    <a:solidFill>
                      <a:schemeClr val="bg1"/>
                    </a:solidFill>
                  </a:tcPr>
                </a:tc>
                <a:tc>
                  <a:txBody>
                    <a:bodyPr/>
                    <a:lstStyle/>
                    <a:p>
                      <a:pPr lvl="0" algn="l">
                        <a:lnSpc>
                          <a:spcPct val="100000"/>
                        </a:lnSpc>
                        <a:spcBef>
                          <a:spcPts val="0"/>
                        </a:spcBef>
                        <a:spcAft>
                          <a:spcPts val="0"/>
                        </a:spcAft>
                        <a:buNone/>
                      </a:pPr>
                      <a:r>
                        <a:rPr lang="en-US" sz="1050" b="1" i="0" u="none" strike="noStrike" kern="1200" noProof="0">
                          <a:effectLst/>
                        </a:rPr>
                        <a:t>E14986</a:t>
                      </a:r>
                      <a:endParaRPr lang="en-US" sz="1050" b="0" i="0" u="none" strike="noStrike" kern="1200" noProof="0">
                        <a:effectLst/>
                      </a:endParaRPr>
                    </a:p>
                    <a:p>
                      <a:pPr marL="0" lvl="0" indent="0">
                        <a:buFont typeface="Arial" panose="020B0604020202020204" pitchFamily="34" charset="0"/>
                        <a:buNone/>
                      </a:pPr>
                      <a:endParaRPr lang="en-US" sz="1050" kern="1200">
                        <a:solidFill>
                          <a:schemeClr val="tx1"/>
                        </a:solidFill>
                        <a:effectLst/>
                        <a:latin typeface="CVS Health Sans"/>
                        <a:ea typeface="+mn-ea"/>
                        <a:cs typeface="+mn-cs"/>
                      </a:endParaRPr>
                    </a:p>
                  </a:txBody>
                  <a:tcPr marL="9525" marR="9525" marT="9525" marB="0" anchor="ctr">
                    <a:solidFill>
                      <a:schemeClr val="bg1"/>
                    </a:solidFill>
                  </a:tcPr>
                </a:tc>
                <a:tc>
                  <a:txBody>
                    <a:bodyPr/>
                    <a:lstStyle/>
                    <a:p>
                      <a:pPr marL="171450" lvl="0" indent="-171450">
                        <a:buFont typeface="Arial" panose="020B0604020202020204" pitchFamily="34" charset="0"/>
                        <a:buChar char="•"/>
                      </a:pPr>
                      <a:r>
                        <a:rPr lang="en-US" sz="1050" b="0" i="0" u="none" strike="noStrike" kern="1200" noProof="0">
                          <a:solidFill>
                            <a:schemeClr val="tx1"/>
                          </a:solidFill>
                          <a:latin typeface="CVS Health Sans"/>
                          <a:ea typeface="+mn-ea"/>
                          <a:cs typeface="+mn-cs"/>
                        </a:rPr>
                        <a:t>Enrollment rate % by program</a:t>
                      </a:r>
                    </a:p>
                  </a:txBody>
                  <a:tcPr marL="45720" marR="45720">
                    <a:solidFill>
                      <a:schemeClr val="bg1"/>
                    </a:solidFill>
                  </a:tcPr>
                </a:tc>
                <a:tc>
                  <a:txBody>
                    <a:bodyPr/>
                    <a:lstStyle/>
                    <a:p>
                      <a:pPr marL="171450" lvl="0" indent="-171450">
                        <a:buFont typeface="Arial" panose="020B0604020202020204" pitchFamily="34" charset="0"/>
                        <a:buChar char="•"/>
                      </a:pPr>
                      <a:r>
                        <a:rPr lang="en-US" sz="1050" b="0" i="0" u="none" strike="noStrike" noProof="0">
                          <a:solidFill>
                            <a:schemeClr val="tx1"/>
                          </a:solidFill>
                          <a:latin typeface="CVS Health Sans"/>
                        </a:rPr>
                        <a:t>Conversion rates are much higher when users engage program offers through the automated wizard UI vs. The Onboarding re-entry banner</a:t>
                      </a:r>
                    </a:p>
                  </a:txBody>
                  <a:tcPr>
                    <a:solidFill>
                      <a:schemeClr val="bg1"/>
                    </a:solidFill>
                  </a:tcPr>
                </a:tc>
                <a:tc>
                  <a:txBody>
                    <a:bodyPr/>
                    <a:lstStyle/>
                    <a:p>
                      <a:r>
                        <a:rPr lang="en-US" sz="1050">
                          <a:latin typeface="CVS Health Sans"/>
                        </a:rPr>
                        <a:t>MYP</a:t>
                      </a:r>
                    </a:p>
                  </a:txBody>
                  <a:tcPr>
                    <a:solidFill>
                      <a:schemeClr val="bg1"/>
                    </a:solidFill>
                  </a:tcPr>
                </a:tc>
                <a:extLst>
                  <a:ext uri="{0D108BD9-81ED-4DB2-BD59-A6C34878D82A}">
                    <a16:rowId xmlns:a16="http://schemas.microsoft.com/office/drawing/2014/main" val="1357418345"/>
                  </a:ext>
                </a:extLst>
              </a:tr>
              <a:tr h="286871">
                <a:tc>
                  <a:txBody>
                    <a:bodyPr/>
                    <a:lstStyle/>
                    <a:p>
                      <a:pPr marL="1270" marR="0" lvl="0" indent="0" algn="l">
                        <a:lnSpc>
                          <a:spcPct val="100000"/>
                        </a:lnSpc>
                        <a:spcBef>
                          <a:spcPts val="0"/>
                        </a:spcBef>
                        <a:spcAft>
                          <a:spcPts val="0"/>
                        </a:spcAft>
                        <a:buClr>
                          <a:srgbClr val="000000"/>
                        </a:buClr>
                        <a:buNone/>
                      </a:pPr>
                      <a:r>
                        <a:rPr lang="en-US" sz="1100" b="0" i="0" u="none" strike="noStrike" kern="1200" noProof="0">
                          <a:solidFill>
                            <a:schemeClr val="tx1"/>
                          </a:solidFill>
                          <a:latin typeface="CVS Health Sans"/>
                        </a:rPr>
                        <a:t>Launch standalone prompt pilot: a full-screen UI built from Onboarding's UI template, to promote 1 personalized offers, independent of the Onboarding U</a:t>
                      </a:r>
                      <a:endParaRPr lang="en-US" sz="1100" b="0" i="0" u="none" strike="noStrike" kern="1200" noProof="0">
                        <a:latin typeface="CVS Health Sans"/>
                      </a:endParaRPr>
                    </a:p>
                  </a:txBody>
                  <a:tcPr marL="27411" marR="27411" marT="45684" marB="45684" anchor="ctr">
                    <a:solidFill>
                      <a:schemeClr val="bg1"/>
                    </a:solidFill>
                  </a:tcPr>
                </a:tc>
                <a:tc>
                  <a:txBody>
                    <a:bodyPr/>
                    <a:lstStyle/>
                    <a:p>
                      <a:pPr lvl="0" algn="l">
                        <a:lnSpc>
                          <a:spcPct val="100000"/>
                        </a:lnSpc>
                        <a:spcBef>
                          <a:spcPts val="0"/>
                        </a:spcBef>
                        <a:spcAft>
                          <a:spcPts val="0"/>
                        </a:spcAft>
                        <a:buNone/>
                      </a:pPr>
                      <a:r>
                        <a:rPr lang="en-US" sz="1050" b="1" i="0" u="none" strike="noStrike" kern="1200" noProof="0">
                          <a:effectLst/>
                        </a:rPr>
                        <a:t>E14986</a:t>
                      </a:r>
                      <a:endParaRPr lang="en-US" sz="1050" b="0" i="0" u="none" strike="noStrike" kern="1200" noProof="0">
                        <a:effectLst/>
                      </a:endParaRPr>
                    </a:p>
                    <a:p>
                      <a:pPr lvl="0" algn="ctr">
                        <a:buNone/>
                      </a:pPr>
                      <a:endParaRPr lang="en-US" sz="1050" kern="1200" noProof="0">
                        <a:solidFill>
                          <a:schemeClr val="tx1"/>
                        </a:solidFill>
                        <a:effectLst/>
                        <a:latin typeface="CVS Health Sans"/>
                        <a:ea typeface="+mn-ea"/>
                        <a:cs typeface="+mn-cs"/>
                      </a:endParaRPr>
                    </a:p>
                  </a:txBody>
                  <a:tcPr>
                    <a:solidFill>
                      <a:schemeClr val="bg1"/>
                    </a:solidFill>
                  </a:tcPr>
                </a:tc>
                <a:tc>
                  <a:txBody>
                    <a:bodyPr/>
                    <a:lstStyle/>
                    <a:p>
                      <a:pPr marL="171450" indent="-171450">
                        <a:buFont typeface="Arial" panose="020B0604020202020204" pitchFamily="34" charset="0"/>
                        <a:buChar char="•"/>
                      </a:pPr>
                      <a:r>
                        <a:rPr lang="en-US" sz="1050" b="0" i="0" u="none" strike="noStrike" kern="1200" noProof="0">
                          <a:solidFill>
                            <a:schemeClr val="tx1"/>
                          </a:solidFill>
                          <a:effectLst/>
                          <a:latin typeface="CVS Health Sans"/>
                        </a:rPr>
                        <a:t>Increase digital vews and enrollment rate % for PHR Program</a:t>
                      </a:r>
                    </a:p>
                    <a:p>
                      <a:pPr marL="171450" lvl="0" indent="-171450">
                        <a:buFont typeface="Arial" panose="020B0604020202020204" pitchFamily="34" charset="0"/>
                        <a:buChar char="•"/>
                      </a:pPr>
                      <a:r>
                        <a:rPr lang="en-US" sz="1050" b="0" i="0" u="none" strike="noStrike" kern="1200" noProof="0">
                          <a:solidFill>
                            <a:schemeClr val="tx1"/>
                          </a:solidFill>
                          <a:effectLst/>
                          <a:latin typeface="CVS Health Sans"/>
                        </a:rPr>
                        <a:t>(tentative) Increase Covax adherence</a:t>
                      </a:r>
                    </a:p>
                  </a:txBody>
                  <a:tcPr>
                    <a:solidFill>
                      <a:schemeClr val="bg1"/>
                    </a:solidFill>
                  </a:tcPr>
                </a:tc>
                <a:tc>
                  <a:txBody>
                    <a:bodyPr/>
                    <a:lstStyle/>
                    <a:p>
                      <a:pPr marL="171450" indent="-171450">
                        <a:buFont typeface="Arial" panose="020B0604020202020204" pitchFamily="34" charset="0"/>
                        <a:buChar char="•"/>
                      </a:pPr>
                      <a:r>
                        <a:rPr lang="en-US" sz="1050">
                          <a:latin typeface="CVS Health Sans"/>
                        </a:rPr>
                        <a:t>Increase user awareness of, and enrollment into, PHR program </a:t>
                      </a:r>
                    </a:p>
                    <a:p>
                      <a:pPr marL="171450" lvl="0" indent="-171450">
                        <a:buFont typeface="Arial" panose="020B0604020202020204" pitchFamily="34" charset="0"/>
                        <a:buChar char="•"/>
                      </a:pPr>
                      <a:r>
                        <a:rPr lang="en-US" sz="1050">
                          <a:latin typeface="CVS Health Sans"/>
                        </a:rPr>
                        <a:t>(tentative) Encourage patients to schedule a </a:t>
                      </a:r>
                      <a:r>
                        <a:rPr lang="en-US" sz="1050" err="1">
                          <a:latin typeface="CVS Health Sans"/>
                        </a:rPr>
                        <a:t>Covax</a:t>
                      </a:r>
                      <a:r>
                        <a:rPr lang="en-US" sz="1050">
                          <a:latin typeface="CVS Health Sans"/>
                        </a:rPr>
                        <a:t> appointment and adhere to their vaccine schedule</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i="0" u="none" strike="noStrike" kern="1200" cap="none" spc="0" normalizeH="0" baseline="0" noProof="0">
                          <a:ln>
                            <a:noFill/>
                          </a:ln>
                          <a:solidFill>
                            <a:srgbClr val="000000"/>
                          </a:solidFill>
                          <a:effectLst/>
                          <a:uLnTx/>
                          <a:uFillTx/>
                          <a:latin typeface="+mn-lt"/>
                          <a:ea typeface="+mn-ea"/>
                          <a:cs typeface="+mn-cs"/>
                        </a:rPr>
                        <a:t>MYP</a:t>
                      </a:r>
                      <a:endParaRPr kumimoji="0" lang="en-US" sz="1050" b="0" i="0" u="none" strike="noStrike" kern="1200" cap="none" spc="0" normalizeH="0" baseline="0" noProof="0">
                        <a:ln>
                          <a:noFill/>
                        </a:ln>
                        <a:solidFill>
                          <a:srgbClr val="000000"/>
                        </a:solidFill>
                        <a:effectLst/>
                        <a:uLnTx/>
                        <a:uFillTx/>
                        <a:latin typeface="+mn-lt"/>
                        <a:ea typeface="+mn-ea"/>
                        <a:cs typeface="+mn-cs"/>
                      </a:endParaRPr>
                    </a:p>
                  </a:txBody>
                  <a:tcPr>
                    <a:solidFill>
                      <a:schemeClr val="bg1"/>
                    </a:solidFill>
                  </a:tcPr>
                </a:tc>
                <a:extLst>
                  <a:ext uri="{0D108BD9-81ED-4DB2-BD59-A6C34878D82A}">
                    <a16:rowId xmlns:a16="http://schemas.microsoft.com/office/drawing/2014/main" val="961673340"/>
                  </a:ext>
                </a:extLst>
              </a:tr>
              <a:tr h="358753">
                <a:tc>
                  <a:txBody>
                    <a:bodyPr/>
                    <a:lstStyle/>
                    <a:p>
                      <a:pPr marL="0" indent="0">
                        <a:buFont typeface="Arial" panose="020B0604020202020204" pitchFamily="34" charset="0"/>
                        <a:buNone/>
                      </a:pPr>
                      <a:endParaRPr lang="en-US" sz="1050" b="0" i="0" u="none" strike="noStrike" kern="1200" noProof="0">
                        <a:solidFill>
                          <a:schemeClr val="tx1"/>
                        </a:solidFill>
                        <a:latin typeface="CVS Health Sans"/>
                        <a:ea typeface="+mn-ea"/>
                        <a:cs typeface="+mn-cs"/>
                      </a:endParaRPr>
                    </a:p>
                  </a:txBody>
                  <a:tcPr anchor="ctr">
                    <a:solidFill>
                      <a:schemeClr val="bg1"/>
                    </a:solidFill>
                  </a:tcPr>
                </a:tc>
                <a:tc>
                  <a:txBody>
                    <a:bodyPr/>
                    <a:lstStyle/>
                    <a:p>
                      <a:pPr marL="0" algn="ctr" defTabSz="457200" rtl="0" eaLnBrk="1" latinLnBrk="0" hangingPunct="1"/>
                      <a:endParaRPr lang="en-US" sz="1050" kern="1200" noProof="0">
                        <a:solidFill>
                          <a:schemeClr val="tx1"/>
                        </a:solidFill>
                        <a:effectLst/>
                        <a:latin typeface="CVS Health Sans" panose="020B0504020202020204" pitchFamily="34" charset="0"/>
                        <a:ea typeface="+mn-ea"/>
                        <a:cs typeface="+mn-cs"/>
                      </a:endParaRPr>
                    </a:p>
                  </a:txBody>
                  <a:tcPr>
                    <a:solidFill>
                      <a:schemeClr val="bg1"/>
                    </a:solidFill>
                  </a:tcPr>
                </a:tc>
                <a:tc>
                  <a:txBody>
                    <a:bodyPr/>
                    <a:lstStyle/>
                    <a:p>
                      <a:pPr marL="171450" indent="-171450">
                        <a:buFont typeface="Arial" panose="020B0604020202020204" pitchFamily="34" charset="0"/>
                        <a:buChar char="•"/>
                      </a:pPr>
                      <a:endParaRPr lang="en-US" sz="1050" b="0" i="0" u="none" strike="noStrike" kern="1200" noProof="0">
                        <a:solidFill>
                          <a:schemeClr val="tx1"/>
                        </a:solidFill>
                        <a:latin typeface="CVS Health Sans"/>
                        <a:ea typeface="+mn-ea"/>
                        <a:cs typeface="+mn-cs"/>
                      </a:endParaRPr>
                    </a:p>
                  </a:txBody>
                  <a:tcPr>
                    <a:solidFill>
                      <a:schemeClr val="bg1"/>
                    </a:solidFill>
                  </a:tcPr>
                </a:tc>
                <a:tc>
                  <a:txBody>
                    <a:bodyPr/>
                    <a:lstStyle/>
                    <a:p>
                      <a:pPr marL="171450" indent="-171450">
                        <a:buFont typeface="Arial"/>
                        <a:buChar char="•"/>
                      </a:pPr>
                      <a:endParaRPr lang="en-US" sz="1050">
                        <a:latin typeface="CVS Health Sans"/>
                      </a:endParaRP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mn-lt"/>
                        <a:ea typeface="+mn-ea"/>
                        <a:cs typeface="+mn-cs"/>
                      </a:endParaRPr>
                    </a:p>
                  </a:txBody>
                  <a:tcPr>
                    <a:solidFill>
                      <a:schemeClr val="bg1"/>
                    </a:solidFill>
                  </a:tcPr>
                </a:tc>
                <a:extLst>
                  <a:ext uri="{0D108BD9-81ED-4DB2-BD59-A6C34878D82A}">
                    <a16:rowId xmlns:a16="http://schemas.microsoft.com/office/drawing/2014/main" val="4005593989"/>
                  </a:ext>
                </a:extLst>
              </a:tr>
              <a:tr h="358753">
                <a:tc>
                  <a:txBody>
                    <a:bodyPr/>
                    <a:lstStyle/>
                    <a:p>
                      <a:pPr marL="55245" lvl="0" indent="0" algn="l">
                        <a:buNone/>
                      </a:pPr>
                      <a:endParaRPr lang="en-US" sz="1050" b="0" i="0" u="none" strike="noStrike" kern="1200" noProof="0">
                        <a:solidFill>
                          <a:schemeClr val="tx1"/>
                        </a:solidFill>
                        <a:latin typeface="CVS Health Sans" panose="020B0504020202020204" pitchFamily="34" charset="0"/>
                        <a:ea typeface="+mn-ea"/>
                        <a:cs typeface="+mn-cs"/>
                      </a:endParaRPr>
                    </a:p>
                  </a:txBody>
                  <a:tcPr marL="45720" marR="45720" marT="45684" marB="45684" anchor="ctr">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50">
                        <a:latin typeface="CVS Health Sans" panose="020B0504020202020204" pitchFamily="34" charset="0"/>
                      </a:endParaRPr>
                    </a:p>
                  </a:txBody>
                  <a:tcPr marL="45720" marR="45720" marT="9525" marB="0" anchor="ctr">
                    <a:solidFill>
                      <a:schemeClr val="bg1"/>
                    </a:solidFill>
                  </a:tcPr>
                </a:tc>
                <a:tc>
                  <a:txBody>
                    <a:bodyPr/>
                    <a:lstStyle/>
                    <a:p>
                      <a:pPr marL="171450" lvl="0" indent="-171450">
                        <a:buFont typeface="Arial" panose="020B0604020202020204" pitchFamily="34" charset="0"/>
                        <a:buChar char="•"/>
                      </a:pPr>
                      <a:endParaRPr lang="en-US" sz="1050" kern="1200">
                        <a:solidFill>
                          <a:schemeClr val="tx1"/>
                        </a:solidFill>
                        <a:effectLst/>
                        <a:latin typeface="CVS Health Sans" panose="020B0504020202020204" pitchFamily="34" charset="0"/>
                        <a:ea typeface="+mn-ea"/>
                        <a:cs typeface="+mn-cs"/>
                      </a:endParaRPr>
                    </a:p>
                  </a:txBody>
                  <a:tcPr marL="45720" marR="45720" marT="9525" marB="0">
                    <a:solidFill>
                      <a:schemeClr val="bg1"/>
                    </a:solidFill>
                  </a:tcPr>
                </a:tc>
                <a:tc>
                  <a:txBody>
                    <a:bodyPr/>
                    <a:lstStyle/>
                    <a:p>
                      <a:pPr marL="171450" lvl="0" indent="-171450">
                        <a:buFont typeface="Arial" panose="020B0604020202020204" pitchFamily="34" charset="0"/>
                        <a:buChar char="•"/>
                      </a:pPr>
                      <a:endParaRPr lang="en-US" sz="1050" b="0" i="0" u="none" strike="noStrike" noProof="0">
                        <a:solidFill>
                          <a:schemeClr val="tx1"/>
                        </a:solidFill>
                        <a:latin typeface="CVS Health Sans" panose="020B0504020202020204" pitchFamily="34" charset="0"/>
                      </a:endParaRPr>
                    </a:p>
                  </a:txBody>
                  <a:tcPr marL="45720" marR="45720">
                    <a:solidFill>
                      <a:schemeClr val="bg1"/>
                    </a:solidFill>
                  </a:tcPr>
                </a:tc>
                <a:tc>
                  <a:txBody>
                    <a:bodyPr/>
                    <a:lstStyle/>
                    <a:p>
                      <a:endParaRPr lang="en-US" sz="1050">
                        <a:latin typeface="CVS Health Sans" panose="020B0504020202020204" pitchFamily="34" charset="0"/>
                      </a:endParaRPr>
                    </a:p>
                  </a:txBody>
                  <a:tcPr marL="45720" marR="45720">
                    <a:solidFill>
                      <a:schemeClr val="bg1"/>
                    </a:solidFill>
                  </a:tcPr>
                </a:tc>
                <a:extLst>
                  <a:ext uri="{0D108BD9-81ED-4DB2-BD59-A6C34878D82A}">
                    <a16:rowId xmlns:a16="http://schemas.microsoft.com/office/drawing/2014/main" val="3170231927"/>
                  </a:ext>
                </a:extLst>
              </a:tr>
              <a:tr h="358753">
                <a:tc>
                  <a:txBody>
                    <a:bodyPr/>
                    <a:lstStyle/>
                    <a:p>
                      <a:pPr marL="55245" lvl="0" indent="0" algn="l">
                        <a:buNone/>
                      </a:pPr>
                      <a:endParaRPr lang="en-US" sz="1050" b="0" i="0" u="none" strike="noStrike" kern="1200" noProof="0">
                        <a:solidFill>
                          <a:schemeClr val="tx1"/>
                        </a:solidFill>
                        <a:latin typeface="CVS Health Sans" panose="020B0504020202020204" pitchFamily="34" charset="0"/>
                        <a:ea typeface="+mn-ea"/>
                        <a:cs typeface="+mn-cs"/>
                      </a:endParaRPr>
                    </a:p>
                  </a:txBody>
                  <a:tcPr marL="45720" marR="45720" marT="45684" marB="45684" anchor="ctr">
                    <a:solidFill>
                      <a:schemeClr val="bg1"/>
                    </a:solidFill>
                  </a:tcPr>
                </a:tc>
                <a:tc>
                  <a:txBody>
                    <a:bodyPr/>
                    <a:lstStyle/>
                    <a:p>
                      <a:pPr algn="ctr"/>
                      <a:endParaRPr lang="en-US" sz="1050" kern="1200" noProof="0">
                        <a:solidFill>
                          <a:schemeClr val="tx1"/>
                        </a:solidFill>
                        <a:effectLst/>
                        <a:latin typeface="CVS Health Sans" panose="020B0504020202020204" pitchFamily="34" charset="0"/>
                        <a:ea typeface="+mn-ea"/>
                        <a:cs typeface="+mn-cs"/>
                      </a:endParaRPr>
                    </a:p>
                  </a:txBody>
                  <a:tcPr marL="45720" marR="45720">
                    <a:solidFill>
                      <a:schemeClr val="bg1"/>
                    </a:solidFill>
                  </a:tcPr>
                </a:tc>
                <a:tc>
                  <a:txBody>
                    <a:bodyPr/>
                    <a:lstStyle/>
                    <a:p>
                      <a:endParaRPr lang="en-US" sz="1050" kern="1200" noProof="0">
                        <a:solidFill>
                          <a:schemeClr val="tx1"/>
                        </a:solidFill>
                        <a:effectLst/>
                        <a:latin typeface="CVS Health Sans" panose="020B0504020202020204" pitchFamily="34" charset="0"/>
                        <a:ea typeface="+mn-ea"/>
                        <a:cs typeface="+mn-cs"/>
                      </a:endParaRPr>
                    </a:p>
                  </a:txBody>
                  <a:tcPr marL="45720" marR="45720">
                    <a:solidFill>
                      <a:schemeClr val="bg1"/>
                    </a:solidFill>
                  </a:tcPr>
                </a:tc>
                <a:tc>
                  <a:txBody>
                    <a:bodyPr/>
                    <a:lstStyle/>
                    <a:p>
                      <a:pPr marL="171450" indent="-171450">
                        <a:buFont typeface="Arial" panose="020B0604020202020204" pitchFamily="34" charset="0"/>
                        <a:buChar char="•"/>
                      </a:pPr>
                      <a:endParaRPr lang="en-US" sz="1050">
                        <a:latin typeface="CVS Health Sans" panose="020B0504020202020204" pitchFamily="34" charset="0"/>
                      </a:endParaRPr>
                    </a:p>
                  </a:txBody>
                  <a:tcPr marL="45720" marR="45720">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VS Health Sans" panose="020B0504020202020204" pitchFamily="34" charset="0"/>
                        <a:ea typeface="+mn-ea"/>
                        <a:cs typeface="+mn-cs"/>
                      </a:endParaRPr>
                    </a:p>
                  </a:txBody>
                  <a:tcPr marL="45720" marR="45720">
                    <a:solidFill>
                      <a:schemeClr val="bg1"/>
                    </a:solidFill>
                  </a:tcPr>
                </a:tc>
                <a:extLst>
                  <a:ext uri="{0D108BD9-81ED-4DB2-BD59-A6C34878D82A}">
                    <a16:rowId xmlns:a16="http://schemas.microsoft.com/office/drawing/2014/main" val="4207553854"/>
                  </a:ext>
                </a:extLst>
              </a:tr>
            </a:tbl>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64655" y="259089"/>
            <a:ext cx="6096000" cy="369332"/>
          </a:xfrm>
          <a:prstGeom prst="rect">
            <a:avLst/>
          </a:prstGeom>
          <a:noFill/>
        </p:spPr>
        <p:txBody>
          <a:bodyPr wrap="square">
            <a:spAutoFit/>
          </a:bodyPr>
          <a:lstStyle/>
          <a:p>
            <a:r>
              <a:rPr lang="en-US"/>
              <a:t>Onboarding (includes Account and Preferences):</a:t>
            </a:r>
          </a:p>
        </p:txBody>
      </p:sp>
    </p:spTree>
    <p:extLst>
      <p:ext uri="{BB962C8B-B14F-4D97-AF65-F5344CB8AC3E}">
        <p14:creationId xmlns:p14="http://schemas.microsoft.com/office/powerpoint/2010/main" val="2402464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64655" y="259089"/>
            <a:ext cx="6096000" cy="369332"/>
          </a:xfrm>
          <a:prstGeom prst="rect">
            <a:avLst/>
          </a:prstGeom>
          <a:noFill/>
        </p:spPr>
        <p:txBody>
          <a:bodyPr wrap="square">
            <a:spAutoFit/>
          </a:bodyPr>
          <a:lstStyle/>
          <a:p>
            <a:r>
              <a:rPr lang="en-US" sz="1800"/>
              <a:t>Adoption</a:t>
            </a:r>
            <a:r>
              <a:rPr lang="en-US"/>
              <a:t>:</a:t>
            </a:r>
          </a:p>
        </p:txBody>
      </p:sp>
      <p:graphicFrame>
        <p:nvGraphicFramePr>
          <p:cNvPr id="7" name="Table 4">
            <a:extLst>
              <a:ext uri="{FF2B5EF4-FFF2-40B4-BE49-F238E27FC236}">
                <a16:creationId xmlns:a16="http://schemas.microsoft.com/office/drawing/2014/main" id="{41B4621A-71C3-4E11-B948-17CD78BD590F}"/>
              </a:ext>
            </a:extLst>
          </p:cNvPr>
          <p:cNvGraphicFramePr>
            <a:graphicFrameLocks noGrp="1"/>
          </p:cNvGraphicFramePr>
          <p:nvPr>
            <p:extLst>
              <p:ext uri="{D42A27DB-BD31-4B8C-83A1-F6EECF244321}">
                <p14:modId xmlns:p14="http://schemas.microsoft.com/office/powerpoint/2010/main" val="4220905853"/>
              </p:ext>
            </p:extLst>
          </p:nvPr>
        </p:nvGraphicFramePr>
        <p:xfrm>
          <a:off x="161277" y="795447"/>
          <a:ext cx="11697598" cy="3859529"/>
        </p:xfrm>
        <a:graphic>
          <a:graphicData uri="http://schemas.openxmlformats.org/drawingml/2006/table">
            <a:tbl>
              <a:tblPr firstRow="1" bandRow="1">
                <a:tableStyleId>{5940675A-B579-460E-94D1-54222C63F5DA}</a:tableStyleId>
              </a:tblPr>
              <a:tblGrid>
                <a:gridCol w="3940097">
                  <a:extLst>
                    <a:ext uri="{9D8B030D-6E8A-4147-A177-3AD203B41FA5}">
                      <a16:colId xmlns:a16="http://schemas.microsoft.com/office/drawing/2014/main" val="1520153134"/>
                    </a:ext>
                  </a:extLst>
                </a:gridCol>
                <a:gridCol w="1198755">
                  <a:extLst>
                    <a:ext uri="{9D8B030D-6E8A-4147-A177-3AD203B41FA5}">
                      <a16:colId xmlns:a16="http://schemas.microsoft.com/office/drawing/2014/main" val="2163813305"/>
                    </a:ext>
                  </a:extLst>
                </a:gridCol>
                <a:gridCol w="1683279">
                  <a:extLst>
                    <a:ext uri="{9D8B030D-6E8A-4147-A177-3AD203B41FA5}">
                      <a16:colId xmlns:a16="http://schemas.microsoft.com/office/drawing/2014/main" val="857316934"/>
                    </a:ext>
                  </a:extLst>
                </a:gridCol>
                <a:gridCol w="3715336">
                  <a:extLst>
                    <a:ext uri="{9D8B030D-6E8A-4147-A177-3AD203B41FA5}">
                      <a16:colId xmlns:a16="http://schemas.microsoft.com/office/drawing/2014/main" val="1824035722"/>
                    </a:ext>
                  </a:extLst>
                </a:gridCol>
                <a:gridCol w="1160131">
                  <a:extLst>
                    <a:ext uri="{9D8B030D-6E8A-4147-A177-3AD203B41FA5}">
                      <a16:colId xmlns:a16="http://schemas.microsoft.com/office/drawing/2014/main" val="549930053"/>
                    </a:ext>
                  </a:extLst>
                </a:gridCol>
              </a:tblGrid>
              <a:tr h="1479176">
                <a:tc>
                  <a:txBody>
                    <a:bodyPr/>
                    <a:lstStyle/>
                    <a:p>
                      <a:pPr marL="0" algn="l" rtl="0" eaLnBrk="1" fontAlgn="b" latinLnBrk="0" hangingPunct="1"/>
                      <a:r>
                        <a:rPr lang="en-US" sz="1400" b="1" i="0" u="none" strike="noStrike" kern="1200">
                          <a:solidFill>
                            <a:schemeClr val="bg1"/>
                          </a:solidFill>
                          <a:effectLst/>
                          <a:latin typeface="+mn-lt"/>
                          <a:ea typeface="+mn-ea"/>
                          <a:cs typeface="Calibri"/>
                        </a:rPr>
                        <a:t>PI1  Work Candidate(s) (Key Features/epics)</a:t>
                      </a:r>
                    </a:p>
                  </a:txBody>
                  <a:tcPr>
                    <a:solidFill>
                      <a:schemeClr val="accent4">
                        <a:lumMod val="50000"/>
                      </a:schemeClr>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1" i="0" u="none" strike="noStrike" kern="1200">
                          <a:solidFill>
                            <a:schemeClr val="bg1"/>
                          </a:solidFill>
                          <a:effectLst/>
                          <a:latin typeface="+mn-lt"/>
                          <a:ea typeface="+mn-ea"/>
                          <a:cs typeface="Calibri"/>
                        </a:rPr>
                        <a:t>Corresponding Rally Epic/Feature?  </a:t>
                      </a:r>
                      <a:r>
                        <a:rPr lang="en-US" sz="1100" b="1" i="1" u="none" strike="noStrike" kern="1200">
                          <a:solidFill>
                            <a:schemeClr val="bg1"/>
                          </a:solidFill>
                          <a:effectLst/>
                          <a:latin typeface="+mn-lt"/>
                          <a:ea typeface="+mn-ea"/>
                          <a:cs typeface="Calibri"/>
                        </a:rPr>
                        <a:t>(Add if available)</a:t>
                      </a:r>
                    </a:p>
                    <a:p>
                      <a:pPr marL="0" algn="l" defTabSz="457200" rtl="0" eaLnBrk="1" fontAlgn="b" latinLnBrk="0" hangingPunct="1"/>
                      <a:endParaRPr lang="en-US" sz="1400" b="1" i="0" u="none" strike="noStrike" kern="1200">
                        <a:solidFill>
                          <a:schemeClr val="bg1"/>
                        </a:solidFill>
                        <a:effectLst/>
                        <a:latin typeface="+mn-lt"/>
                        <a:ea typeface="+mn-ea"/>
                        <a:cs typeface="Calibri"/>
                      </a:endParaRPr>
                    </a:p>
                  </a:txBody>
                  <a:tcPr>
                    <a:solidFill>
                      <a:schemeClr val="accent4">
                        <a:lumMod val="50000"/>
                      </a:schemeClr>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KPIs Targeted</a:t>
                      </a:r>
                    </a:p>
                  </a:txBody>
                  <a:tcPr>
                    <a:solidFill>
                      <a:schemeClr val="accent4">
                        <a:lumMod val="50000"/>
                      </a:schemeClr>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100" b="1" i="1"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400" b="1" i="0" u="none" strike="noStrike" kern="1200" cap="none" spc="0" normalizeH="0" baseline="0" noProof="0">
                          <a:ln>
                            <a:noFill/>
                          </a:ln>
                          <a:solidFill>
                            <a:schemeClr val="bg1"/>
                          </a:solidFill>
                          <a:effectLst/>
                          <a:uLnTx/>
                          <a:uFillTx/>
                          <a:latin typeface="+mn-lt"/>
                          <a:ea typeface="+mn-ea"/>
                          <a:cs typeface="Calibri"/>
                        </a:rPr>
                        <a:t>Primary Train(s) </a:t>
                      </a:r>
                      <a:r>
                        <a:rPr lang="en-US" sz="1400" b="1" i="0" u="none" strike="noStrike" kern="1200" cap="none" spc="0" normalizeH="0" baseline="0" noProof="0">
                          <a:ln>
                            <a:noFill/>
                          </a:ln>
                          <a:solidFill>
                            <a:schemeClr val="bg1"/>
                          </a:solidFill>
                          <a:effectLst/>
                          <a:uLnTx/>
                          <a:uFillTx/>
                          <a:latin typeface="+mn-lt"/>
                          <a:ea typeface="+mn-ea"/>
                          <a:cs typeface="Calibri"/>
                        </a:rPr>
                        <a:t>/ Impacted Applications</a:t>
                      </a:r>
                      <a:endParaRPr kumimoji="0" lang="en-US" sz="14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extLst>
                  <a:ext uri="{0D108BD9-81ED-4DB2-BD59-A6C34878D82A}">
                    <a16:rowId xmlns:a16="http://schemas.microsoft.com/office/drawing/2014/main" val="3410991502"/>
                  </a:ext>
                </a:extLst>
              </a:tr>
              <a:tr h="1115433">
                <a:tc>
                  <a:txBody>
                    <a:bodyPr/>
                    <a:lstStyle/>
                    <a:p>
                      <a:pPr marL="0" lvl="0" indent="0">
                        <a:buNone/>
                      </a:pPr>
                      <a:r>
                        <a:rPr lang="en-US" sz="1100" b="1" i="0" u="none" strike="noStrike" kern="1200" noProof="0">
                          <a:solidFill>
                            <a:schemeClr val="tx1"/>
                          </a:solidFill>
                          <a:effectLst/>
                          <a:latin typeface="+mn-lt"/>
                          <a:ea typeface="+mn-ea"/>
                          <a:cs typeface="+mn-cs"/>
                        </a:rPr>
                        <a:t>XID flow enhancement for ORRTS campaign to determine user's registration/Rx tie status: </a:t>
                      </a:r>
                      <a:r>
                        <a:rPr lang="en-US" sz="1100" b="0" i="0" u="none" strike="noStrike" kern="1200" noProof="0">
                          <a:solidFill>
                            <a:schemeClr val="tx1"/>
                          </a:solidFill>
                          <a:effectLst/>
                          <a:latin typeface="+mn-lt"/>
                          <a:ea typeface="+mn-ea"/>
                          <a:cs typeface="+mn-cs"/>
                        </a:rPr>
                        <a:t>requesting to reserve Arch runway for analysis/Discovery to determine ideal solution to better impact Rx Ties via ORRTS campaigns</a:t>
                      </a:r>
                      <a:endParaRPr lang="en-US"/>
                    </a:p>
                  </a:txBody>
                  <a:tcPr>
                    <a:solidFill>
                      <a:schemeClr val="bg1"/>
                    </a:solidFill>
                  </a:tcPr>
                </a:tc>
                <a:tc>
                  <a:txBody>
                    <a:bodyPr/>
                    <a:lstStyle/>
                    <a:p>
                      <a:pPr marL="0" lvl="0" indent="0">
                        <a:buNone/>
                      </a:pPr>
                      <a:r>
                        <a:rPr lang="en-US" sz="1200" b="0" i="0" u="none" strike="noStrike" kern="1200" noProof="0">
                          <a:solidFill>
                            <a:schemeClr val="tx1"/>
                          </a:solidFill>
                          <a:latin typeface="CVS Health Sans"/>
                          <a:ea typeface="+mn-ea"/>
                          <a:cs typeface="+mn-cs"/>
                        </a:rPr>
                        <a:t>TBD: currently in Intake review</a:t>
                      </a:r>
                    </a:p>
                  </a:txBody>
                  <a:tcPr>
                    <a:solidFill>
                      <a:schemeClr val="bg1"/>
                    </a:solidFill>
                  </a:tcPr>
                </a:tc>
                <a:tc>
                  <a:txBody>
                    <a:bodyPr/>
                    <a:lstStyle/>
                    <a:p>
                      <a:pPr marL="0" marR="0" lvl="0" indent="0">
                        <a:spcBef>
                          <a:spcPts val="0"/>
                        </a:spcBef>
                        <a:spcAft>
                          <a:spcPts val="0"/>
                        </a:spcAft>
                        <a:buNone/>
                      </a:pPr>
                      <a:r>
                        <a:rPr lang="en-US" sz="1200" b="0" i="0" u="none" strike="noStrike" kern="1200">
                          <a:solidFill>
                            <a:schemeClr val="tx1"/>
                          </a:solidFill>
                          <a:latin typeface="CVS Health Sans"/>
                          <a:ea typeface="+mn-ea"/>
                          <a:cs typeface="+mn-cs"/>
                        </a:rPr>
                        <a:t>Impact to EOY goal of 70% adoption; specific KPIs TBD</a:t>
                      </a:r>
                    </a:p>
                  </a:txBody>
                  <a:tcPr>
                    <a:solidFill>
                      <a:schemeClr val="bg1"/>
                    </a:solidFill>
                  </a:tcPr>
                </a:tc>
                <a:tc>
                  <a:txBody>
                    <a:bodyPr/>
                    <a:lstStyle/>
                    <a:p>
                      <a:pPr marL="0" marR="0" lvl="0">
                        <a:spcBef>
                          <a:spcPts val="0"/>
                        </a:spcBef>
                        <a:spcAft>
                          <a:spcPts val="0"/>
                        </a:spcAft>
                        <a:buNone/>
                      </a:pPr>
                      <a:r>
                        <a:rPr lang="en-US" sz="1200" b="0" i="0" u="none" strike="noStrike" kern="1200">
                          <a:solidFill>
                            <a:schemeClr val="tx1"/>
                          </a:solidFill>
                          <a:latin typeface="CVS Health Sans"/>
                          <a:ea typeface="+mn-ea"/>
                          <a:cs typeface="+mn-cs"/>
                        </a:rPr>
                        <a:t>Leverage ORRTS campaigns to increase Digital Adoption/Rx ties</a:t>
                      </a:r>
                    </a:p>
                  </a:txBody>
                  <a:tcPr>
                    <a:solidFill>
                      <a:schemeClr val="bg1"/>
                    </a:solidFill>
                  </a:tcPr>
                </a:tc>
                <a:tc>
                  <a:txBody>
                    <a:bodyPr/>
                    <a:lstStyle/>
                    <a:p>
                      <a:pPr lvl="0">
                        <a:buNone/>
                      </a:pPr>
                      <a:r>
                        <a:rPr lang="en-US" sz="1200" b="0" i="0" u="none" strike="noStrike" noProof="0">
                          <a:solidFill>
                            <a:schemeClr val="tx1"/>
                          </a:solidFill>
                          <a:latin typeface="CVS Health Sans"/>
                        </a:rPr>
                        <a:t>Patient Engagement, CRM (?)</a:t>
                      </a:r>
                      <a:endParaRPr kumimoji="0" lang="en-US" sz="1200" b="0" i="0" u="none" strike="noStrike" noProof="0">
                        <a:solidFill>
                          <a:schemeClr val="tx1"/>
                        </a:solidFill>
                        <a:latin typeface="CVS Health Sans"/>
                      </a:endParaRPr>
                    </a:p>
                  </a:txBody>
                  <a:tcPr>
                    <a:solidFill>
                      <a:schemeClr val="bg1"/>
                    </a:solidFill>
                  </a:tcPr>
                </a:tc>
                <a:extLst>
                  <a:ext uri="{0D108BD9-81ED-4DB2-BD59-A6C34878D82A}">
                    <a16:rowId xmlns:a16="http://schemas.microsoft.com/office/drawing/2014/main" val="1357418345"/>
                  </a:ext>
                </a:extLst>
              </a:tr>
              <a:tr h="1115433">
                <a:tc>
                  <a:txBody>
                    <a:bodyPr/>
                    <a:lstStyle/>
                    <a:p>
                      <a:pPr marL="0" lvl="0" indent="0">
                        <a:buNone/>
                      </a:pPr>
                      <a:r>
                        <a:rPr lang="en-US" sz="1100" b="1" i="0" u="none" strike="noStrike" kern="1200" noProof="0">
                          <a:solidFill>
                            <a:schemeClr val="tx1"/>
                          </a:solidFill>
                          <a:effectLst/>
                          <a:latin typeface="CVS Health Sans"/>
                        </a:rPr>
                        <a:t>Financial Summary: </a:t>
                      </a:r>
                      <a:r>
                        <a:rPr lang="en-US" sz="1100" b="0" i="0" u="none" strike="noStrike" kern="1200" noProof="0">
                          <a:solidFill>
                            <a:schemeClr val="tx1"/>
                          </a:solidFill>
                          <a:effectLst/>
                          <a:latin typeface="CVS Health Sans"/>
                        </a:rPr>
                        <a:t>addition of print/download feature in mobile app in support of tax season SMS campaigns being distributed in Feb</a:t>
                      </a:r>
                    </a:p>
                  </a:txBody>
                  <a:tcPr>
                    <a:solidFill>
                      <a:schemeClr val="bg1"/>
                    </a:solidFill>
                  </a:tcPr>
                </a:tc>
                <a:tc>
                  <a:txBody>
                    <a:bodyPr/>
                    <a:lstStyle/>
                    <a:p>
                      <a:pPr marL="0" marR="0" lvl="0" indent="0">
                        <a:spcBef>
                          <a:spcPts val="0"/>
                        </a:spcBef>
                        <a:spcAft>
                          <a:spcPts val="0"/>
                        </a:spcAft>
                        <a:buNone/>
                      </a:pPr>
                      <a:r>
                        <a:rPr lang="en-US" sz="1100" b="0" i="0" u="none" strike="noStrike" kern="1200" noProof="0">
                          <a:solidFill>
                            <a:schemeClr val="tx1"/>
                          </a:solidFill>
                          <a:effectLst/>
                          <a:latin typeface="CVS Health Sans"/>
                        </a:rPr>
                        <a:t>TBD: currently in estimation</a:t>
                      </a:r>
                    </a:p>
                  </a:txBody>
                  <a:tcPr>
                    <a:solidFill>
                      <a:schemeClr val="bg1"/>
                    </a:solidFill>
                  </a:tcPr>
                </a:tc>
                <a:tc>
                  <a:txBody>
                    <a:bodyPr/>
                    <a:lstStyle/>
                    <a:p>
                      <a:pPr marL="0" marR="0" lvl="0" indent="0">
                        <a:spcBef>
                          <a:spcPts val="0"/>
                        </a:spcBef>
                        <a:spcAft>
                          <a:spcPts val="0"/>
                        </a:spcAft>
                        <a:buClr>
                          <a:srgbClr val="000000"/>
                        </a:buClr>
                        <a:buNone/>
                      </a:pPr>
                      <a:r>
                        <a:rPr lang="en-US" sz="1100" b="0" i="0" u="none" strike="noStrike" kern="1200" noProof="0">
                          <a:effectLst/>
                        </a:rPr>
                        <a:t>In 2022, 154K-284K visits to the financial summary page per month AND ~70% of those were via the CVS App; potential impact to this population  </a:t>
                      </a:r>
                      <a:endParaRPr lang="en-US" sz="1100" b="0" i="0" u="none" strike="noStrike" kern="1200" noProof="0">
                        <a:solidFill>
                          <a:schemeClr val="tx1"/>
                        </a:solidFill>
                        <a:effectLst/>
                        <a:latin typeface="CVS Health Sans"/>
                      </a:endParaRPr>
                    </a:p>
                  </a:txBody>
                  <a:tcPr>
                    <a:solidFill>
                      <a:schemeClr val="bg1"/>
                    </a:solidFill>
                  </a:tcPr>
                </a:tc>
                <a:tc>
                  <a:txBody>
                    <a:bodyPr/>
                    <a:lstStyle/>
                    <a:p>
                      <a:pPr marL="0" lvl="0">
                        <a:spcBef>
                          <a:spcPts val="0"/>
                        </a:spcBef>
                        <a:spcAft>
                          <a:spcPts val="0"/>
                        </a:spcAft>
                        <a:buNone/>
                      </a:pPr>
                      <a:r>
                        <a:rPr lang="en-US" sz="1100" kern="1200">
                          <a:solidFill>
                            <a:schemeClr val="tx1"/>
                          </a:solidFill>
                          <a:effectLst/>
                          <a:latin typeface="+mn-lt"/>
                          <a:ea typeface="+mn-ea"/>
                          <a:cs typeface="+mn-cs"/>
                        </a:rPr>
                        <a:t>Reduction in requests being made to print financial summaries at the pharmacy; reduction in pharmacy requests/lines in-store</a:t>
                      </a:r>
                    </a:p>
                  </a:txBody>
                  <a:tcPr>
                    <a:solidFill>
                      <a:schemeClr val="bg1"/>
                    </a:solidFill>
                  </a:tcPr>
                </a:tc>
                <a:tc>
                  <a:txBody>
                    <a:bodyPr/>
                    <a:lstStyle/>
                    <a:p>
                      <a:pPr lvl="0">
                        <a:buNone/>
                      </a:pPr>
                      <a:r>
                        <a:rPr lang="en-US" sz="1100" kern="1200">
                          <a:solidFill>
                            <a:schemeClr val="tx1"/>
                          </a:solidFill>
                          <a:effectLst/>
                          <a:latin typeface="+mn-lt"/>
                          <a:ea typeface="+mn-ea"/>
                          <a:cs typeface="+mn-cs"/>
                        </a:rPr>
                        <a:t>Rx Consumer Transaction </a:t>
                      </a:r>
                      <a:endParaRPr kumimoji="0" lang="en-US" sz="1100" kern="1200">
                        <a:solidFill>
                          <a:schemeClr val="tx1"/>
                        </a:solidFill>
                        <a:effectLst/>
                        <a:latin typeface="+mn-lt"/>
                        <a:ea typeface="+mn-ea"/>
                        <a:cs typeface="+mn-cs"/>
                      </a:endParaRPr>
                    </a:p>
                  </a:txBody>
                  <a:tcPr>
                    <a:solidFill>
                      <a:schemeClr val="bg1"/>
                    </a:solidFill>
                  </a:tcPr>
                </a:tc>
                <a:extLst>
                  <a:ext uri="{0D108BD9-81ED-4DB2-BD59-A6C34878D82A}">
                    <a16:rowId xmlns:a16="http://schemas.microsoft.com/office/drawing/2014/main" val="1536733454"/>
                  </a:ext>
                </a:extLst>
              </a:tr>
            </a:tbl>
          </a:graphicData>
        </a:graphic>
      </p:graphicFrame>
    </p:spTree>
    <p:extLst>
      <p:ext uri="{BB962C8B-B14F-4D97-AF65-F5344CB8AC3E}">
        <p14:creationId xmlns:p14="http://schemas.microsoft.com/office/powerpoint/2010/main" val="3400446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64655" y="259089"/>
            <a:ext cx="6096000" cy="369332"/>
          </a:xfrm>
          <a:prstGeom prst="rect">
            <a:avLst/>
          </a:prstGeom>
          <a:noFill/>
        </p:spPr>
        <p:txBody>
          <a:bodyPr wrap="square">
            <a:spAutoFit/>
          </a:bodyPr>
          <a:lstStyle/>
          <a:p>
            <a:r>
              <a:rPr lang="en-US" sz="1800"/>
              <a:t>Engagement</a:t>
            </a:r>
            <a:r>
              <a:rPr lang="en-US"/>
              <a:t>:</a:t>
            </a:r>
          </a:p>
        </p:txBody>
      </p:sp>
      <p:graphicFrame>
        <p:nvGraphicFramePr>
          <p:cNvPr id="7" name="Table 4">
            <a:extLst>
              <a:ext uri="{FF2B5EF4-FFF2-40B4-BE49-F238E27FC236}">
                <a16:creationId xmlns:a16="http://schemas.microsoft.com/office/drawing/2014/main" id="{41B4621A-71C3-4E11-B948-17CD78BD590F}"/>
              </a:ext>
            </a:extLst>
          </p:cNvPr>
          <p:cNvGraphicFramePr>
            <a:graphicFrameLocks noGrp="1"/>
          </p:cNvGraphicFramePr>
          <p:nvPr>
            <p:extLst>
              <p:ext uri="{D42A27DB-BD31-4B8C-83A1-F6EECF244321}">
                <p14:modId xmlns:p14="http://schemas.microsoft.com/office/powerpoint/2010/main" val="3150679396"/>
              </p:ext>
            </p:extLst>
          </p:nvPr>
        </p:nvGraphicFramePr>
        <p:xfrm>
          <a:off x="161277" y="795447"/>
          <a:ext cx="11697603" cy="2014593"/>
        </p:xfrm>
        <a:graphic>
          <a:graphicData uri="http://schemas.openxmlformats.org/drawingml/2006/table">
            <a:tbl>
              <a:tblPr firstRow="1" bandRow="1">
                <a:tableStyleId>{5940675A-B579-460E-94D1-54222C63F5DA}</a:tableStyleId>
              </a:tblPr>
              <a:tblGrid>
                <a:gridCol w="2666006">
                  <a:extLst>
                    <a:ext uri="{9D8B030D-6E8A-4147-A177-3AD203B41FA5}">
                      <a16:colId xmlns:a16="http://schemas.microsoft.com/office/drawing/2014/main" val="1520153134"/>
                    </a:ext>
                  </a:extLst>
                </a:gridCol>
                <a:gridCol w="1954924">
                  <a:extLst>
                    <a:ext uri="{9D8B030D-6E8A-4147-A177-3AD203B41FA5}">
                      <a16:colId xmlns:a16="http://schemas.microsoft.com/office/drawing/2014/main" val="2163813305"/>
                    </a:ext>
                  </a:extLst>
                </a:gridCol>
                <a:gridCol w="1891862">
                  <a:extLst>
                    <a:ext uri="{9D8B030D-6E8A-4147-A177-3AD203B41FA5}">
                      <a16:colId xmlns:a16="http://schemas.microsoft.com/office/drawing/2014/main" val="857316934"/>
                    </a:ext>
                  </a:extLst>
                </a:gridCol>
                <a:gridCol w="3121572">
                  <a:extLst>
                    <a:ext uri="{9D8B030D-6E8A-4147-A177-3AD203B41FA5}">
                      <a16:colId xmlns:a16="http://schemas.microsoft.com/office/drawing/2014/main" val="1824035722"/>
                    </a:ext>
                  </a:extLst>
                </a:gridCol>
                <a:gridCol w="2063239">
                  <a:extLst>
                    <a:ext uri="{9D8B030D-6E8A-4147-A177-3AD203B41FA5}">
                      <a16:colId xmlns:a16="http://schemas.microsoft.com/office/drawing/2014/main" val="549930053"/>
                    </a:ext>
                  </a:extLst>
                </a:gridCol>
              </a:tblGrid>
              <a:tr h="844167">
                <a:tc>
                  <a:txBody>
                    <a:bodyPr/>
                    <a:lstStyle/>
                    <a:p>
                      <a:pPr marL="0" algn="l" rtl="0" eaLnBrk="1" fontAlgn="b" latinLnBrk="0" hangingPunct="1"/>
                      <a:r>
                        <a:rPr lang="en-US" sz="1400" b="1" i="0" u="none" strike="noStrike" kern="1200">
                          <a:solidFill>
                            <a:schemeClr val="bg1"/>
                          </a:solidFill>
                          <a:effectLst/>
                          <a:latin typeface="+mn-lt"/>
                          <a:ea typeface="+mn-ea"/>
                          <a:cs typeface="Calibri"/>
                        </a:rPr>
                        <a:t>PI1  Work Candidate(s) (Key Features/epics)</a:t>
                      </a:r>
                    </a:p>
                  </a:txBody>
                  <a:tcPr>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1" i="0" u="none" strike="noStrike" kern="1200">
                          <a:solidFill>
                            <a:schemeClr val="bg1"/>
                          </a:solidFill>
                          <a:effectLst/>
                          <a:latin typeface="+mn-lt"/>
                          <a:ea typeface="+mn-ea"/>
                          <a:cs typeface="Calibri"/>
                        </a:rPr>
                        <a:t>Corresponding Rally Epic/Feature?  </a:t>
                      </a:r>
                      <a:r>
                        <a:rPr lang="en-US" sz="1100" b="1" i="1" u="none" strike="noStrike" kern="1200">
                          <a:solidFill>
                            <a:schemeClr val="bg1"/>
                          </a:solidFill>
                          <a:effectLst/>
                          <a:latin typeface="+mn-lt"/>
                          <a:ea typeface="+mn-ea"/>
                          <a:cs typeface="Calibri"/>
                        </a:rPr>
                        <a:t>(Add if available)</a:t>
                      </a:r>
                    </a:p>
                    <a:p>
                      <a:pPr marL="0" algn="l" defTabSz="457200" rtl="0" eaLnBrk="1" fontAlgn="b" latinLnBrk="0" hangingPunct="1"/>
                      <a:endParaRPr lang="en-US" sz="1400" b="1" i="0" u="none" strike="noStrike" kern="1200">
                        <a:solidFill>
                          <a:schemeClr val="bg1"/>
                        </a:solidFill>
                        <a:effectLst/>
                        <a:latin typeface="+mn-lt"/>
                        <a:ea typeface="+mn-ea"/>
                        <a:cs typeface="Calibri"/>
                      </a:endParaRPr>
                    </a:p>
                  </a:txBody>
                  <a:tcPr>
                    <a:solidFill>
                      <a:schemeClr val="accent2"/>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KPIs Targeted</a:t>
                      </a:r>
                    </a:p>
                  </a:txBody>
                  <a:tcPr>
                    <a:solidFill>
                      <a:schemeClr val="accent2"/>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100" b="1" i="1" u="none" strike="noStrike" kern="1200" cap="none" spc="0" normalizeH="0" baseline="0" noProof="0">
                        <a:ln>
                          <a:noFill/>
                        </a:ln>
                        <a:solidFill>
                          <a:schemeClr val="bg1"/>
                        </a:solidFill>
                        <a:effectLst/>
                        <a:uLnTx/>
                        <a:uFillTx/>
                        <a:latin typeface="+mn-lt"/>
                        <a:ea typeface="+mn-ea"/>
                        <a:cs typeface="Calibri"/>
                      </a:endParaRPr>
                    </a:p>
                  </a:txBody>
                  <a:tcPr>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400" b="1" i="0" u="none" strike="noStrike" kern="1200" cap="none" spc="0" normalizeH="0" baseline="0" noProof="0">
                          <a:ln>
                            <a:noFill/>
                          </a:ln>
                          <a:solidFill>
                            <a:schemeClr val="bg1"/>
                          </a:solidFill>
                          <a:effectLst/>
                          <a:uLnTx/>
                          <a:uFillTx/>
                          <a:latin typeface="+mn-lt"/>
                          <a:ea typeface="+mn-ea"/>
                          <a:cs typeface="Calibri"/>
                        </a:rPr>
                        <a:t>Primary Train(s) </a:t>
                      </a:r>
                      <a:r>
                        <a:rPr lang="en-US" sz="1400" b="1" i="0" u="none" strike="noStrike" kern="1200" cap="none" spc="0" normalizeH="0" baseline="0" noProof="0">
                          <a:ln>
                            <a:noFill/>
                          </a:ln>
                          <a:solidFill>
                            <a:schemeClr val="bg1"/>
                          </a:solidFill>
                          <a:effectLst/>
                          <a:uLnTx/>
                          <a:uFillTx/>
                          <a:latin typeface="+mn-lt"/>
                          <a:ea typeface="+mn-ea"/>
                          <a:cs typeface="Calibri"/>
                        </a:rPr>
                        <a:t>/ Impacted Applications</a:t>
                      </a:r>
                      <a:endParaRPr kumimoji="0" lang="en-US" sz="14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2"/>
                    </a:solidFill>
                  </a:tcPr>
                </a:tc>
                <a:extLst>
                  <a:ext uri="{0D108BD9-81ED-4DB2-BD59-A6C34878D82A}">
                    <a16:rowId xmlns:a16="http://schemas.microsoft.com/office/drawing/2014/main" val="3410991502"/>
                  </a:ext>
                </a:extLst>
              </a:tr>
              <a:tr h="1115433">
                <a:tc>
                  <a:txBody>
                    <a:bodyPr/>
                    <a:lstStyle/>
                    <a:p>
                      <a:pPr marL="0" lvl="0" indent="0">
                        <a:buNone/>
                      </a:pPr>
                      <a:r>
                        <a:rPr lang="en-US" sz="1100" b="1" i="0" u="none" strike="noStrike" kern="1200" noProof="0">
                          <a:effectLst/>
                        </a:rPr>
                        <a:t>Patient Level Tagging and Encryption Solution</a:t>
                      </a:r>
                    </a:p>
                  </a:txBody>
                  <a:tcPr>
                    <a:solidFill>
                      <a:schemeClr val="bg1"/>
                    </a:solidFill>
                  </a:tcPr>
                </a:tc>
                <a:tc>
                  <a:txBody>
                    <a:bodyPr/>
                    <a:lstStyle/>
                    <a:p>
                      <a:pPr marL="0" lvl="0" indent="0">
                        <a:buNone/>
                      </a:pPr>
                      <a:r>
                        <a:rPr lang="en-US" sz="1100" b="1" i="0" u="none" strike="noStrike" kern="1200" noProof="0">
                          <a:solidFill>
                            <a:schemeClr val="tx1"/>
                          </a:solidFill>
                          <a:effectLst/>
                          <a:latin typeface="CVS Health Sans"/>
                          <a:hlinkClick r:id="rId6"/>
                        </a:rPr>
                        <a:t>E14207</a:t>
                      </a:r>
                      <a:r>
                        <a:rPr lang="en-US" sz="1100" b="1" i="0" u="none" strike="noStrike" kern="1200" noProof="0">
                          <a:solidFill>
                            <a:schemeClr val="tx1"/>
                          </a:solidFill>
                          <a:effectLst/>
                          <a:latin typeface="+mn-lt"/>
                        </a:rPr>
                        <a:t>: </a:t>
                      </a:r>
                      <a:r>
                        <a:rPr lang="en-US" sz="1100" b="0" i="0" u="none" strike="noStrike" kern="1200" noProof="0">
                          <a:solidFill>
                            <a:schemeClr val="tx1"/>
                          </a:solidFill>
                          <a:effectLst/>
                          <a:latin typeface="+mn-lt"/>
                        </a:rPr>
                        <a:t>Omni: Engagement - Patient Level Tagging and Encryption Solution</a:t>
                      </a:r>
                      <a:endParaRPr lang="en-US" sz="1100" b="0" i="0" u="none" strike="noStrike" kern="1200" noProof="0">
                        <a:solidFill>
                          <a:schemeClr val="tx1"/>
                        </a:solidFill>
                        <a:effectLst/>
                        <a:latin typeface="CVS Health Sans"/>
                      </a:endParaRPr>
                    </a:p>
                  </a:txBody>
                  <a:tcPr>
                    <a:solidFill>
                      <a:schemeClr val="bg1"/>
                    </a:solidFill>
                  </a:tcPr>
                </a:tc>
                <a:tc>
                  <a:txBody>
                    <a:bodyPr/>
                    <a:lstStyle/>
                    <a:p>
                      <a:pPr marL="0" marR="0" lvl="0" indent="0">
                        <a:spcBef>
                          <a:spcPts val="0"/>
                        </a:spcBef>
                        <a:spcAft>
                          <a:spcPts val="0"/>
                        </a:spcAft>
                        <a:buFont typeface="Arial"/>
                        <a:buNone/>
                      </a:pPr>
                      <a:r>
                        <a:rPr lang="en-US" sz="1100"/>
                        <a:t>Key Results:</a:t>
                      </a:r>
                    </a:p>
                    <a:p>
                      <a:pPr marL="171450" marR="0" lvl="0" indent="-171450">
                        <a:spcBef>
                          <a:spcPts val="0"/>
                        </a:spcBef>
                        <a:spcAft>
                          <a:spcPts val="0"/>
                        </a:spcAft>
                        <a:buFont typeface="Arial"/>
                        <a:buChar char="•"/>
                      </a:pPr>
                      <a:r>
                        <a:rPr lang="en-US" sz="1100"/>
                        <a:t>Baseline engagement usage at patient level</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a:t>Currently, Digital is unable to analyze specific retail pharmacy patient behavior from current digital data and tie that patient behavior to operational analytics and insights. </a:t>
                      </a:r>
                      <a:endParaRPr kumimoji="0" lang="en-US" sz="1050"/>
                    </a:p>
                  </a:txBody>
                  <a:tcPr>
                    <a:solidFill>
                      <a:schemeClr val="bg1"/>
                    </a:solidFill>
                  </a:tcPr>
                </a:tc>
                <a:tc>
                  <a:txBody>
                    <a:bodyPr/>
                    <a:lstStyle/>
                    <a:p>
                      <a:pPr lvl="0">
                        <a:buNone/>
                      </a:pPr>
                      <a:r>
                        <a:rPr kumimoji="0" lang="en-US" sz="1100"/>
                        <a:t>Account, Rx Transactions, Immunizations, Cart and Checkout, Lean team, MYP, Global Experience</a:t>
                      </a:r>
                    </a:p>
                  </a:txBody>
                  <a:tcPr>
                    <a:solidFill>
                      <a:schemeClr val="bg1"/>
                    </a:solidFill>
                  </a:tcPr>
                </a:tc>
                <a:extLst>
                  <a:ext uri="{0D108BD9-81ED-4DB2-BD59-A6C34878D82A}">
                    <a16:rowId xmlns:a16="http://schemas.microsoft.com/office/drawing/2014/main" val="1357418345"/>
                  </a:ext>
                </a:extLst>
              </a:tr>
            </a:tbl>
          </a:graphicData>
        </a:graphic>
      </p:graphicFrame>
    </p:spTree>
    <p:extLst>
      <p:ext uri="{BB962C8B-B14F-4D97-AF65-F5344CB8AC3E}">
        <p14:creationId xmlns:p14="http://schemas.microsoft.com/office/powerpoint/2010/main" val="6253659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7C533F88-B3B1-447C-AAC5-2BA36989CDD6}"/>
              </a:ext>
            </a:extLst>
          </p:cNvPr>
          <p:cNvGraphicFramePr>
            <a:graphicFrameLocks noGrp="1"/>
          </p:cNvGraphicFramePr>
          <p:nvPr>
            <p:extLst>
              <p:ext uri="{D42A27DB-BD31-4B8C-83A1-F6EECF244321}">
                <p14:modId xmlns:p14="http://schemas.microsoft.com/office/powerpoint/2010/main" val="209602046"/>
              </p:ext>
            </p:extLst>
          </p:nvPr>
        </p:nvGraphicFramePr>
        <p:xfrm>
          <a:off x="161364" y="502023"/>
          <a:ext cx="11777481" cy="6233160"/>
        </p:xfrm>
        <a:graphic>
          <a:graphicData uri="http://schemas.openxmlformats.org/drawingml/2006/table">
            <a:tbl>
              <a:tblPr firstRow="1" bandRow="1">
                <a:tableStyleId>{5940675A-B579-460E-94D1-54222C63F5DA}</a:tableStyleId>
              </a:tblPr>
              <a:tblGrid>
                <a:gridCol w="2581835">
                  <a:extLst>
                    <a:ext uri="{9D8B030D-6E8A-4147-A177-3AD203B41FA5}">
                      <a16:colId xmlns:a16="http://schemas.microsoft.com/office/drawing/2014/main" val="1520153134"/>
                    </a:ext>
                  </a:extLst>
                </a:gridCol>
                <a:gridCol w="1802253">
                  <a:extLst>
                    <a:ext uri="{9D8B030D-6E8A-4147-A177-3AD203B41FA5}">
                      <a16:colId xmlns:a16="http://schemas.microsoft.com/office/drawing/2014/main" val="3812438193"/>
                    </a:ext>
                  </a:extLst>
                </a:gridCol>
                <a:gridCol w="2423487">
                  <a:extLst>
                    <a:ext uri="{9D8B030D-6E8A-4147-A177-3AD203B41FA5}">
                      <a16:colId xmlns:a16="http://schemas.microsoft.com/office/drawing/2014/main" val="857316934"/>
                    </a:ext>
                  </a:extLst>
                </a:gridCol>
                <a:gridCol w="2918369">
                  <a:extLst>
                    <a:ext uri="{9D8B030D-6E8A-4147-A177-3AD203B41FA5}">
                      <a16:colId xmlns:a16="http://schemas.microsoft.com/office/drawing/2014/main" val="1824035722"/>
                    </a:ext>
                  </a:extLst>
                </a:gridCol>
                <a:gridCol w="2051537">
                  <a:extLst>
                    <a:ext uri="{9D8B030D-6E8A-4147-A177-3AD203B41FA5}">
                      <a16:colId xmlns:a16="http://schemas.microsoft.com/office/drawing/2014/main" val="549930053"/>
                    </a:ext>
                  </a:extLst>
                </a:gridCol>
              </a:tblGrid>
              <a:tr h="995082">
                <a:tc>
                  <a:txBody>
                    <a:bodyPr/>
                    <a:lstStyle/>
                    <a:p>
                      <a:pPr marL="0" algn="l" defTabSz="457200" rtl="0" eaLnBrk="1" fontAlgn="b" latinLnBrk="0" hangingPunct="1"/>
                      <a:r>
                        <a:rPr lang="en-US" sz="1600" b="1" i="0" u="none" strike="noStrike" kern="1200">
                          <a:solidFill>
                            <a:schemeClr val="bg1"/>
                          </a:solidFill>
                          <a:effectLst/>
                          <a:latin typeface="+mn-lt"/>
                          <a:ea typeface="+mn-ea"/>
                          <a:cs typeface="Calibri"/>
                        </a:rPr>
                        <a:t>PI1 Work Candidate(s) (Key Features/epics)</a:t>
                      </a:r>
                    </a:p>
                  </a:txBody>
                  <a:tcPr>
                    <a:solidFill>
                      <a:schemeClr val="accent4">
                        <a:lumMod val="50000"/>
                      </a:schemeClr>
                    </a:solidFill>
                  </a:tcPr>
                </a:tc>
                <a:tc>
                  <a:txBody>
                    <a:bodyPr/>
                    <a:lstStyle/>
                    <a:p>
                      <a:pPr marL="0" algn="l" rtl="0" eaLnBrk="1" fontAlgn="b" latinLnBrk="0" hangingPunct="1"/>
                      <a:r>
                        <a:rPr lang="en-US" sz="1600" b="1" i="0" u="none" strike="noStrike" kern="1200">
                          <a:solidFill>
                            <a:schemeClr val="bg1"/>
                          </a:solidFill>
                          <a:effectLst/>
                          <a:latin typeface="+mn-lt"/>
                          <a:ea typeface="+mn-ea"/>
                          <a:cs typeface="Calibri"/>
                        </a:rPr>
                        <a:t>Corresponding Rally Epic/Feature?  </a:t>
                      </a:r>
                    </a:p>
                    <a:p>
                      <a:pPr marL="0" algn="l" rtl="0" eaLnBrk="1" fontAlgn="b" latinLnBrk="0" hangingPunct="1"/>
                      <a:r>
                        <a:rPr lang="en-US" sz="1200" b="1" i="1" u="none" strike="noStrike" kern="1200">
                          <a:solidFill>
                            <a:schemeClr val="bg1"/>
                          </a:solidFill>
                          <a:effectLst/>
                          <a:latin typeface="+mn-lt"/>
                          <a:ea typeface="+mn-ea"/>
                          <a:cs typeface="Calibri"/>
                        </a:rPr>
                        <a:t>(Add if available)</a:t>
                      </a:r>
                    </a:p>
                  </a:txBody>
                  <a:tcPr>
                    <a:solidFill>
                      <a:schemeClr val="accent4">
                        <a:lumMod val="50000"/>
                      </a:schemeClr>
                    </a:solidFill>
                  </a:tcPr>
                </a:tc>
                <a:tc>
                  <a:txBody>
                    <a:bodyPr/>
                    <a:lstStyle/>
                    <a:p>
                      <a:pPr marL="0" algn="l" defTabSz="457200" rtl="0" eaLnBrk="1" fontAlgn="b" latinLnBrk="0" hangingPunct="1"/>
                      <a:r>
                        <a:rPr lang="en-US" sz="1600" b="1" i="0" u="none" strike="noStrike" kern="1200">
                          <a:solidFill>
                            <a:schemeClr val="bg1"/>
                          </a:solidFill>
                          <a:effectLst/>
                          <a:latin typeface="+mn-lt"/>
                          <a:ea typeface="+mn-ea"/>
                          <a:cs typeface="Calibri"/>
                        </a:rPr>
                        <a:t>KPIs Targeted</a:t>
                      </a:r>
                    </a:p>
                  </a:txBody>
                  <a:tcPr>
                    <a:solidFill>
                      <a:schemeClr val="accent4">
                        <a:lumMod val="50000"/>
                      </a:schemeClr>
                    </a:solidFill>
                  </a:tcPr>
                </a:tc>
                <a:tc>
                  <a:txBody>
                    <a:bodyPr/>
                    <a:lstStyle/>
                    <a:p>
                      <a:pPr marL="0" algn="l" defTabSz="457200" rtl="0" eaLnBrk="1" fontAlgn="b" latinLnBrk="0" hangingPunct="1"/>
                      <a:r>
                        <a:rPr lang="en-US" sz="16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200" b="1" i="1"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600" b="1" i="0" u="none" strike="noStrike" kern="1200" cap="none" spc="0" normalizeH="0" baseline="0" noProof="0">
                          <a:ln>
                            <a:noFill/>
                          </a:ln>
                          <a:solidFill>
                            <a:schemeClr val="bg1"/>
                          </a:solidFill>
                          <a:effectLst/>
                          <a:uLnTx/>
                          <a:uFillTx/>
                          <a:latin typeface="+mn-lt"/>
                          <a:ea typeface="+mn-ea"/>
                          <a:cs typeface="Calibri"/>
                        </a:rPr>
                        <a:t>Primary Train(s) </a:t>
                      </a:r>
                      <a:r>
                        <a:rPr lang="en-US" sz="1600" b="1" i="0" u="none" strike="noStrike" kern="1200" cap="none" spc="0" normalizeH="0" baseline="0" noProof="0">
                          <a:ln>
                            <a:noFill/>
                          </a:ln>
                          <a:solidFill>
                            <a:schemeClr val="bg1"/>
                          </a:solidFill>
                          <a:effectLst/>
                          <a:uLnTx/>
                          <a:uFillTx/>
                          <a:latin typeface="+mn-lt"/>
                          <a:ea typeface="+mn-ea"/>
                          <a:cs typeface="Calibri"/>
                        </a:rPr>
                        <a:t>/ Impacted Applications</a:t>
                      </a:r>
                      <a:endParaRPr kumimoji="0" lang="en-US" sz="16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extLst>
                  <a:ext uri="{0D108BD9-81ED-4DB2-BD59-A6C34878D82A}">
                    <a16:rowId xmlns:a16="http://schemas.microsoft.com/office/drawing/2014/main" val="3410991502"/>
                  </a:ext>
                </a:extLst>
              </a:tr>
              <a:tr h="1489666">
                <a:tc>
                  <a:txBody>
                    <a:bodyPr/>
                    <a:lstStyle/>
                    <a:p>
                      <a:pPr marL="0" lvl="0" indent="0" algn="l">
                        <a:lnSpc>
                          <a:spcPct val="100000"/>
                        </a:lnSpc>
                        <a:spcBef>
                          <a:spcPts val="0"/>
                        </a:spcBef>
                        <a:spcAft>
                          <a:spcPts val="0"/>
                        </a:spcAft>
                        <a:buNone/>
                      </a:pPr>
                      <a:r>
                        <a:rPr lang="en-US" sz="1100" b="0" i="0" u="none" strike="noStrike" kern="1200" noProof="0">
                          <a:effectLst/>
                        </a:rPr>
                        <a:t> </a:t>
                      </a:r>
                      <a:r>
                        <a:rPr lang="en-US" sz="1100" b="1" i="0" u="none" strike="noStrike" kern="1200" noProof="0">
                          <a:effectLst/>
                        </a:rPr>
                        <a:t>One Pharmacy Checkout</a:t>
                      </a:r>
                      <a:r>
                        <a:rPr lang="en-US" sz="1100" b="0" i="0" u="none" strike="noStrike" kern="1200" noProof="0">
                          <a:effectLst/>
                        </a:rPr>
                        <a:t> -                         Building the pharmacy checkout utilizing </a:t>
                      </a:r>
                      <a:r>
                        <a:rPr lang="en-US" sz="1100" b="1" i="0" u="none" strike="noStrike" kern="1200" noProof="0">
                          <a:effectLst/>
                          <a:latin typeface="CVS Health Sans"/>
                        </a:rPr>
                        <a:t>common components</a:t>
                      </a:r>
                      <a:endParaRPr lang="en-US" sz="1100" kern="1200">
                        <a:solidFill>
                          <a:schemeClr val="tx1"/>
                        </a:solidFill>
                        <a:effectLst/>
                        <a:latin typeface="+mn-lt"/>
                        <a:ea typeface="+mn-ea"/>
                        <a:cs typeface="+mn-cs"/>
                      </a:endParaRPr>
                    </a:p>
                    <a:p>
                      <a:pPr marL="0" lvl="0" indent="0" algn="l">
                        <a:lnSpc>
                          <a:spcPct val="100000"/>
                        </a:lnSpc>
                        <a:spcBef>
                          <a:spcPts val="0"/>
                        </a:spcBef>
                        <a:spcAft>
                          <a:spcPts val="0"/>
                        </a:spcAft>
                        <a:buFont typeface="Arial" panose="020B0604020202020204" pitchFamily="34" charset="0"/>
                        <a:buChar char="•"/>
                      </a:pPr>
                      <a:endParaRPr lang="en-US" sz="1100" b="0" i="0" u="none" strike="noStrike" kern="1200" noProof="0">
                        <a:effectLst/>
                        <a:latin typeface="CVS Health Sans"/>
                      </a:endParaRPr>
                    </a:p>
                  </a:txBody>
                  <a:tcPr>
                    <a:solidFill>
                      <a:schemeClr val="bg1"/>
                    </a:solidFill>
                  </a:tcPr>
                </a:tc>
                <a:tc>
                  <a:txBody>
                    <a:bodyPr/>
                    <a:lstStyle/>
                    <a:p>
                      <a:pPr lvl="0">
                        <a:buNone/>
                      </a:pPr>
                      <a:r>
                        <a:rPr lang="en-US" sz="1100" b="1" i="0" u="none" strike="noStrike" kern="1200" noProof="0">
                          <a:effectLst/>
                          <a:hlinkClick r:id="rId6"/>
                        </a:rPr>
                        <a:t>E14781</a:t>
                      </a:r>
                      <a:r>
                        <a:rPr lang="en-US" sz="1100" b="1" i="0" u="none" strike="noStrike" kern="1200" noProof="0">
                          <a:effectLst/>
                        </a:rPr>
                        <a:t>: One Pharmacy Checkout Flow</a:t>
                      </a:r>
                      <a:endParaRPr lang="en-US"/>
                    </a:p>
                  </a:txBody>
                  <a:tcPr>
                    <a:solidFill>
                      <a:schemeClr val="bg1"/>
                    </a:solidFill>
                  </a:tcPr>
                </a:tc>
                <a:tc>
                  <a:txBody>
                    <a:bodyPr/>
                    <a:lstStyle/>
                    <a:p>
                      <a:pPr marL="0" lvl="0" indent="0" algn="l">
                        <a:lnSpc>
                          <a:spcPct val="100000"/>
                        </a:lnSpc>
                        <a:spcBef>
                          <a:spcPts val="0"/>
                        </a:spcBef>
                        <a:spcAft>
                          <a:spcPts val="0"/>
                        </a:spcAft>
                        <a:buNone/>
                      </a:pPr>
                      <a:r>
                        <a:rPr lang="en-US" sz="1100"/>
                        <a:t>KPIs - Monitor</a:t>
                      </a:r>
                    </a:p>
                    <a:p>
                      <a:pPr marL="285750" lvl="0" indent="-285750" algn="l">
                        <a:lnSpc>
                          <a:spcPct val="100000"/>
                        </a:lnSpc>
                        <a:spcBef>
                          <a:spcPts val="0"/>
                        </a:spcBef>
                        <a:spcAft>
                          <a:spcPts val="0"/>
                        </a:spcAft>
                        <a:buFont typeface="Arial"/>
                        <a:buChar char="•"/>
                      </a:pPr>
                      <a:r>
                        <a:rPr lang="en-US" sz="1100" b="0" i="0" u="none" strike="noStrike" noProof="0">
                          <a:latin typeface="CVS Health Sans"/>
                        </a:rPr>
                        <a:t>Refill NPS Score and Task Accomplishment</a:t>
                      </a:r>
                      <a:endParaRPr lang="en-US" sz="1100"/>
                    </a:p>
                    <a:p>
                      <a:pPr marL="285750" lvl="0" indent="-285750" algn="l">
                        <a:lnSpc>
                          <a:spcPct val="100000"/>
                        </a:lnSpc>
                        <a:spcBef>
                          <a:spcPts val="0"/>
                        </a:spcBef>
                        <a:spcAft>
                          <a:spcPts val="0"/>
                        </a:spcAft>
                        <a:buFont typeface="Arial"/>
                        <a:buChar char="•"/>
                      </a:pPr>
                      <a:r>
                        <a:rPr lang="en-US" sz="1100" b="0" i="0" u="none" strike="noStrike" noProof="0">
                          <a:latin typeface="CVS Health Sans"/>
                        </a:rPr>
                        <a:t> Authenticated Order Conversion Rate  </a:t>
                      </a:r>
                      <a:endParaRPr lang="en-US" sz="1100"/>
                    </a:p>
                    <a:p>
                      <a:pPr lvl="0">
                        <a:buNone/>
                      </a:pPr>
                      <a:r>
                        <a:rPr lang="en-US" sz="1100"/>
                        <a:t>Key Results</a:t>
                      </a:r>
                    </a:p>
                    <a:p>
                      <a:pPr marL="171450" lvl="0" indent="-171450">
                        <a:buFont typeface="Arial"/>
                        <a:buChar char="•"/>
                      </a:pPr>
                      <a:r>
                        <a:rPr lang="en-US" sz="1100"/>
                        <a:t>Reduce number of pharmacy checkout flows from 20+ to 1 </a:t>
                      </a:r>
                    </a:p>
                  </a:txBody>
                  <a:tcPr>
                    <a:solidFill>
                      <a:schemeClr val="bg1"/>
                    </a:solidFill>
                  </a:tcPr>
                </a:tc>
                <a:tc>
                  <a:txBody>
                    <a:bodyPr/>
                    <a:lstStyle/>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Save valuable coding time</a:t>
                      </a:r>
                      <a:endParaRPr lang="en-US" sz="1050" b="0" i="0" u="none" strike="noStrike" kern="1200" noProof="0">
                        <a:effectLst/>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Enables consistent user experience  and eliminates multiples steps for our users </a:t>
                      </a:r>
                      <a:endParaRPr lang="en-US" sz="1050" b="0" i="0" u="none" strike="noStrike" kern="1200" noProof="0">
                        <a:effectLst/>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Consistent business rules</a:t>
                      </a:r>
                      <a:endParaRPr lang="en-US" sz="1050" b="0" i="0" u="none" strike="noStrike" kern="1200" noProof="0">
                        <a:effectLst/>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Easier to test </a:t>
                      </a:r>
                      <a:endParaRPr lang="en-US" sz="1050" b="0" i="0" u="none" strike="noStrike" kern="1200" noProof="0">
                        <a:effectLst/>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Eliminates extra security work </a:t>
                      </a:r>
                      <a:endParaRPr lang="en-US" sz="1050" b="0" i="0" u="none" strike="noStrike" kern="1200" noProof="0">
                        <a:effectLst/>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Bring awareness at the time of refill to all available checkout options</a:t>
                      </a:r>
                      <a:endParaRPr lang="en-US" sz="1050" b="0" i="0" u="none" strike="noStrike" kern="1200" noProof="0">
                        <a:effectLst/>
                      </a:endParaRPr>
                    </a:p>
                    <a:p>
                      <a:pPr marL="0" lvl="0" indent="0" algn="l">
                        <a:lnSpc>
                          <a:spcPct val="100000"/>
                        </a:lnSpc>
                        <a:spcBef>
                          <a:spcPts val="0"/>
                        </a:spcBef>
                        <a:spcAft>
                          <a:spcPts val="0"/>
                        </a:spcAft>
                        <a:buClr>
                          <a:srgbClr val="000000"/>
                        </a:buClr>
                        <a:buFont typeface="Arial,Sans-Serif" panose="020B0604020202020204" pitchFamily="34" charset="0"/>
                        <a:buChar char="•"/>
                      </a:pPr>
                      <a:r>
                        <a:rPr lang="en-US" sz="1050" b="0" i="0" u="none" strike="noStrike" kern="1200" noProof="0">
                          <a:effectLst/>
                          <a:latin typeface="CVS Health Sans"/>
                        </a:rPr>
                        <a:t>Allows our train to make our checkout experience The Best</a:t>
                      </a:r>
                      <a:endParaRPr lang="en-US"/>
                    </a:p>
                  </a:txBody>
                  <a:tcPr>
                    <a:solidFill>
                      <a:schemeClr val="bg1"/>
                    </a:solidFill>
                  </a:tcPr>
                </a:tc>
                <a:tc>
                  <a:txBody>
                    <a:bodyPr/>
                    <a:lstStyle/>
                    <a:p>
                      <a:r>
                        <a:rPr lang="en-US" sz="1100" kern="1200">
                          <a:solidFill>
                            <a:schemeClr val="tx1"/>
                          </a:solidFill>
                          <a:effectLst/>
                          <a:latin typeface="+mn-lt"/>
                          <a:ea typeface="+mn-ea"/>
                          <a:cs typeface="+mn-cs"/>
                        </a:rPr>
                        <a:t>Consumer </a:t>
                      </a:r>
                      <a:r>
                        <a:rPr lang="en-US" sz="1100" kern="1200" err="1">
                          <a:solidFill>
                            <a:schemeClr val="tx1"/>
                          </a:solidFill>
                          <a:effectLst/>
                          <a:latin typeface="+mn-lt"/>
                          <a:ea typeface="+mn-ea"/>
                          <a:cs typeface="+mn-cs"/>
                        </a:rPr>
                        <a:t>RxTransactions</a:t>
                      </a:r>
                    </a:p>
                  </a:txBody>
                  <a:tcPr>
                    <a:solidFill>
                      <a:schemeClr val="bg1"/>
                    </a:solidFill>
                  </a:tcPr>
                </a:tc>
                <a:extLst>
                  <a:ext uri="{0D108BD9-81ED-4DB2-BD59-A6C34878D82A}">
                    <a16:rowId xmlns:a16="http://schemas.microsoft.com/office/drawing/2014/main" val="1357418345"/>
                  </a:ext>
                </a:extLst>
              </a:tr>
              <a:tr h="1293946">
                <a:tc>
                  <a:txBody>
                    <a:bodyPr/>
                    <a:lstStyle/>
                    <a:p>
                      <a:pPr marL="0" lvl="0" indent="0" algn="l">
                        <a:lnSpc>
                          <a:spcPct val="100000"/>
                        </a:lnSpc>
                        <a:spcBef>
                          <a:spcPts val="0"/>
                        </a:spcBef>
                        <a:spcAft>
                          <a:spcPts val="0"/>
                        </a:spcAft>
                        <a:buNone/>
                      </a:pPr>
                      <a:r>
                        <a:rPr lang="en-US" sz="1100" b="0" i="0" u="none" strike="noStrike" kern="1200" noProof="0">
                          <a:effectLst/>
                        </a:rPr>
                        <a:t> </a:t>
                      </a:r>
                      <a:r>
                        <a:rPr lang="en-US" sz="1100" b="1" i="0" u="none" strike="noStrike" kern="1200" noProof="0">
                          <a:effectLst/>
                        </a:rPr>
                        <a:t>One Native App Pharmacy Checkout – </a:t>
                      </a:r>
                      <a:r>
                        <a:rPr lang="en-US" sz="1100" b="0" i="0" u="none" strike="noStrike" kern="1200" noProof="0">
                          <a:effectLst/>
                        </a:rPr>
                        <a:t>Building the pharmacy checkout utilizing </a:t>
                      </a:r>
                      <a:r>
                        <a:rPr lang="en-US" sz="1100" b="1" i="0" u="none" strike="noStrike" kern="1200" noProof="0">
                          <a:effectLst/>
                        </a:rPr>
                        <a:t>common components</a:t>
                      </a:r>
                    </a:p>
                  </a:txBody>
                  <a:tcPr>
                    <a:solidFill>
                      <a:schemeClr val="bg1"/>
                    </a:solidFill>
                  </a:tcPr>
                </a:tc>
                <a:tc>
                  <a:txBody>
                    <a:bodyPr/>
                    <a:lstStyle/>
                    <a:p>
                      <a:pPr lvl="0">
                        <a:buNone/>
                      </a:pPr>
                      <a:r>
                        <a:rPr lang="en-US" sz="1100" b="1" i="0" u="none" strike="noStrike" kern="1200" noProof="0">
                          <a:effectLst/>
                          <a:latin typeface="CVS Health Sans"/>
                          <a:hlinkClick r:id="rId7"/>
                        </a:rPr>
                        <a:t>E15037</a:t>
                      </a:r>
                      <a:r>
                        <a:rPr lang="en-US" sz="1100" b="1" i="0" u="none" strike="noStrike" kern="1200" noProof="0">
                          <a:effectLst/>
                          <a:latin typeface="CVS Health Sans"/>
                        </a:rPr>
                        <a:t>: [Native App] One Pharmacy Checkout Flow</a:t>
                      </a:r>
                      <a:endParaRPr lang="en-US">
                        <a:latin typeface="CVS Health Sans"/>
                      </a:endParaRPr>
                    </a:p>
                  </a:txBody>
                  <a:tcPr>
                    <a:solidFill>
                      <a:schemeClr val="bg1"/>
                    </a:solidFill>
                  </a:tcPr>
                </a:tc>
                <a:tc>
                  <a:txBody>
                    <a:bodyPr/>
                    <a:lstStyle/>
                    <a:p>
                      <a:pPr marL="0" lvl="0" indent="0" algn="l">
                        <a:lnSpc>
                          <a:spcPct val="100000"/>
                        </a:lnSpc>
                        <a:spcBef>
                          <a:spcPts val="0"/>
                        </a:spcBef>
                        <a:spcAft>
                          <a:spcPts val="0"/>
                        </a:spcAft>
                        <a:buNone/>
                      </a:pPr>
                      <a:r>
                        <a:rPr lang="en-US" sz="1100"/>
                        <a:t>KPIs - Monitor</a:t>
                      </a:r>
                      <a:endParaRPr lang="en-US"/>
                    </a:p>
                    <a:p>
                      <a:pPr marL="285750" lvl="0" indent="-285750" algn="l">
                        <a:lnSpc>
                          <a:spcPct val="100000"/>
                        </a:lnSpc>
                        <a:spcBef>
                          <a:spcPts val="0"/>
                        </a:spcBef>
                        <a:spcAft>
                          <a:spcPts val="0"/>
                        </a:spcAft>
                        <a:buFont typeface="Arial"/>
                        <a:buChar char="•"/>
                      </a:pPr>
                      <a:r>
                        <a:rPr lang="en-US" sz="1100" b="0" i="0" u="none" strike="noStrike" noProof="0">
                          <a:latin typeface="CVS Health Sans"/>
                        </a:rPr>
                        <a:t>Refill NPS Score and Task Accomplishment</a:t>
                      </a:r>
                      <a:endParaRPr lang="en-US" sz="1100"/>
                    </a:p>
                    <a:p>
                      <a:pPr marL="285750" lvl="0" indent="-285750" algn="l">
                        <a:lnSpc>
                          <a:spcPct val="100000"/>
                        </a:lnSpc>
                        <a:spcBef>
                          <a:spcPts val="0"/>
                        </a:spcBef>
                        <a:spcAft>
                          <a:spcPts val="0"/>
                        </a:spcAft>
                        <a:buFont typeface="Arial"/>
                        <a:buChar char="•"/>
                      </a:pPr>
                      <a:r>
                        <a:rPr lang="en-US" sz="1100" b="0" i="0" u="none" strike="noStrike" noProof="0">
                          <a:latin typeface="CVS Health Sans"/>
                        </a:rPr>
                        <a:t> Authenticated Order Conversion Rate  </a:t>
                      </a:r>
                      <a:endParaRPr lang="en-US" sz="1100"/>
                    </a:p>
                    <a:p>
                      <a:pPr lvl="0">
                        <a:buNone/>
                      </a:pPr>
                      <a:r>
                        <a:rPr lang="en-US" sz="1100"/>
                        <a:t>Key Results</a:t>
                      </a:r>
                      <a:endParaRPr lang="en-US"/>
                    </a:p>
                    <a:p>
                      <a:pPr marL="171450" lvl="0" indent="-171450">
                        <a:buFont typeface="Arial"/>
                        <a:buChar char="•"/>
                      </a:pPr>
                      <a:r>
                        <a:rPr lang="en-US" sz="1100"/>
                        <a:t>Reduce number of pharmacy checkout flows from 20+ to 1 </a:t>
                      </a:r>
                      <a:endParaRPr lang="en-US"/>
                    </a:p>
                  </a:txBody>
                  <a:tcPr>
                    <a:solidFill>
                      <a:schemeClr val="bg1"/>
                    </a:solidFill>
                  </a:tcPr>
                </a:tc>
                <a:tc>
                  <a:txBody>
                    <a:bodyPr/>
                    <a:lstStyle/>
                    <a:p>
                      <a:pPr marL="171450" lvl="0" indent="-171450">
                        <a:buFont typeface="Arial" panose="020B0604020202020204" pitchFamily="34" charset="0"/>
                        <a:buChar char="•"/>
                      </a:pPr>
                      <a:r>
                        <a:rPr lang="en-US" sz="1050" b="0" i="0" u="none" strike="noStrike" kern="1200" noProof="0">
                          <a:effectLst/>
                        </a:rPr>
                        <a:t>See Above</a:t>
                      </a:r>
                    </a:p>
                    <a:p>
                      <a:pPr marL="171450" lvl="0" indent="-171450">
                        <a:buFont typeface="Arial" panose="020B0604020202020204" pitchFamily="34" charset="0"/>
                        <a:buChar char="•"/>
                      </a:pPr>
                      <a:endParaRPr lang="en-US" sz="1050" b="0" i="0" u="none" strike="noStrike" kern="1200" noProof="0">
                        <a:effectLst/>
                        <a:latin typeface="CVS Health Sans"/>
                      </a:endParaRPr>
                    </a:p>
                  </a:txBody>
                  <a:tcPr>
                    <a:solidFill>
                      <a:schemeClr val="bg1"/>
                    </a:solidFill>
                  </a:tcPr>
                </a:tc>
                <a:tc>
                  <a:txBody>
                    <a:bodyPr/>
                    <a:lstStyle/>
                    <a:p>
                      <a:pPr lvl="0">
                        <a:buNone/>
                      </a:pPr>
                      <a:r>
                        <a:rPr lang="en-US" sz="1100" kern="1200">
                          <a:solidFill>
                            <a:schemeClr val="tx1"/>
                          </a:solidFill>
                          <a:effectLst/>
                          <a:latin typeface="+mn-lt"/>
                          <a:ea typeface="+mn-ea"/>
                          <a:cs typeface="+mn-cs"/>
                        </a:rPr>
                        <a:t>Consumer </a:t>
                      </a:r>
                      <a:r>
                        <a:rPr lang="en-US" sz="1100" kern="1200" err="1">
                          <a:solidFill>
                            <a:schemeClr val="tx1"/>
                          </a:solidFill>
                          <a:effectLst/>
                          <a:latin typeface="+mn-lt"/>
                          <a:ea typeface="+mn-ea"/>
                          <a:cs typeface="+mn-cs"/>
                        </a:rPr>
                        <a:t>RxTransactions</a:t>
                      </a:r>
                      <a:endParaRPr lang="en-US"/>
                    </a:p>
                  </a:txBody>
                  <a:tcPr>
                    <a:solidFill>
                      <a:schemeClr val="bg1"/>
                    </a:solidFill>
                  </a:tcPr>
                </a:tc>
                <a:extLst>
                  <a:ext uri="{0D108BD9-81ED-4DB2-BD59-A6C34878D82A}">
                    <a16:rowId xmlns:a16="http://schemas.microsoft.com/office/drawing/2014/main" val="1736001740"/>
                  </a:ext>
                </a:extLst>
              </a:tr>
              <a:tr h="1902861">
                <a:tc>
                  <a:txBody>
                    <a:bodyPr/>
                    <a:lstStyle/>
                    <a:p>
                      <a:pPr marL="0" indent="0">
                        <a:buNone/>
                      </a:pPr>
                      <a:r>
                        <a:rPr lang="en-US" sz="1100" b="1" i="0" u="none" strike="noStrike" kern="1200" noProof="0">
                          <a:effectLst/>
                        </a:rPr>
                        <a:t>Unlock Retail On Hold Scripts -         </a:t>
                      </a:r>
                      <a:r>
                        <a:rPr lang="en-US" sz="1100" b="0" i="0" u="none" strike="noStrike" kern="1200" noProof="0">
                          <a:effectLst/>
                        </a:rPr>
                        <a:t>   Create an experience for customers to be able to digitally fill their scripts which have been put On Hold</a:t>
                      </a:r>
                      <a:endParaRPr lang="en-US" sz="1100" kern="1200" noProof="0">
                        <a:solidFill>
                          <a:schemeClr val="tx1"/>
                        </a:solidFill>
                        <a:effectLst/>
                        <a:latin typeface="+mn-lt"/>
                        <a:ea typeface="+mn-ea"/>
                        <a:cs typeface="+mn-cs"/>
                      </a:endParaRPr>
                    </a:p>
                  </a:txBody>
                  <a:tcPr>
                    <a:solidFill>
                      <a:schemeClr val="bg1"/>
                    </a:solidFill>
                  </a:tcPr>
                </a:tc>
                <a:tc>
                  <a:txBody>
                    <a:bodyPr/>
                    <a:lstStyle/>
                    <a:p>
                      <a:pPr lvl="0">
                        <a:buNone/>
                      </a:pPr>
                      <a:r>
                        <a:rPr lang="en-US" sz="1100" b="1" i="0" u="none" strike="noStrike" kern="1200" noProof="0">
                          <a:effectLst/>
                          <a:hlinkClick r:id="rId8"/>
                        </a:rPr>
                        <a:t>E6375</a:t>
                      </a:r>
                      <a:r>
                        <a:rPr lang="en-US" sz="1100" b="1" i="0" u="none" strike="noStrike" kern="1200" noProof="0">
                          <a:effectLst/>
                        </a:rPr>
                        <a:t>: Omni: Enable Patients to fill On Hold Scripts</a:t>
                      </a:r>
                      <a:endParaRPr lang="en-US"/>
                    </a:p>
                  </a:txBody>
                  <a:tcPr>
                    <a:solidFill>
                      <a:schemeClr val="bg1"/>
                    </a:solidFill>
                  </a:tcPr>
                </a:tc>
                <a:tc>
                  <a:txBody>
                    <a:bodyPr/>
                    <a:lstStyle/>
                    <a:p>
                      <a:r>
                        <a:rPr lang="en-US" sz="1100" kern="1200" noProof="0">
                          <a:solidFill>
                            <a:schemeClr val="tx1"/>
                          </a:solidFill>
                          <a:effectLst/>
                          <a:latin typeface="+mn-lt"/>
                          <a:ea typeface="+mn-ea"/>
                          <a:cs typeface="+mn-cs"/>
                        </a:rPr>
                        <a:t>KPIs</a:t>
                      </a:r>
                      <a:endParaRPr lang="en-US"/>
                    </a:p>
                    <a:p>
                      <a:pPr marL="171450" lvl="0" indent="-171450">
                        <a:buFont typeface="Arial"/>
                        <a:buChar char="•"/>
                      </a:pPr>
                      <a:r>
                        <a:rPr lang="en-US" sz="1100" b="0" i="0" u="none" strike="noStrike" kern="1200" noProof="0">
                          <a:effectLst/>
                        </a:rPr>
                        <a:t>Improve Retail Refill NPS specific to visits including On Hold Scripts</a:t>
                      </a:r>
                      <a:endParaRPr lang="en-US"/>
                    </a:p>
                    <a:p>
                      <a:pPr lvl="0">
                        <a:buNone/>
                      </a:pPr>
                      <a:r>
                        <a:rPr lang="en-US" sz="1100" kern="1200" noProof="0">
                          <a:solidFill>
                            <a:schemeClr val="tx1"/>
                          </a:solidFill>
                          <a:effectLst/>
                          <a:latin typeface="+mn-lt"/>
                          <a:ea typeface="+mn-ea"/>
                          <a:cs typeface="+mn-cs"/>
                        </a:rPr>
                        <a:t>Key Results</a:t>
                      </a:r>
                      <a:endParaRPr lang="en-US"/>
                    </a:p>
                    <a:p>
                      <a:pPr marL="171450" lvl="0" indent="-171450">
                        <a:buFont typeface="Arial"/>
                        <a:buChar char="•"/>
                      </a:pPr>
                      <a:r>
                        <a:rPr lang="en-US" sz="1100" kern="1200" noProof="0">
                          <a:solidFill>
                            <a:schemeClr val="tx1"/>
                          </a:solidFill>
                          <a:effectLst/>
                          <a:latin typeface="+mn-lt"/>
                          <a:ea typeface="+mn-ea"/>
                          <a:cs typeface="+mn-cs"/>
                        </a:rPr>
                        <a:t>Unlock potential 3.7% of total </a:t>
                      </a:r>
                      <a:r>
                        <a:rPr lang="en-US" sz="1100" b="0" i="0" u="none" strike="noStrike" kern="1200" noProof="0">
                          <a:effectLst/>
                        </a:rPr>
                        <a:t>Return to stock, 2.2 % of total Patient Requested, and 0.4% of total Proactive/Linked On Hold scripts</a:t>
                      </a:r>
                      <a:endParaRPr lang="en-US"/>
                    </a:p>
                    <a:p>
                      <a:pPr lvl="0">
                        <a:buNone/>
                      </a:pPr>
                      <a:endParaRPr lang="en-US" sz="1100" kern="1200" noProof="0">
                        <a:solidFill>
                          <a:schemeClr val="tx1"/>
                        </a:solidFill>
                        <a:effectLst/>
                        <a:latin typeface="+mn-lt"/>
                        <a:ea typeface="+mn-ea"/>
                        <a:cs typeface="+mn-cs"/>
                      </a:endParaRPr>
                    </a:p>
                    <a:p>
                      <a:pPr lvl="0">
                        <a:buNone/>
                      </a:pPr>
                      <a:endParaRPr lang="en-US" sz="1100" kern="1200" noProof="0">
                        <a:solidFill>
                          <a:schemeClr val="tx1"/>
                        </a:solidFill>
                        <a:effectLst/>
                        <a:latin typeface="+mn-lt"/>
                        <a:ea typeface="+mn-ea"/>
                        <a:cs typeface="+mn-cs"/>
                      </a:endParaRPr>
                    </a:p>
                  </a:txBody>
                  <a:tcPr>
                    <a:solidFill>
                      <a:schemeClr val="bg1"/>
                    </a:solidFill>
                  </a:tcPr>
                </a:tc>
                <a:tc>
                  <a:txBody>
                    <a:bodyPr/>
                    <a:lstStyle/>
                    <a:p>
                      <a:pPr marL="171450" indent="-171450">
                        <a:buFont typeface="Arial" panose="020B0604020202020204" pitchFamily="34" charset="0"/>
                        <a:buChar char="•"/>
                      </a:pPr>
                      <a:r>
                        <a:rPr lang="en-US" sz="1050" kern="1200">
                          <a:solidFill>
                            <a:schemeClr val="tx1"/>
                          </a:solidFill>
                          <a:effectLst/>
                          <a:latin typeface="+mn-lt"/>
                          <a:ea typeface="+mn-ea"/>
                          <a:cs typeface="+mn-cs"/>
                        </a:rPr>
                        <a:t>Allow our digital retail patients to fill the On Hold scripts that previously required a phone call or a visit to the pharmacy  </a:t>
                      </a:r>
                    </a:p>
                  </a:txBody>
                  <a:tcPr>
                    <a:solidFill>
                      <a:schemeClr val="bg1"/>
                    </a:solidFill>
                  </a:tcPr>
                </a:tc>
                <a:tc>
                  <a:txBody>
                    <a:bodyPr/>
                    <a:lstStyle/>
                    <a:p>
                      <a:r>
                        <a:rPr lang="en-US" sz="1100" kern="1200">
                          <a:solidFill>
                            <a:schemeClr val="tx1"/>
                          </a:solidFill>
                          <a:effectLst/>
                          <a:latin typeface="+mn-lt"/>
                          <a:ea typeface="+mn-ea"/>
                          <a:cs typeface="+mn-cs"/>
                        </a:rPr>
                        <a:t>Consumer </a:t>
                      </a:r>
                      <a:r>
                        <a:rPr lang="en-US" sz="1100" kern="1200" err="1">
                          <a:solidFill>
                            <a:schemeClr val="tx1"/>
                          </a:solidFill>
                          <a:effectLst/>
                          <a:latin typeface="+mn-lt"/>
                          <a:ea typeface="+mn-ea"/>
                          <a:cs typeface="+mn-cs"/>
                        </a:rPr>
                        <a:t>RxTransactions</a:t>
                      </a:r>
                      <a:r>
                        <a:rPr lang="en-US" sz="1100" kern="1200">
                          <a:solidFill>
                            <a:schemeClr val="tx1"/>
                          </a:solidFill>
                          <a:effectLst/>
                          <a:latin typeface="+mn-lt"/>
                          <a:ea typeface="+mn-ea"/>
                          <a:cs typeface="+mn-cs"/>
                        </a:rPr>
                        <a:t> / </a:t>
                      </a:r>
                      <a:r>
                        <a:rPr lang="en-US" sz="1100" kern="1200" err="1">
                          <a:solidFill>
                            <a:schemeClr val="tx1"/>
                          </a:solidFill>
                          <a:effectLst/>
                          <a:latin typeface="+mn-lt"/>
                          <a:ea typeface="+mn-ea"/>
                          <a:cs typeface="+mn-cs"/>
                        </a:rPr>
                        <a:t>RxConnect</a:t>
                      </a:r>
                    </a:p>
                  </a:txBody>
                  <a:tcPr>
                    <a:solidFill>
                      <a:schemeClr val="bg1"/>
                    </a:solidFill>
                  </a:tcPr>
                </a:tc>
                <a:extLst>
                  <a:ext uri="{0D108BD9-81ED-4DB2-BD59-A6C34878D82A}">
                    <a16:rowId xmlns:a16="http://schemas.microsoft.com/office/drawing/2014/main" val="1843844928"/>
                  </a:ext>
                </a:extLst>
              </a:tr>
            </a:tbl>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100514" y="106689"/>
            <a:ext cx="6096000" cy="369332"/>
          </a:xfrm>
          <a:prstGeom prst="rect">
            <a:avLst/>
          </a:prstGeom>
          <a:noFill/>
        </p:spPr>
        <p:txBody>
          <a:bodyPr wrap="square" lIns="91440" tIns="45720" rIns="91440" bIns="45720" anchor="t">
            <a:spAutoFit/>
          </a:bodyPr>
          <a:lstStyle/>
          <a:p>
            <a:r>
              <a:rPr lang="en-US" sz="1800"/>
              <a:t>Fill Exp:</a:t>
            </a:r>
            <a:r>
              <a:rPr lang="en-US"/>
              <a:t> 1 of 4</a:t>
            </a:r>
          </a:p>
        </p:txBody>
      </p:sp>
    </p:spTree>
    <p:extLst>
      <p:ext uri="{BB962C8B-B14F-4D97-AF65-F5344CB8AC3E}">
        <p14:creationId xmlns:p14="http://schemas.microsoft.com/office/powerpoint/2010/main" val="604376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7C533F88-B3B1-447C-AAC5-2BA36989CDD6}"/>
              </a:ext>
            </a:extLst>
          </p:cNvPr>
          <p:cNvGraphicFramePr>
            <a:graphicFrameLocks noGrp="1"/>
          </p:cNvGraphicFramePr>
          <p:nvPr>
            <p:extLst>
              <p:ext uri="{D42A27DB-BD31-4B8C-83A1-F6EECF244321}">
                <p14:modId xmlns:p14="http://schemas.microsoft.com/office/powerpoint/2010/main" val="3311187162"/>
              </p:ext>
            </p:extLst>
          </p:nvPr>
        </p:nvGraphicFramePr>
        <p:xfrm>
          <a:off x="161277" y="795447"/>
          <a:ext cx="11777479" cy="6174323"/>
        </p:xfrm>
        <a:graphic>
          <a:graphicData uri="http://schemas.openxmlformats.org/drawingml/2006/table">
            <a:tbl>
              <a:tblPr firstRow="1" bandRow="1">
                <a:tableStyleId>{5940675A-B579-460E-94D1-54222C63F5DA}</a:tableStyleId>
              </a:tblPr>
              <a:tblGrid>
                <a:gridCol w="2928111">
                  <a:extLst>
                    <a:ext uri="{9D8B030D-6E8A-4147-A177-3AD203B41FA5}">
                      <a16:colId xmlns:a16="http://schemas.microsoft.com/office/drawing/2014/main" val="1520153134"/>
                    </a:ext>
                  </a:extLst>
                </a:gridCol>
                <a:gridCol w="2335784">
                  <a:extLst>
                    <a:ext uri="{9D8B030D-6E8A-4147-A177-3AD203B41FA5}">
                      <a16:colId xmlns:a16="http://schemas.microsoft.com/office/drawing/2014/main" val="3812438193"/>
                    </a:ext>
                  </a:extLst>
                </a:gridCol>
                <a:gridCol w="1543678">
                  <a:extLst>
                    <a:ext uri="{9D8B030D-6E8A-4147-A177-3AD203B41FA5}">
                      <a16:colId xmlns:a16="http://schemas.microsoft.com/office/drawing/2014/main" val="857316934"/>
                    </a:ext>
                  </a:extLst>
                </a:gridCol>
                <a:gridCol w="2918369">
                  <a:extLst>
                    <a:ext uri="{9D8B030D-6E8A-4147-A177-3AD203B41FA5}">
                      <a16:colId xmlns:a16="http://schemas.microsoft.com/office/drawing/2014/main" val="1824035722"/>
                    </a:ext>
                  </a:extLst>
                </a:gridCol>
                <a:gridCol w="2051537">
                  <a:extLst>
                    <a:ext uri="{9D8B030D-6E8A-4147-A177-3AD203B41FA5}">
                      <a16:colId xmlns:a16="http://schemas.microsoft.com/office/drawing/2014/main" val="549930053"/>
                    </a:ext>
                  </a:extLst>
                </a:gridCol>
              </a:tblGrid>
              <a:tr h="954623">
                <a:tc>
                  <a:txBody>
                    <a:bodyPr/>
                    <a:lstStyle/>
                    <a:p>
                      <a:pPr marL="0" algn="l" defTabSz="457200" rtl="0" eaLnBrk="1" fontAlgn="b" latinLnBrk="0" hangingPunct="1"/>
                      <a:r>
                        <a:rPr lang="en-US" sz="1600" b="1" i="0" u="none" strike="noStrike" kern="1200">
                          <a:solidFill>
                            <a:schemeClr val="bg1"/>
                          </a:solidFill>
                          <a:effectLst/>
                          <a:latin typeface="+mn-lt"/>
                          <a:ea typeface="+mn-ea"/>
                          <a:cs typeface="Calibri"/>
                        </a:rPr>
                        <a:t>PI1 Work Candidate(s) (Key Features/epics)</a:t>
                      </a:r>
                    </a:p>
                  </a:txBody>
                  <a:tcPr>
                    <a:solidFill>
                      <a:schemeClr val="accent2"/>
                    </a:solidFill>
                  </a:tcPr>
                </a:tc>
                <a:tc>
                  <a:txBody>
                    <a:bodyPr/>
                    <a:lstStyle/>
                    <a:p>
                      <a:pPr marL="0" algn="l" rtl="0" eaLnBrk="1" fontAlgn="b" latinLnBrk="0" hangingPunct="1"/>
                      <a:r>
                        <a:rPr lang="en-US" sz="1600" b="1" i="0" u="none" strike="noStrike" kern="1200">
                          <a:solidFill>
                            <a:schemeClr val="bg1"/>
                          </a:solidFill>
                          <a:effectLst/>
                          <a:latin typeface="+mn-lt"/>
                          <a:ea typeface="+mn-ea"/>
                          <a:cs typeface="Calibri"/>
                        </a:rPr>
                        <a:t>Corresponding Rally Epic/Feature?  </a:t>
                      </a:r>
                    </a:p>
                    <a:p>
                      <a:pPr marL="0" algn="l" rtl="0" eaLnBrk="1" fontAlgn="b" latinLnBrk="0" hangingPunct="1"/>
                      <a:r>
                        <a:rPr lang="en-US" sz="1200" b="1" i="1" u="none" strike="noStrike" kern="1200">
                          <a:solidFill>
                            <a:schemeClr val="bg1"/>
                          </a:solidFill>
                          <a:effectLst/>
                          <a:latin typeface="+mn-lt"/>
                          <a:ea typeface="+mn-ea"/>
                          <a:cs typeface="Calibri"/>
                        </a:rPr>
                        <a:t>(Add if available)</a:t>
                      </a:r>
                    </a:p>
                  </a:txBody>
                  <a:tcPr>
                    <a:solidFill>
                      <a:schemeClr val="accent2"/>
                    </a:solidFill>
                  </a:tcPr>
                </a:tc>
                <a:tc>
                  <a:txBody>
                    <a:bodyPr/>
                    <a:lstStyle/>
                    <a:p>
                      <a:pPr marL="0" algn="l" defTabSz="457200" rtl="0" eaLnBrk="1" fontAlgn="b" latinLnBrk="0" hangingPunct="1"/>
                      <a:r>
                        <a:rPr lang="en-US" sz="1600" b="1" i="0" u="none" strike="noStrike" kern="1200">
                          <a:solidFill>
                            <a:schemeClr val="bg1"/>
                          </a:solidFill>
                          <a:effectLst/>
                          <a:latin typeface="+mn-lt"/>
                          <a:ea typeface="+mn-ea"/>
                          <a:cs typeface="Calibri"/>
                        </a:rPr>
                        <a:t>KPIs Targeted</a:t>
                      </a:r>
                    </a:p>
                  </a:txBody>
                  <a:tcPr>
                    <a:solidFill>
                      <a:schemeClr val="accent2"/>
                    </a:solidFill>
                  </a:tcPr>
                </a:tc>
                <a:tc>
                  <a:txBody>
                    <a:bodyPr/>
                    <a:lstStyle/>
                    <a:p>
                      <a:pPr marL="0" algn="l" defTabSz="457200" rtl="0" eaLnBrk="1" fontAlgn="b" latinLnBrk="0" hangingPunct="1"/>
                      <a:r>
                        <a:rPr lang="en-US" sz="16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200" b="1" i="1" u="none" strike="noStrike" kern="1200" cap="none" spc="0" normalizeH="0" baseline="0" noProof="0">
                        <a:ln>
                          <a:noFill/>
                        </a:ln>
                        <a:solidFill>
                          <a:schemeClr val="bg1"/>
                        </a:solidFill>
                        <a:effectLst/>
                        <a:uLnTx/>
                        <a:uFillTx/>
                        <a:latin typeface="+mn-lt"/>
                        <a:ea typeface="+mn-ea"/>
                        <a:cs typeface="Calibri"/>
                      </a:endParaRPr>
                    </a:p>
                  </a:txBody>
                  <a:tcPr>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600" b="1" i="0" u="none" strike="noStrike" kern="1200" cap="none" spc="0" normalizeH="0" baseline="0" noProof="0">
                          <a:ln>
                            <a:noFill/>
                          </a:ln>
                          <a:solidFill>
                            <a:schemeClr val="bg1"/>
                          </a:solidFill>
                          <a:effectLst/>
                          <a:uLnTx/>
                          <a:uFillTx/>
                          <a:latin typeface="+mn-lt"/>
                          <a:ea typeface="+mn-ea"/>
                          <a:cs typeface="Calibri"/>
                        </a:rPr>
                        <a:t>Primary Train(s) </a:t>
                      </a:r>
                      <a:r>
                        <a:rPr lang="en-US" sz="1600" b="1" i="0" u="none" strike="noStrike" kern="1200" cap="none" spc="0" normalizeH="0" baseline="0" noProof="0">
                          <a:ln>
                            <a:noFill/>
                          </a:ln>
                          <a:solidFill>
                            <a:schemeClr val="bg1"/>
                          </a:solidFill>
                          <a:effectLst/>
                          <a:uLnTx/>
                          <a:uFillTx/>
                          <a:latin typeface="+mn-lt"/>
                          <a:ea typeface="+mn-ea"/>
                          <a:cs typeface="Calibri"/>
                        </a:rPr>
                        <a:t>/ Impacted Applications</a:t>
                      </a:r>
                      <a:endParaRPr kumimoji="0" lang="en-US" sz="16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2"/>
                    </a:solidFill>
                  </a:tcPr>
                </a:tc>
                <a:extLst>
                  <a:ext uri="{0D108BD9-81ED-4DB2-BD59-A6C34878D82A}">
                    <a16:rowId xmlns:a16="http://schemas.microsoft.com/office/drawing/2014/main" val="3410991502"/>
                  </a:ext>
                </a:extLst>
              </a:tr>
              <a:tr h="1304082">
                <a:tc>
                  <a:txBody>
                    <a:bodyPr/>
                    <a:lstStyle/>
                    <a:p>
                      <a:pPr marL="0" lvl="0" indent="0" algn="l">
                        <a:lnSpc>
                          <a:spcPct val="100000"/>
                        </a:lnSpc>
                        <a:spcBef>
                          <a:spcPts val="0"/>
                        </a:spcBef>
                        <a:spcAft>
                          <a:spcPts val="0"/>
                        </a:spcAft>
                        <a:buNone/>
                      </a:pPr>
                      <a:r>
                        <a:rPr lang="en-US" sz="1100" b="1" i="0" u="none" strike="noStrike" kern="1200" noProof="0">
                          <a:effectLst/>
                          <a:latin typeface="CVS Health Sans"/>
                        </a:rPr>
                        <a:t>Identify medication as a vaccine and do not display as actionable</a:t>
                      </a:r>
                    </a:p>
                  </a:txBody>
                  <a:tcPr>
                    <a:solidFill>
                      <a:schemeClr val="bg1"/>
                    </a:solidFill>
                  </a:tcPr>
                </a:tc>
                <a:tc>
                  <a:txBody>
                    <a:bodyPr/>
                    <a:lstStyle/>
                    <a:p>
                      <a:pPr lvl="0">
                        <a:buNone/>
                      </a:pPr>
                      <a:r>
                        <a:rPr lang="en-US" sz="1100" b="1" i="0" u="none" strike="noStrike" kern="1200" noProof="0">
                          <a:effectLst/>
                          <a:latin typeface="CVS Health Sans"/>
                          <a:hlinkClick r:id="rId6"/>
                        </a:rPr>
                        <a:t>F86166</a:t>
                      </a:r>
                      <a:r>
                        <a:rPr lang="en-US" sz="1100" b="1" i="0" u="none" strike="noStrike" kern="1200" noProof="0">
                          <a:effectLst/>
                          <a:latin typeface="CVS Health Sans"/>
                        </a:rPr>
                        <a:t>: Identify  medication as a vaccine so that it will display as non- renewable</a:t>
                      </a:r>
                      <a:endParaRPr lang="en-US"/>
                    </a:p>
                  </a:txBody>
                  <a:tcPr>
                    <a:solidFill>
                      <a:schemeClr val="bg1"/>
                    </a:solidFill>
                  </a:tcPr>
                </a:tc>
                <a:tc>
                  <a:txBody>
                    <a:bodyPr/>
                    <a:lstStyle/>
                    <a:p>
                      <a:pPr marL="0" lvl="0" indent="0" algn="l">
                        <a:lnSpc>
                          <a:spcPct val="100000"/>
                        </a:lnSpc>
                        <a:spcBef>
                          <a:spcPts val="0"/>
                        </a:spcBef>
                        <a:spcAft>
                          <a:spcPts val="0"/>
                        </a:spcAft>
                        <a:buNone/>
                      </a:pPr>
                      <a:r>
                        <a:rPr lang="en-US" sz="1100"/>
                        <a:t>KPIs</a:t>
                      </a:r>
                    </a:p>
                    <a:p>
                      <a:pPr marL="171450" lvl="0" indent="-171450" algn="l">
                        <a:lnSpc>
                          <a:spcPct val="100000"/>
                        </a:lnSpc>
                        <a:spcBef>
                          <a:spcPts val="0"/>
                        </a:spcBef>
                        <a:spcAft>
                          <a:spcPts val="0"/>
                        </a:spcAft>
                        <a:buFont typeface="Arial"/>
                        <a:buChar char="•"/>
                      </a:pPr>
                      <a:r>
                        <a:rPr lang="en-US" sz="1100"/>
                        <a:t>Monitor Retail Refill NPS </a:t>
                      </a:r>
                    </a:p>
                    <a:p>
                      <a:pPr marL="0" lvl="0" indent="0" algn="l">
                        <a:lnSpc>
                          <a:spcPct val="100000"/>
                        </a:lnSpc>
                        <a:spcBef>
                          <a:spcPts val="0"/>
                        </a:spcBef>
                        <a:spcAft>
                          <a:spcPts val="0"/>
                        </a:spcAft>
                        <a:buNone/>
                      </a:pPr>
                      <a:endParaRPr lang="en-US" sz="1100"/>
                    </a:p>
                    <a:p>
                      <a:pPr marL="0" lvl="0" indent="0" algn="l">
                        <a:lnSpc>
                          <a:spcPct val="100000"/>
                        </a:lnSpc>
                        <a:spcBef>
                          <a:spcPts val="0"/>
                        </a:spcBef>
                        <a:spcAft>
                          <a:spcPts val="0"/>
                        </a:spcAft>
                        <a:buNone/>
                      </a:pPr>
                      <a:r>
                        <a:rPr lang="en-US" sz="1100"/>
                        <a:t>Key Results</a:t>
                      </a:r>
                    </a:p>
                    <a:p>
                      <a:pPr marL="171450" lvl="0" indent="-171450" algn="l">
                        <a:lnSpc>
                          <a:spcPct val="100000"/>
                        </a:lnSpc>
                        <a:spcBef>
                          <a:spcPts val="0"/>
                        </a:spcBef>
                        <a:spcAft>
                          <a:spcPts val="0"/>
                        </a:spcAft>
                        <a:buFont typeface="Arial"/>
                        <a:buChar char="•"/>
                      </a:pPr>
                      <a:r>
                        <a:rPr lang="en-US" sz="1100"/>
                        <a:t>Remove ability to fill these online</a:t>
                      </a:r>
                    </a:p>
                    <a:p>
                      <a:pPr marL="0" lvl="0" indent="0" algn="l">
                        <a:lnSpc>
                          <a:spcPct val="100000"/>
                        </a:lnSpc>
                        <a:spcBef>
                          <a:spcPts val="0"/>
                        </a:spcBef>
                        <a:spcAft>
                          <a:spcPts val="0"/>
                        </a:spcAft>
                        <a:buNone/>
                      </a:pPr>
                      <a:endParaRPr lang="en-US" sz="1100"/>
                    </a:p>
                  </a:txBody>
                  <a:tcPr>
                    <a:solidFill>
                      <a:schemeClr val="bg1"/>
                    </a:solidFill>
                  </a:tcPr>
                </a:tc>
                <a:tc>
                  <a:txBody>
                    <a:bodyPr/>
                    <a:lstStyle/>
                    <a:p>
                      <a:pPr marL="171450" indent="-171450">
                        <a:buFont typeface="Arial" panose="020B0604020202020204" pitchFamily="34" charset="0"/>
                        <a:buChar char="•"/>
                      </a:pPr>
                      <a:r>
                        <a:rPr lang="en-US" sz="1050" b="0" i="0" u="none" strike="noStrike" kern="1200" noProof="0">
                          <a:effectLst/>
                        </a:rPr>
                        <a:t>On the CVS digital tools today, we display vaccine medications as refillable/renewable.  That is not accurate and causes confusion.</a:t>
                      </a:r>
                      <a:endParaRPr lang="en-US" sz="1050" b="0" i="0" u="none" strike="noStrike" kern="1200" noProof="0">
                        <a:effectLst/>
                        <a:latin typeface="CVS Health Sans"/>
                      </a:endParaRPr>
                    </a:p>
                  </a:txBody>
                  <a:tcPr>
                    <a:solidFill>
                      <a:schemeClr val="bg1"/>
                    </a:solidFill>
                  </a:tcPr>
                </a:tc>
                <a:tc>
                  <a:txBody>
                    <a:bodyPr/>
                    <a:lstStyle/>
                    <a:p>
                      <a:r>
                        <a:rPr lang="en-US" sz="1100" kern="1200">
                          <a:solidFill>
                            <a:schemeClr val="tx1"/>
                          </a:solidFill>
                          <a:effectLst/>
                          <a:latin typeface="+mn-lt"/>
                          <a:ea typeface="+mn-ea"/>
                          <a:cs typeface="+mn-cs"/>
                        </a:rPr>
                        <a:t>Consumer </a:t>
                      </a:r>
                      <a:r>
                        <a:rPr lang="en-US" sz="1100" kern="1200" err="1">
                          <a:solidFill>
                            <a:schemeClr val="tx1"/>
                          </a:solidFill>
                          <a:effectLst/>
                          <a:latin typeface="+mn-lt"/>
                          <a:ea typeface="+mn-ea"/>
                          <a:cs typeface="+mn-cs"/>
                        </a:rPr>
                        <a:t>RxTransactions</a:t>
                      </a:r>
                      <a:r>
                        <a:rPr lang="en-US" sz="1100" kern="1200">
                          <a:solidFill>
                            <a:schemeClr val="tx1"/>
                          </a:solidFill>
                          <a:effectLst/>
                          <a:latin typeface="+mn-lt"/>
                          <a:ea typeface="+mn-ea"/>
                          <a:cs typeface="+mn-cs"/>
                        </a:rPr>
                        <a:t>/</a:t>
                      </a:r>
                      <a:r>
                        <a:rPr lang="en-US" sz="1100" kern="1200" err="1">
                          <a:solidFill>
                            <a:schemeClr val="tx1"/>
                          </a:solidFill>
                          <a:effectLst/>
                          <a:latin typeface="+mn-lt"/>
                          <a:ea typeface="+mn-ea"/>
                          <a:cs typeface="+mn-cs"/>
                        </a:rPr>
                        <a:t>RxConnect</a:t>
                      </a:r>
                    </a:p>
                  </a:txBody>
                  <a:tcPr>
                    <a:solidFill>
                      <a:schemeClr val="bg1"/>
                    </a:solidFill>
                  </a:tcPr>
                </a:tc>
                <a:extLst>
                  <a:ext uri="{0D108BD9-81ED-4DB2-BD59-A6C34878D82A}">
                    <a16:rowId xmlns:a16="http://schemas.microsoft.com/office/drawing/2014/main" val="1357418345"/>
                  </a:ext>
                </a:extLst>
              </a:tr>
              <a:tr h="588115">
                <a:tc>
                  <a:txBody>
                    <a:bodyPr/>
                    <a:lstStyle/>
                    <a:p>
                      <a:pPr lvl="0" algn="l">
                        <a:lnSpc>
                          <a:spcPct val="100000"/>
                        </a:lnSpc>
                        <a:spcBef>
                          <a:spcPts val="0"/>
                        </a:spcBef>
                        <a:spcAft>
                          <a:spcPts val="0"/>
                        </a:spcAft>
                        <a:buNone/>
                      </a:pPr>
                      <a:r>
                        <a:rPr lang="en-US" sz="1100" b="1" i="0" u="none" strike="noStrike" kern="1200" noProof="0">
                          <a:effectLst/>
                        </a:rPr>
                        <a:t>Enabling voice command to  open the </a:t>
                      </a:r>
                      <a:r>
                        <a:rPr lang="en-US" sz="1100" b="1" i="0" u="none" strike="noStrike" kern="1200" noProof="0" err="1">
                          <a:effectLst/>
                        </a:rPr>
                        <a:t>SpokenRx</a:t>
                      </a:r>
                      <a:r>
                        <a:rPr lang="en-US" sz="1100" b="0" i="0" u="none" strike="noStrike" kern="1200" noProof="0">
                          <a:effectLst/>
                        </a:rPr>
                        <a:t> feature on the CVS app</a:t>
                      </a:r>
                      <a:endParaRPr lang="en-US"/>
                    </a:p>
                  </a:txBody>
                  <a:tcPr>
                    <a:solidFill>
                      <a:schemeClr val="bg1"/>
                    </a:solidFill>
                  </a:tcPr>
                </a:tc>
                <a:tc>
                  <a:txBody>
                    <a:bodyPr/>
                    <a:lstStyle/>
                    <a:p>
                      <a:pPr lvl="0">
                        <a:buNone/>
                      </a:pPr>
                      <a:r>
                        <a:rPr lang="en-US" sz="1100" b="1" i="0" u="none" strike="noStrike" kern="1200" noProof="0">
                          <a:effectLst/>
                          <a:hlinkClick r:id="rId7"/>
                        </a:rPr>
                        <a:t>E6629</a:t>
                      </a:r>
                      <a:r>
                        <a:rPr lang="en-US" sz="1100" b="1" i="0" u="none" strike="noStrike" kern="1200" noProof="0">
                          <a:effectLst/>
                        </a:rPr>
                        <a:t>: Spoken Rx Enhancements</a:t>
                      </a:r>
                      <a:endParaRPr lang="en-US"/>
                    </a:p>
                  </a:txBody>
                  <a:tcPr>
                    <a:solidFill>
                      <a:schemeClr val="bg1"/>
                    </a:solidFill>
                  </a:tcPr>
                </a:tc>
                <a:tc>
                  <a:txBody>
                    <a:bodyPr/>
                    <a:lstStyle/>
                    <a:p>
                      <a:pPr lvl="0">
                        <a:buNone/>
                      </a:pPr>
                      <a:r>
                        <a:rPr lang="en-US" sz="1100"/>
                        <a:t>Key Results</a:t>
                      </a:r>
                      <a:endParaRPr lang="en-US"/>
                    </a:p>
                    <a:p>
                      <a:pPr marL="171450" lvl="0" indent="-171450">
                        <a:buFont typeface="Arial"/>
                        <a:buChar char="•"/>
                      </a:pPr>
                      <a:r>
                        <a:rPr lang="en-US" sz="1100" b="0" i="0" u="none" strike="noStrike" noProof="0">
                          <a:latin typeface="CVS Health Sans"/>
                        </a:rPr>
                        <a:t>Increase </a:t>
                      </a:r>
                      <a:r>
                        <a:rPr lang="en-US" sz="1100" b="0" i="0" u="none" strike="noStrike" noProof="0" err="1">
                          <a:latin typeface="CVS Health Sans"/>
                        </a:rPr>
                        <a:t>SpokenRx</a:t>
                      </a:r>
                      <a:r>
                        <a:rPr lang="en-US" sz="1100" b="0" i="0" u="none" strike="noStrike" noProof="0">
                          <a:latin typeface="CVS Health Sans"/>
                        </a:rPr>
                        <a:t> starts</a:t>
                      </a:r>
                      <a:endParaRPr lang="en-US"/>
                    </a:p>
                  </a:txBody>
                  <a:tcPr>
                    <a:solidFill>
                      <a:schemeClr val="bg1"/>
                    </a:solidFill>
                  </a:tcPr>
                </a:tc>
                <a:tc>
                  <a:txBody>
                    <a:bodyPr/>
                    <a:lstStyle/>
                    <a:p>
                      <a:pPr marL="171450" lvl="0" indent="-171450">
                        <a:buFont typeface="Arial" panose="020B0604020202020204" pitchFamily="34" charset="0"/>
                        <a:buChar char="•"/>
                      </a:pPr>
                      <a:r>
                        <a:rPr lang="en-US" sz="1100" b="0" i="0" u="none" strike="noStrike" noProof="0">
                          <a:latin typeface="CVS Health Sans"/>
                        </a:rPr>
                        <a:t>Improve accessibility by opening </a:t>
                      </a:r>
                      <a:r>
                        <a:rPr lang="en-US" sz="1100" b="0" i="0" u="none" strike="noStrike" noProof="0" err="1">
                          <a:latin typeface="CVS Health Sans"/>
                        </a:rPr>
                        <a:t>SpokenRx</a:t>
                      </a:r>
                      <a:r>
                        <a:rPr lang="en-US" sz="1100" b="0" i="0" u="none" strike="noStrike" noProof="0">
                          <a:latin typeface="CVS Health Sans"/>
                        </a:rPr>
                        <a:t> by voice activation</a:t>
                      </a:r>
                      <a:endParaRPr lang="en-US" sz="1100"/>
                    </a:p>
                  </a:txBody>
                  <a:tcPr>
                    <a:solidFill>
                      <a:schemeClr val="bg1"/>
                    </a:solidFill>
                  </a:tcPr>
                </a:tc>
                <a:tc>
                  <a:txBody>
                    <a:bodyPr/>
                    <a:lstStyle/>
                    <a:p>
                      <a:pPr lvl="0">
                        <a:buNone/>
                      </a:pPr>
                      <a:r>
                        <a:rPr lang="en-US" sz="1100" kern="1200">
                          <a:solidFill>
                            <a:schemeClr val="tx1"/>
                          </a:solidFill>
                          <a:effectLst/>
                          <a:latin typeface="+mn-lt"/>
                          <a:ea typeface="+mn-ea"/>
                          <a:cs typeface="+mn-cs"/>
                        </a:rPr>
                        <a:t>Consumer </a:t>
                      </a:r>
                      <a:r>
                        <a:rPr lang="en-US" sz="1100" kern="1200" err="1">
                          <a:solidFill>
                            <a:schemeClr val="tx1"/>
                          </a:solidFill>
                          <a:effectLst/>
                          <a:latin typeface="+mn-lt"/>
                          <a:ea typeface="+mn-ea"/>
                          <a:cs typeface="+mn-cs"/>
                        </a:rPr>
                        <a:t>RxTransactions</a:t>
                      </a:r>
                      <a:endParaRPr lang="en-US"/>
                    </a:p>
                  </a:txBody>
                  <a:tcPr>
                    <a:solidFill>
                      <a:schemeClr val="bg1"/>
                    </a:solidFill>
                  </a:tcPr>
                </a:tc>
                <a:extLst>
                  <a:ext uri="{0D108BD9-81ED-4DB2-BD59-A6C34878D82A}">
                    <a16:rowId xmlns:a16="http://schemas.microsoft.com/office/drawing/2014/main" val="1259251692"/>
                  </a:ext>
                </a:extLst>
              </a:tr>
              <a:tr h="435864">
                <a:tc>
                  <a:txBody>
                    <a:bodyPr/>
                    <a:lstStyle/>
                    <a:p>
                      <a:pPr marL="0" lvl="0" indent="0">
                        <a:buNone/>
                      </a:pPr>
                      <a:r>
                        <a:rPr lang="en-US" sz="1100" b="1" i="0" u="none" strike="noStrike" kern="1200" noProof="0">
                          <a:effectLst/>
                          <a:latin typeface="CVS Health Sans"/>
                        </a:rPr>
                        <a:t>Redesign of Recent Orders screen - Complete tagging</a:t>
                      </a:r>
                      <a:endParaRPr lang="en-US" b="1"/>
                    </a:p>
                  </a:txBody>
                  <a:tcPr>
                    <a:solidFill>
                      <a:schemeClr val="bg1"/>
                    </a:solidFill>
                  </a:tcPr>
                </a:tc>
                <a:tc>
                  <a:txBody>
                    <a:bodyPr/>
                    <a:lstStyle/>
                    <a:p>
                      <a:pPr lvl="0">
                        <a:buNone/>
                      </a:pPr>
                      <a:r>
                        <a:rPr lang="en-US" sz="1100" b="1" i="0" u="none" strike="noStrike" kern="1200" noProof="0">
                          <a:effectLst/>
                          <a:hlinkClick r:id="rId8"/>
                        </a:rPr>
                        <a:t>F12675</a:t>
                      </a:r>
                      <a:endParaRPr lang="en-US" sz="1100" b="1" i="0" u="none" strike="noStrike" kern="1200" noProof="0">
                        <a:effectLst/>
                      </a:endParaRPr>
                    </a:p>
                  </a:txBody>
                  <a:tcPr>
                    <a:solidFill>
                      <a:schemeClr val="bg1"/>
                    </a:solidFill>
                  </a:tcPr>
                </a:tc>
                <a:tc>
                  <a:txBody>
                    <a:bodyPr/>
                    <a:lstStyle/>
                    <a:p>
                      <a:r>
                        <a:rPr lang="en-US" sz="1100" kern="1200" noProof="0">
                          <a:solidFill>
                            <a:schemeClr val="tx1"/>
                          </a:solidFill>
                          <a:effectLst/>
                          <a:latin typeface="+mn-lt"/>
                          <a:ea typeface="+mn-ea"/>
                          <a:cs typeface="+mn-cs"/>
                        </a:rPr>
                        <a:t>Key Results</a:t>
                      </a:r>
                    </a:p>
                    <a:p>
                      <a:pPr marL="171450" lvl="0" indent="-171450">
                        <a:buFont typeface="Arial"/>
                        <a:buChar char="•"/>
                      </a:pPr>
                      <a:r>
                        <a:rPr lang="en-US" sz="1100" kern="1200" noProof="0">
                          <a:solidFill>
                            <a:schemeClr val="tx1"/>
                          </a:solidFill>
                          <a:effectLst/>
                          <a:latin typeface="+mn-lt"/>
                          <a:ea typeface="+mn-ea"/>
                          <a:cs typeface="+mn-cs"/>
                        </a:rPr>
                        <a:t>Increase order status NPS</a:t>
                      </a:r>
                    </a:p>
                    <a:p>
                      <a:pPr marL="171450" lvl="0" indent="-171450">
                        <a:buFont typeface="Arial"/>
                        <a:buChar char="•"/>
                      </a:pPr>
                      <a:r>
                        <a:rPr lang="en-US" sz="1100" kern="1200" noProof="0">
                          <a:solidFill>
                            <a:schemeClr val="tx1"/>
                          </a:solidFill>
                          <a:effectLst/>
                          <a:latin typeface="+mn-lt"/>
                          <a:ea typeface="+mn-ea"/>
                          <a:cs typeface="+mn-cs"/>
                        </a:rPr>
                        <a:t>One Order Status Flow across LOBs</a:t>
                      </a:r>
                    </a:p>
                  </a:txBody>
                  <a:tcPr>
                    <a:solidFill>
                      <a:schemeClr val="bg1"/>
                    </a:solidFill>
                  </a:tcPr>
                </a:tc>
                <a:tc>
                  <a:txBody>
                    <a:bodyPr/>
                    <a:lstStyle/>
                    <a:p>
                      <a:pPr marL="171450" indent="-171450">
                        <a:buFont typeface="Arial" panose="020B0604020202020204" pitchFamily="34" charset="0"/>
                        <a:buChar char="•"/>
                      </a:pPr>
                      <a:r>
                        <a:rPr lang="en-US" sz="1050" kern="1200">
                          <a:solidFill>
                            <a:schemeClr val="tx1"/>
                          </a:solidFill>
                          <a:effectLst/>
                          <a:latin typeface="+mn-lt"/>
                          <a:ea typeface="+mn-ea"/>
                          <a:cs typeface="+mn-cs"/>
                        </a:rPr>
                        <a:t>Improve order status customer experience flow</a:t>
                      </a:r>
                    </a:p>
                  </a:txBody>
                  <a:tcPr>
                    <a:solidFill>
                      <a:schemeClr val="bg1"/>
                    </a:solidFill>
                  </a:tcPr>
                </a:tc>
                <a:tc>
                  <a:txBody>
                    <a:bodyPr/>
                    <a:lstStyle/>
                    <a:p>
                      <a:pPr lvl="0">
                        <a:buNone/>
                      </a:pPr>
                      <a:r>
                        <a:rPr lang="en-US" sz="1100" b="0" i="0" u="none" strike="noStrike" kern="1200" noProof="0">
                          <a:solidFill>
                            <a:schemeClr val="tx1"/>
                          </a:solidFill>
                          <a:effectLst/>
                          <a:latin typeface="CVS Health Sans"/>
                        </a:rPr>
                        <a:t>Consumer </a:t>
                      </a:r>
                      <a:r>
                        <a:rPr lang="en-US" sz="1100" b="0" i="0" u="none" strike="noStrike" kern="1200" noProof="0" err="1">
                          <a:solidFill>
                            <a:schemeClr val="tx1"/>
                          </a:solidFill>
                          <a:effectLst/>
                          <a:latin typeface="CVS Health Sans"/>
                        </a:rPr>
                        <a:t>RxTransactions</a:t>
                      </a:r>
                      <a:endParaRPr lang="en-US" err="1"/>
                    </a:p>
                  </a:txBody>
                  <a:tcPr>
                    <a:solidFill>
                      <a:schemeClr val="bg1"/>
                    </a:solidFill>
                  </a:tcPr>
                </a:tc>
                <a:extLst>
                  <a:ext uri="{0D108BD9-81ED-4DB2-BD59-A6C34878D82A}">
                    <a16:rowId xmlns:a16="http://schemas.microsoft.com/office/drawing/2014/main" val="1843844928"/>
                  </a:ext>
                </a:extLst>
              </a:tr>
              <a:tr h="596639">
                <a:tc>
                  <a:txBody>
                    <a:bodyPr/>
                    <a:lstStyle/>
                    <a:p>
                      <a:pPr marL="0" marR="0" lvl="0" indent="0" algn="l" rtl="0">
                        <a:lnSpc>
                          <a:spcPct val="100000"/>
                        </a:lnSpc>
                        <a:spcBef>
                          <a:spcPts val="0"/>
                        </a:spcBef>
                        <a:spcAft>
                          <a:spcPts val="0"/>
                        </a:spcAft>
                        <a:buClrTx/>
                        <a:buSzTx/>
                        <a:buFont typeface="Arial" panose="020B0604020202020204" pitchFamily="34" charset="0"/>
                        <a:buNone/>
                      </a:pPr>
                      <a:r>
                        <a:rPr lang="en-US" sz="1050" b="1">
                          <a:latin typeface="+mn-lt"/>
                        </a:rPr>
                        <a:t>Present canceled/deleted retail refill orders on order summary view</a:t>
                      </a:r>
                    </a:p>
                  </a:txBody>
                  <a:tcPr>
                    <a:solidFill>
                      <a:schemeClr val="bg1"/>
                    </a:solidFill>
                  </a:tcPr>
                </a:tc>
                <a:tc>
                  <a:txBody>
                    <a:bodyPr/>
                    <a:lstStyle/>
                    <a:p>
                      <a:pPr lvl="0" algn="l">
                        <a:buNone/>
                      </a:pPr>
                      <a:r>
                        <a:rPr lang="en-US" sz="1100" b="1" i="0" u="none" strike="noStrike" kern="1200" noProof="0">
                          <a:solidFill>
                            <a:schemeClr val="tx1"/>
                          </a:solidFill>
                          <a:effectLst/>
                          <a:latin typeface="+mn-lt"/>
                          <a:ea typeface="+mn-ea"/>
                          <a:cs typeface="+mn-cs"/>
                          <a:hlinkClick r:id="rId9"/>
                        </a:rPr>
                        <a:t>F95948</a:t>
                      </a:r>
                      <a:endParaRPr lang="en-US" sz="1100" b="1" i="0" u="none" strike="noStrike" kern="1200" noProof="0">
                        <a:solidFill>
                          <a:schemeClr val="tx1"/>
                        </a:solidFill>
                        <a:effectLst/>
                        <a:latin typeface="+mn-lt"/>
                        <a:ea typeface="+mn-ea"/>
                        <a:cs typeface="+mn-cs"/>
                      </a:endParaRPr>
                    </a:p>
                  </a:txBody>
                  <a:tcPr>
                    <a:solidFill>
                      <a:schemeClr val="bg1"/>
                    </a:solidFill>
                  </a:tcPr>
                </a:tc>
                <a:tc>
                  <a:txBody>
                    <a:bodyPr/>
                    <a:lstStyle/>
                    <a:p>
                      <a:pPr lvl="0">
                        <a:buNone/>
                      </a:pPr>
                      <a:r>
                        <a:rPr lang="en-US" sz="1050" b="0" i="0" u="none" strike="noStrike" noProof="0">
                          <a:solidFill>
                            <a:schemeClr val="tx1"/>
                          </a:solidFill>
                          <a:latin typeface="CVS Health Sans"/>
                        </a:rPr>
                        <a:t>Key Results</a:t>
                      </a:r>
                      <a:endParaRPr lang="en-US" sz="1050" b="0" i="0" u="none" strike="noStrike" noProof="0">
                        <a:latin typeface="CVS Health Sans"/>
                      </a:endParaRPr>
                    </a:p>
                    <a:p>
                      <a:pPr marL="171450" lvl="0" indent="-171450">
                        <a:buClr>
                          <a:srgbClr val="000000"/>
                        </a:buClr>
                        <a:buFont typeface="Arial,Sans-Serif"/>
                        <a:buChar char="•"/>
                      </a:pPr>
                      <a:r>
                        <a:rPr lang="en-US" sz="1050" b="0" i="0" u="none" strike="noStrike" noProof="0">
                          <a:solidFill>
                            <a:schemeClr val="tx1"/>
                          </a:solidFill>
                          <a:latin typeface="CVS Health Sans"/>
                        </a:rPr>
                        <a:t>Increase order status NPS</a:t>
                      </a:r>
                      <a:endParaRPr lang="en-US"/>
                    </a:p>
                    <a:p>
                      <a:pPr marL="171450" lvl="0" indent="-171450">
                        <a:buClr>
                          <a:srgbClr val="000000"/>
                        </a:buClr>
                        <a:buFont typeface="Arial,Sans-Serif"/>
                        <a:buChar char="•"/>
                      </a:pPr>
                      <a:r>
                        <a:rPr lang="en-US" sz="1050" b="0" i="0" u="none" strike="noStrike" noProof="0">
                          <a:solidFill>
                            <a:schemeClr val="tx1"/>
                          </a:solidFill>
                          <a:latin typeface="CVS Health Sans"/>
                        </a:rPr>
                        <a:t>One Order Status Flow across LOBs</a:t>
                      </a:r>
                    </a:p>
                    <a:p>
                      <a:pPr marL="0" lvl="0" indent="0">
                        <a:buFont typeface="Arial" panose="020B0604020202020204" pitchFamily="34" charset="0"/>
                        <a:buNone/>
                      </a:pPr>
                      <a:endParaRPr lang="en-US" sz="1050"/>
                    </a:p>
                  </a:txBody>
                  <a:tcPr>
                    <a:solidFill>
                      <a:schemeClr val="bg1"/>
                    </a:solidFill>
                  </a:tcPr>
                </a:tc>
                <a:tc>
                  <a:txBody>
                    <a:bodyPr/>
                    <a:lstStyle/>
                    <a:p>
                      <a:pPr marL="171450" marR="0" lvl="0" indent="-171450" algn="l" rtl="0">
                        <a:lnSpc>
                          <a:spcPct val="100000"/>
                        </a:lnSpc>
                        <a:spcBef>
                          <a:spcPts val="0"/>
                        </a:spcBef>
                        <a:spcAft>
                          <a:spcPts val="0"/>
                        </a:spcAft>
                        <a:buClrTx/>
                        <a:buSzTx/>
                        <a:buFont typeface="Arial" panose="020B0604020202020204" pitchFamily="34" charset="0"/>
                        <a:buChar char="•"/>
                      </a:pPr>
                      <a:r>
                        <a:rPr lang="en-US" sz="1050">
                          <a:latin typeface="+mn-lt"/>
                        </a:rPr>
                        <a:t>Customers complain about requesting refill multiple times over because their order disappears. This effort will provide transparency to the customer as to the true status of their order and guide them to contact the pharmacy over repeating unfilled requests.</a:t>
                      </a:r>
                    </a:p>
                  </a:txBody>
                  <a:tcP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Consumer </a:t>
                      </a:r>
                      <a:r>
                        <a:rPr lang="en-US" sz="1050" b="0" i="0" u="none" strike="noStrike" kern="1200" noProof="0" err="1">
                          <a:solidFill>
                            <a:schemeClr val="tx1"/>
                          </a:solidFill>
                          <a:effectLst/>
                          <a:latin typeface="CVS Health Sans"/>
                        </a:rPr>
                        <a:t>RxTransactions</a:t>
                      </a:r>
                      <a:endParaRPr lang="en-US" err="1"/>
                    </a:p>
                  </a:txBody>
                  <a:tcPr>
                    <a:solidFill>
                      <a:schemeClr val="bg1"/>
                    </a:solidFill>
                  </a:tcPr>
                </a:tc>
                <a:extLst>
                  <a:ext uri="{0D108BD9-81ED-4DB2-BD59-A6C34878D82A}">
                    <a16:rowId xmlns:a16="http://schemas.microsoft.com/office/drawing/2014/main" val="1337755437"/>
                  </a:ext>
                </a:extLst>
              </a:tr>
              <a:tr h="596638">
                <a:tc>
                  <a:txBody>
                    <a:bodyPr/>
                    <a:lstStyle/>
                    <a:p>
                      <a:pPr marL="0" lvl="0" indent="0" algn="l">
                        <a:lnSpc>
                          <a:spcPct val="100000"/>
                        </a:lnSpc>
                        <a:spcBef>
                          <a:spcPts val="0"/>
                        </a:spcBef>
                        <a:spcAft>
                          <a:spcPts val="0"/>
                        </a:spcAft>
                        <a:buNone/>
                      </a:pPr>
                      <a:r>
                        <a:rPr lang="en-US" sz="1050" b="1">
                          <a:latin typeface="+mn-lt"/>
                        </a:rPr>
                        <a:t>Unlock existing blockers to internal transfers</a:t>
                      </a:r>
                    </a:p>
                  </a:txBody>
                  <a:tcPr>
                    <a:solidFill>
                      <a:schemeClr val="bg1"/>
                    </a:solidFill>
                  </a:tcPr>
                </a:tc>
                <a:tc>
                  <a:txBody>
                    <a:bodyPr/>
                    <a:lstStyle/>
                    <a:p>
                      <a:pPr lvl="0" algn="l">
                        <a:lnSpc>
                          <a:spcPct val="100000"/>
                        </a:lnSpc>
                        <a:spcBef>
                          <a:spcPts val="0"/>
                        </a:spcBef>
                        <a:spcAft>
                          <a:spcPts val="0"/>
                        </a:spcAft>
                        <a:buNone/>
                      </a:pPr>
                      <a:r>
                        <a:rPr lang="en-US" sz="1100" b="1" i="0" u="none" strike="noStrike" noProof="0">
                          <a:latin typeface="CVS Health Sans"/>
                          <a:hlinkClick r:id="rId10"/>
                        </a:rPr>
                        <a:t>E12674</a:t>
                      </a:r>
                      <a:r>
                        <a:rPr lang="en-US" sz="1100" b="1" i="0" u="none" strike="noStrike" noProof="0">
                          <a:latin typeface="CVS Health Sans"/>
                        </a:rPr>
                        <a:t>: Optimize Retail Pharmacy Transfers - Internal and External</a:t>
                      </a:r>
                      <a:endParaRPr lang="en-US" sz="1100"/>
                    </a:p>
                    <a:p>
                      <a:pPr lvl="0" algn="l">
                        <a:buNone/>
                      </a:pPr>
                      <a:endParaRPr lang="en-US" sz="1100" b="1" i="0" u="none" strike="noStrike" kern="1200" noProof="0">
                        <a:solidFill>
                          <a:schemeClr val="tx1"/>
                        </a:solidFill>
                        <a:effectLst/>
                        <a:latin typeface="+mn-lt"/>
                        <a:ea typeface="+mn-ea"/>
                        <a:cs typeface="+mn-cs"/>
                      </a:endParaRPr>
                    </a:p>
                  </a:txBody>
                  <a:tcPr>
                    <a:solidFill>
                      <a:schemeClr val="bg1"/>
                    </a:solidFill>
                  </a:tcPr>
                </a:tc>
                <a:tc>
                  <a:txBody>
                    <a:bodyPr/>
                    <a:lstStyle/>
                    <a:p>
                      <a:pPr marL="171450" lvl="0" indent="-171450">
                        <a:buFont typeface="Arial"/>
                        <a:buChar char="•"/>
                      </a:pPr>
                      <a:r>
                        <a:rPr lang="en-US" sz="1050"/>
                        <a:t>Improved CSAT</a:t>
                      </a:r>
                    </a:p>
                    <a:p>
                      <a:pPr marL="171450" lvl="0" indent="-171450">
                        <a:buFont typeface="Arial"/>
                        <a:buChar char="•"/>
                      </a:pPr>
                      <a:r>
                        <a:rPr lang="en-US" sz="1050"/>
                        <a:t>Increased transfer requests</a:t>
                      </a:r>
                    </a:p>
                  </a:txBody>
                  <a:tcPr>
                    <a:solidFill>
                      <a:schemeClr val="bg1"/>
                    </a:solidFill>
                  </a:tcPr>
                </a:tc>
                <a:tc>
                  <a:txBody>
                    <a:bodyPr/>
                    <a:lstStyle/>
                    <a:p>
                      <a:pPr marL="171450" lvl="0" indent="-171450" algn="l">
                        <a:lnSpc>
                          <a:spcPct val="100000"/>
                        </a:lnSpc>
                        <a:spcBef>
                          <a:spcPts val="0"/>
                        </a:spcBef>
                        <a:spcAft>
                          <a:spcPts val="0"/>
                        </a:spcAft>
                        <a:buFont typeface="Arial"/>
                        <a:buChar char="•"/>
                      </a:pPr>
                      <a:r>
                        <a:rPr lang="en-US" sz="1050">
                          <a:latin typeface="+mn-lt"/>
                        </a:rPr>
                        <a:t>Customers become frustrated when some of their </a:t>
                      </a:r>
                      <a:r>
                        <a:rPr lang="en-US" sz="1050" err="1">
                          <a:latin typeface="+mn-lt"/>
                        </a:rPr>
                        <a:t>Rxs</a:t>
                      </a:r>
                      <a:r>
                        <a:rPr lang="en-US" sz="1050">
                          <a:latin typeface="+mn-lt"/>
                        </a:rPr>
                        <a:t> are not available to be selected for internal transfers. These updates will unluck ready for pickup, on hold, too soon to refill and too soon to renew</a:t>
                      </a:r>
                    </a:p>
                  </a:txBody>
                  <a:tcP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MYP</a:t>
                      </a:r>
                    </a:p>
                  </a:txBody>
                  <a:tcPr>
                    <a:solidFill>
                      <a:schemeClr val="bg1"/>
                    </a:solidFill>
                  </a:tcPr>
                </a:tc>
                <a:extLst>
                  <a:ext uri="{0D108BD9-81ED-4DB2-BD59-A6C34878D82A}">
                    <a16:rowId xmlns:a16="http://schemas.microsoft.com/office/drawing/2014/main" val="1173851834"/>
                  </a:ext>
                </a:extLst>
              </a:tr>
            </a:tbl>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64655" y="259089"/>
            <a:ext cx="6096000" cy="369332"/>
          </a:xfrm>
          <a:prstGeom prst="rect">
            <a:avLst/>
          </a:prstGeom>
          <a:noFill/>
        </p:spPr>
        <p:txBody>
          <a:bodyPr wrap="square" lIns="91440" tIns="45720" rIns="91440" bIns="45720" anchor="t">
            <a:spAutoFit/>
          </a:bodyPr>
          <a:lstStyle/>
          <a:p>
            <a:r>
              <a:rPr lang="en-US" sz="1800"/>
              <a:t>Fill Exp:</a:t>
            </a:r>
            <a:r>
              <a:rPr lang="en-US"/>
              <a:t> 2 of 4</a:t>
            </a:r>
          </a:p>
        </p:txBody>
      </p:sp>
    </p:spTree>
    <p:extLst>
      <p:ext uri="{BB962C8B-B14F-4D97-AF65-F5344CB8AC3E}">
        <p14:creationId xmlns:p14="http://schemas.microsoft.com/office/powerpoint/2010/main" val="3450131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161276" y="306714"/>
            <a:ext cx="9801873" cy="369332"/>
          </a:xfrm>
          <a:prstGeom prst="rect">
            <a:avLst/>
          </a:prstGeom>
          <a:noFill/>
        </p:spPr>
        <p:txBody>
          <a:bodyPr wrap="square" lIns="91440" tIns="45720" rIns="91440" bIns="45720" anchor="t">
            <a:spAutoFit/>
          </a:bodyPr>
          <a:lstStyle/>
          <a:p>
            <a:r>
              <a:rPr lang="en-US"/>
              <a:t>Fill Exp 3 of 4</a:t>
            </a:r>
          </a:p>
        </p:txBody>
      </p:sp>
      <p:graphicFrame>
        <p:nvGraphicFramePr>
          <p:cNvPr id="6" name="Table 4">
            <a:extLst>
              <a:ext uri="{FF2B5EF4-FFF2-40B4-BE49-F238E27FC236}">
                <a16:creationId xmlns:a16="http://schemas.microsoft.com/office/drawing/2014/main" id="{6F3335F3-FE18-4068-9A84-D2C5392DB949}"/>
              </a:ext>
            </a:extLst>
          </p:cNvPr>
          <p:cNvGraphicFramePr>
            <a:graphicFrameLocks noGrp="1"/>
          </p:cNvGraphicFramePr>
          <p:nvPr>
            <p:extLst>
              <p:ext uri="{D42A27DB-BD31-4B8C-83A1-F6EECF244321}">
                <p14:modId xmlns:p14="http://schemas.microsoft.com/office/powerpoint/2010/main" val="1616722660"/>
              </p:ext>
            </p:extLst>
          </p:nvPr>
        </p:nvGraphicFramePr>
        <p:xfrm>
          <a:off x="381000" y="795447"/>
          <a:ext cx="11258550" cy="5648675"/>
        </p:xfrm>
        <a:graphic>
          <a:graphicData uri="http://schemas.openxmlformats.org/drawingml/2006/table">
            <a:tbl>
              <a:tblPr firstRow="1" bandRow="1">
                <a:tableStyleId>{5940675A-B579-460E-94D1-54222C63F5DA}</a:tableStyleId>
              </a:tblPr>
              <a:tblGrid>
                <a:gridCol w="3476625">
                  <a:extLst>
                    <a:ext uri="{9D8B030D-6E8A-4147-A177-3AD203B41FA5}">
                      <a16:colId xmlns:a16="http://schemas.microsoft.com/office/drawing/2014/main" val="1520153134"/>
                    </a:ext>
                  </a:extLst>
                </a:gridCol>
                <a:gridCol w="1104900">
                  <a:extLst>
                    <a:ext uri="{9D8B030D-6E8A-4147-A177-3AD203B41FA5}">
                      <a16:colId xmlns:a16="http://schemas.microsoft.com/office/drawing/2014/main" val="3812438193"/>
                    </a:ext>
                  </a:extLst>
                </a:gridCol>
                <a:gridCol w="1476375">
                  <a:extLst>
                    <a:ext uri="{9D8B030D-6E8A-4147-A177-3AD203B41FA5}">
                      <a16:colId xmlns:a16="http://schemas.microsoft.com/office/drawing/2014/main" val="857316934"/>
                    </a:ext>
                  </a:extLst>
                </a:gridCol>
                <a:gridCol w="3019425">
                  <a:extLst>
                    <a:ext uri="{9D8B030D-6E8A-4147-A177-3AD203B41FA5}">
                      <a16:colId xmlns:a16="http://schemas.microsoft.com/office/drawing/2014/main" val="1824035722"/>
                    </a:ext>
                  </a:extLst>
                </a:gridCol>
                <a:gridCol w="2181225">
                  <a:extLst>
                    <a:ext uri="{9D8B030D-6E8A-4147-A177-3AD203B41FA5}">
                      <a16:colId xmlns:a16="http://schemas.microsoft.com/office/drawing/2014/main" val="549930053"/>
                    </a:ext>
                  </a:extLst>
                </a:gridCol>
              </a:tblGrid>
              <a:tr h="423143">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PI1 Work Candidate(s)</a:t>
                      </a:r>
                    </a:p>
                  </a:txBody>
                  <a:tcPr marL="45720" marR="45720">
                    <a:solidFill>
                      <a:schemeClr val="accent2"/>
                    </a:solidFill>
                  </a:tcPr>
                </a:tc>
                <a:tc>
                  <a:txBody>
                    <a:bodyPr/>
                    <a:lstStyle/>
                    <a:p>
                      <a:pPr marL="0" algn="l" rtl="0" eaLnBrk="1" fontAlgn="b" latinLnBrk="0" hangingPunct="1"/>
                      <a:r>
                        <a:rPr lang="en-US" sz="1300" b="1" i="0" u="none" strike="noStrike" kern="1200">
                          <a:solidFill>
                            <a:schemeClr val="bg1"/>
                          </a:solidFill>
                          <a:effectLst/>
                          <a:latin typeface="+mn-lt"/>
                          <a:ea typeface="+mn-ea"/>
                          <a:cs typeface="Calibri"/>
                        </a:rPr>
                        <a:t>Rally Epic / Features</a:t>
                      </a:r>
                      <a:endParaRPr lang="en-US" sz="1300" b="1" i="1" u="none" strike="noStrike" kern="1200">
                        <a:solidFill>
                          <a:schemeClr val="bg1"/>
                        </a:solidFill>
                        <a:effectLst/>
                        <a:latin typeface="+mn-lt"/>
                        <a:ea typeface="+mn-ea"/>
                        <a:cs typeface="Calibri"/>
                      </a:endParaRPr>
                    </a:p>
                  </a:txBody>
                  <a:tcPr marL="45720" marR="45720">
                    <a:solidFill>
                      <a:schemeClr val="accent2"/>
                    </a:solidFill>
                  </a:tcPr>
                </a:tc>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KPIs Targeted</a:t>
                      </a:r>
                    </a:p>
                  </a:txBody>
                  <a:tcPr marL="45720" marR="45720">
                    <a:solidFill>
                      <a:schemeClr val="accent2"/>
                    </a:solidFill>
                  </a:tcPr>
                </a:tc>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a:ln>
                          <a:noFill/>
                        </a:ln>
                        <a:solidFill>
                          <a:schemeClr val="bg1"/>
                        </a:solidFill>
                        <a:effectLst/>
                        <a:uLnTx/>
                        <a:uFillTx/>
                        <a:latin typeface="+mn-lt"/>
                        <a:ea typeface="+mn-ea"/>
                        <a:cs typeface="Calibri"/>
                      </a:endParaRPr>
                    </a:p>
                  </a:txBody>
                  <a:tcPr marL="45720" marR="45720">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300" b="1" i="0" u="none" strike="noStrike" kern="1200" cap="none" spc="0" normalizeH="0" baseline="0" noProof="0">
                          <a:ln>
                            <a:noFill/>
                          </a:ln>
                          <a:solidFill>
                            <a:schemeClr val="bg1"/>
                          </a:solidFill>
                          <a:effectLst/>
                          <a:uLnTx/>
                          <a:uFillTx/>
                          <a:latin typeface="+mn-lt"/>
                          <a:ea typeface="+mn-ea"/>
                          <a:cs typeface="Calibri"/>
                        </a:rPr>
                        <a:t>Primary Train(s) </a:t>
                      </a:r>
                      <a:r>
                        <a:rPr lang="en-US" sz="1300" b="1" i="0" u="none" strike="noStrike" kern="1200" cap="none" spc="0" normalizeH="0" baseline="0" noProof="0">
                          <a:ln>
                            <a:noFill/>
                          </a:ln>
                          <a:solidFill>
                            <a:schemeClr val="bg1"/>
                          </a:solidFill>
                          <a:effectLst/>
                          <a:uLnTx/>
                          <a:uFillTx/>
                          <a:latin typeface="+mn-lt"/>
                          <a:ea typeface="+mn-ea"/>
                          <a:cs typeface="Calibri"/>
                        </a:rPr>
                        <a:t>/ Impacted Apps</a:t>
                      </a:r>
                      <a:endParaRPr kumimoji="0" lang="en-US" sz="1300" b="1" i="0" u="none" strike="noStrike" kern="1200" cap="none" spc="0" normalizeH="0" baseline="0" noProof="0">
                        <a:ln>
                          <a:noFill/>
                        </a:ln>
                        <a:solidFill>
                          <a:schemeClr val="bg1"/>
                        </a:solidFill>
                        <a:effectLst/>
                        <a:uLnTx/>
                        <a:uFillTx/>
                        <a:latin typeface="+mn-lt"/>
                        <a:ea typeface="+mn-ea"/>
                        <a:cs typeface="Calibri"/>
                      </a:endParaRPr>
                    </a:p>
                  </a:txBody>
                  <a:tcPr marL="45720" marR="45720">
                    <a:solidFill>
                      <a:schemeClr val="accent2"/>
                    </a:solidFill>
                  </a:tcPr>
                </a:tc>
                <a:extLst>
                  <a:ext uri="{0D108BD9-81ED-4DB2-BD59-A6C34878D82A}">
                    <a16:rowId xmlns:a16="http://schemas.microsoft.com/office/drawing/2014/main" val="3410991502"/>
                  </a:ext>
                </a:extLst>
              </a:tr>
              <a:tr h="634715">
                <a:tc>
                  <a:txBody>
                    <a:bodyPr/>
                    <a:lstStyle/>
                    <a:p>
                      <a:pPr marL="0" marR="0" lvl="0" indent="0" algn="l">
                        <a:lnSpc>
                          <a:spcPct val="100000"/>
                        </a:lnSpc>
                        <a:spcBef>
                          <a:spcPts val="0"/>
                        </a:spcBef>
                        <a:spcAft>
                          <a:spcPts val="0"/>
                        </a:spcAft>
                        <a:buNone/>
                      </a:pPr>
                      <a:r>
                        <a:rPr lang="en-US" sz="1050" b="1" kern="1200" noProof="0">
                          <a:solidFill>
                            <a:schemeClr val="tx1"/>
                          </a:solidFill>
                          <a:latin typeface="+mn-lt"/>
                          <a:ea typeface="+mn-ea"/>
                          <a:cs typeface="+mn-cs"/>
                        </a:rPr>
                        <a:t>Present retail renewal orders in recent orders summary list with new Denial Statuses based on</a:t>
                      </a:r>
                      <a:r>
                        <a:rPr lang="en-US" sz="1050" b="0" i="0" u="none" strike="noStrike" kern="1200" noProof="0">
                          <a:effectLst/>
                        </a:rPr>
                        <a:t> </a:t>
                      </a:r>
                      <a:r>
                        <a:rPr lang="en-US" sz="1050" b="1" kern="1200" noProof="0">
                          <a:solidFill>
                            <a:schemeClr val="tx1"/>
                          </a:solidFill>
                          <a:latin typeface="+mn-lt"/>
                          <a:ea typeface="+mn-ea"/>
                          <a:cs typeface="+mn-cs"/>
                        </a:rPr>
                        <a:t>Action Notes</a:t>
                      </a:r>
                      <a:endParaRPr lang="en-US" sz="1050" b="1" kern="1200">
                        <a:solidFill>
                          <a:schemeClr val="tx1"/>
                        </a:solidFill>
                        <a:latin typeface="+mn-lt"/>
                        <a:ea typeface="+mn-ea"/>
                        <a:cs typeface="+mn-cs"/>
                      </a:endParaRPr>
                    </a:p>
                  </a:txBody>
                  <a:tcPr marL="45720" marR="45720" anchor="ctr">
                    <a:solidFill>
                      <a:schemeClr val="bg1"/>
                    </a:solidFill>
                  </a:tcPr>
                </a:tc>
                <a:tc>
                  <a:txBody>
                    <a:bodyPr/>
                    <a:lstStyle/>
                    <a:p>
                      <a:pPr algn="l" fontAlgn="ctr"/>
                      <a:r>
                        <a:rPr lang="en-US" sz="1100" b="1" i="0" u="sng" strike="noStrike">
                          <a:solidFill>
                            <a:srgbClr val="0563C1"/>
                          </a:solidFill>
                          <a:effectLst/>
                          <a:latin typeface="CVS Health Sans"/>
                          <a:hlinkClick r:id="rId6"/>
                        </a:rPr>
                        <a:t>F122687</a:t>
                      </a:r>
                      <a:endParaRPr lang="en-US" sz="1100" b="1" i="0" u="sng" strike="noStrike">
                        <a:solidFill>
                          <a:srgbClr val="0563C1"/>
                        </a:solidFill>
                        <a:effectLst/>
                        <a:latin typeface="CVS Health Sans"/>
                      </a:endParaRPr>
                    </a:p>
                  </a:txBody>
                  <a:tcPr marL="45720" marR="45720" anchor="ctr">
                    <a:solidFill>
                      <a:schemeClr val="bg1"/>
                    </a:solidFill>
                  </a:tcPr>
                </a:tc>
                <a:tc>
                  <a:txBody>
                    <a:bodyPr/>
                    <a:lstStyle/>
                    <a:p>
                      <a:pPr lvl="0">
                        <a:buNone/>
                      </a:pPr>
                      <a:r>
                        <a:rPr lang="en-US" sz="1050" b="0" i="0" u="none" strike="noStrike" kern="1200" noProof="0">
                          <a:solidFill>
                            <a:schemeClr val="tx1"/>
                          </a:solidFill>
                          <a:effectLst/>
                          <a:latin typeface="CVS Health Sans"/>
                        </a:rPr>
                        <a:t>Key Results</a:t>
                      </a:r>
                      <a:endParaRPr lang="en-US" sz="1050" b="0" i="0" u="none" strike="noStrike" kern="1200" noProof="0">
                        <a:effectLst/>
                      </a:endParaRPr>
                    </a:p>
                    <a:p>
                      <a:pPr marL="171450" lvl="0" indent="-171450">
                        <a:buClr>
                          <a:srgbClr val="000000"/>
                        </a:buClr>
                        <a:buFont typeface="Arial,Sans-Serif"/>
                        <a:buChar char="•"/>
                      </a:pPr>
                      <a:r>
                        <a:rPr lang="en-US" sz="1050" b="0" i="0" u="none" strike="noStrike" kern="1200" noProof="0">
                          <a:solidFill>
                            <a:schemeClr val="tx1"/>
                          </a:solidFill>
                          <a:effectLst/>
                          <a:latin typeface="CVS Health Sans"/>
                        </a:rPr>
                        <a:t>Increase order status NPS</a:t>
                      </a:r>
                      <a:endParaRPr lang="en-US"/>
                    </a:p>
                    <a:p>
                      <a:pPr marL="0" lvl="0" indent="0">
                        <a:buFont typeface="Arial" panose="020B0604020202020204" pitchFamily="34" charset="0"/>
                        <a:buNone/>
                      </a:pPr>
                      <a:endParaRPr lang="en-US" sz="1050" kern="1200" noProof="0">
                        <a:solidFill>
                          <a:schemeClr val="tx1"/>
                        </a:solidFill>
                        <a:effectLst/>
                        <a:latin typeface="+mn-lt"/>
                        <a:ea typeface="+mn-ea"/>
                        <a:cs typeface="+mn-cs"/>
                      </a:endParaRPr>
                    </a:p>
                  </a:txBody>
                  <a:tcPr marL="45720" marR="45720"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None/>
                      </a:pPr>
                      <a:r>
                        <a:rPr lang="en-US" sz="1050" kern="1200">
                          <a:solidFill>
                            <a:schemeClr val="tx1"/>
                          </a:solidFill>
                          <a:effectLst/>
                          <a:latin typeface="+mn-lt"/>
                          <a:ea typeface="+mn-ea"/>
                          <a:cs typeface="+mn-cs"/>
                        </a:rPr>
                        <a:t>When a renewal is requested through digital the order is confirmed on checkout but there is no order status during renewal approval. We are adding the renewal order status in February and would like to enhance our users experience by letting them know the renewal has not been approved.</a:t>
                      </a:r>
                    </a:p>
                  </a:txBody>
                  <a:tcPr marL="45720" marR="45720" anchor="ct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Consumer RxTransactions</a:t>
                      </a:r>
                      <a:endParaRPr lang="en-US"/>
                    </a:p>
                  </a:txBody>
                  <a:tcPr marL="45720" marR="45720" anchor="ctr">
                    <a:solidFill>
                      <a:schemeClr val="bg1"/>
                    </a:solidFill>
                  </a:tcPr>
                </a:tc>
                <a:extLst>
                  <a:ext uri="{0D108BD9-81ED-4DB2-BD59-A6C34878D82A}">
                    <a16:rowId xmlns:a16="http://schemas.microsoft.com/office/drawing/2014/main" val="740526001"/>
                  </a:ext>
                </a:extLst>
              </a:tr>
              <a:tr h="634715">
                <a:tc>
                  <a:txBody>
                    <a:bodyPr/>
                    <a:lstStyle/>
                    <a:p>
                      <a:pPr marL="0" marR="0" lvl="0" indent="0" algn="l">
                        <a:lnSpc>
                          <a:spcPct val="100000"/>
                        </a:lnSpc>
                        <a:spcBef>
                          <a:spcPts val="0"/>
                        </a:spcBef>
                        <a:spcAft>
                          <a:spcPts val="0"/>
                        </a:spcAft>
                        <a:buNone/>
                      </a:pPr>
                      <a:r>
                        <a:rPr lang="en-US" sz="1050" b="1" i="0" u="none" strike="noStrike" kern="1200" noProof="0">
                          <a:effectLst/>
                        </a:rPr>
                        <a:t>Update Retail VOT tracker with new Delayed and in Process statuses</a:t>
                      </a:r>
                      <a:endParaRPr lang="en-US" sz="1050" b="1" kern="1200">
                        <a:solidFill>
                          <a:schemeClr val="tx1"/>
                        </a:solidFill>
                        <a:effectLst/>
                        <a:latin typeface="+mn-lt"/>
                        <a:ea typeface="+mn-ea"/>
                        <a:cs typeface="+mn-cs"/>
                      </a:endParaRPr>
                    </a:p>
                  </a:txBody>
                  <a:tcPr marL="45720" marR="45720" anchor="ctr">
                    <a:solidFill>
                      <a:schemeClr val="bg1"/>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1100" b="1" i="0" u="sng" strike="noStrike">
                          <a:solidFill>
                            <a:srgbClr val="0563C1"/>
                          </a:solidFill>
                          <a:effectLst/>
                          <a:latin typeface="CVS Health Sans"/>
                          <a:hlinkClick r:id="rId7"/>
                        </a:rPr>
                        <a:t>F114321</a:t>
                      </a:r>
                      <a:endParaRPr lang="en-US" sz="1100" b="1" i="0" u="sng" strike="noStrike">
                        <a:solidFill>
                          <a:srgbClr val="0563C1"/>
                        </a:solidFill>
                        <a:effectLst/>
                        <a:latin typeface="CVS Health Sans"/>
                      </a:endParaRPr>
                    </a:p>
                  </a:txBody>
                  <a:tcPr marL="45720" marR="45720" anchor="ctr">
                    <a:solidFill>
                      <a:schemeClr val="bg1"/>
                    </a:solidFill>
                  </a:tcPr>
                </a:tc>
                <a:tc>
                  <a:txBody>
                    <a:bodyPr/>
                    <a:lstStyle/>
                    <a:p>
                      <a:pPr lvl="0">
                        <a:buNone/>
                      </a:pPr>
                      <a:r>
                        <a:rPr lang="en-US" sz="1050" b="0" i="0" u="none" strike="noStrike" noProof="0">
                          <a:solidFill>
                            <a:schemeClr val="tx1"/>
                          </a:solidFill>
                          <a:latin typeface="CVS Health Sans"/>
                        </a:rPr>
                        <a:t>Key Results</a:t>
                      </a:r>
                      <a:endParaRPr lang="en-US" sz="1050" b="0" i="0" u="none" strike="noStrike" noProof="0">
                        <a:latin typeface="CVS Health Sans"/>
                      </a:endParaRPr>
                    </a:p>
                    <a:p>
                      <a:pPr marL="171450" lvl="0" indent="-171450">
                        <a:buClr>
                          <a:srgbClr val="000000"/>
                        </a:buClr>
                        <a:buFont typeface="Arial,Sans-Serif"/>
                        <a:buChar char="•"/>
                      </a:pPr>
                      <a:r>
                        <a:rPr lang="en-US" sz="1050" b="0" i="0" u="none" strike="noStrike" noProof="0">
                          <a:solidFill>
                            <a:schemeClr val="tx1"/>
                          </a:solidFill>
                          <a:latin typeface="CVS Health Sans"/>
                        </a:rPr>
                        <a:t>Increase order status NPS</a:t>
                      </a:r>
                      <a:endParaRPr lang="en-US"/>
                    </a:p>
                    <a:p>
                      <a:pPr marL="171450" lvl="0" indent="-171450">
                        <a:buClr>
                          <a:srgbClr val="000000"/>
                        </a:buClr>
                        <a:buFont typeface="Arial,Sans-Serif"/>
                        <a:buChar char="•"/>
                      </a:pPr>
                      <a:r>
                        <a:rPr lang="en-US" sz="1050" b="0" i="0" u="none" strike="noStrike" noProof="0">
                          <a:solidFill>
                            <a:schemeClr val="tx1"/>
                          </a:solidFill>
                          <a:latin typeface="CVS Health Sans"/>
                        </a:rPr>
                        <a:t>One (consistent) Order Status experience across LOB's.</a:t>
                      </a:r>
                    </a:p>
                    <a:p>
                      <a:pPr marL="0" lvl="0" indent="0">
                        <a:buFont typeface="Arial" panose="020B0604020202020204" pitchFamily="34" charset="0"/>
                        <a:buNone/>
                      </a:pPr>
                      <a:endParaRPr lang="en-US" sz="1050"/>
                    </a:p>
                  </a:txBody>
                  <a:tcPr marL="45720" marR="45720"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None/>
                      </a:pPr>
                      <a:r>
                        <a:rPr lang="en-US" sz="1050">
                          <a:latin typeface="+mn-lt"/>
                        </a:rPr>
                        <a:t>This update will help to provide clarity to statuses that will be filled by the pharmacy but does not require patient intervention. This includes "Out of Stock' and 'Awaiting prescriber response'. We will be introducing the Delayed status in retail to better set the patients expectation that the script doesn't require patient intervention but will take a little longer than a regular in process script. This also helps to better align statuses across LOBs.</a:t>
                      </a:r>
                    </a:p>
                  </a:txBody>
                  <a:tcPr marL="45720" marR="45720" anchor="ct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Consumer </a:t>
                      </a:r>
                      <a:r>
                        <a:rPr lang="en-US" sz="1050" b="0" i="0" u="none" strike="noStrike" kern="1200" noProof="0" err="1">
                          <a:solidFill>
                            <a:schemeClr val="tx1"/>
                          </a:solidFill>
                          <a:effectLst/>
                          <a:latin typeface="CVS Health Sans"/>
                        </a:rPr>
                        <a:t>RxTransactions</a:t>
                      </a:r>
                      <a:endParaRPr lang="en-US" err="1"/>
                    </a:p>
                  </a:txBody>
                  <a:tcPr marL="45720" marR="45720" anchor="ctr">
                    <a:solidFill>
                      <a:schemeClr val="bg1"/>
                    </a:solidFill>
                  </a:tcPr>
                </a:tc>
                <a:extLst>
                  <a:ext uri="{0D108BD9-81ED-4DB2-BD59-A6C34878D82A}">
                    <a16:rowId xmlns:a16="http://schemas.microsoft.com/office/drawing/2014/main" val="2750663203"/>
                  </a:ext>
                </a:extLst>
              </a:tr>
              <a:tr h="634715">
                <a:tc>
                  <a:txBody>
                    <a:bodyPr/>
                    <a:lstStyle/>
                    <a:p>
                      <a:pPr marL="0" lvl="0" indent="0" algn="l" defTabSz="457200" rtl="0" eaLnBrk="1" fontAlgn="b" latinLnBrk="0" hangingPunct="1">
                        <a:buFont typeface="Arial" panose="020B0604020202020204" pitchFamily="34" charset="0"/>
                        <a:buNone/>
                      </a:pPr>
                      <a:r>
                        <a:rPr lang="en-US" sz="1050" b="0" kern="1200">
                          <a:solidFill>
                            <a:schemeClr val="tx1"/>
                          </a:solidFill>
                          <a:effectLst/>
                          <a:latin typeface="+mn-lt"/>
                          <a:ea typeface="+mn-ea"/>
                          <a:cs typeface="+mn-cs"/>
                        </a:rPr>
                        <a:t>View All Rxs Page (web) rewrite</a:t>
                      </a:r>
                    </a:p>
                  </a:txBody>
                  <a:tcPr marL="45720" marR="45720" anchor="ctr">
                    <a:solidFill>
                      <a:schemeClr val="bg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lang="en-US" sz="1050" b="0" i="0" u="sng" strike="noStrike">
                        <a:solidFill>
                          <a:srgbClr val="0563C1"/>
                        </a:solidFill>
                        <a:effectLst/>
                        <a:latin typeface="Calibri"/>
                      </a:endParaRPr>
                    </a:p>
                  </a:txBody>
                  <a:tcPr marL="45720" marR="45720" anchor="ctr">
                    <a:solidFill>
                      <a:schemeClr val="bg1"/>
                    </a:solidFill>
                  </a:tcPr>
                </a:tc>
                <a:tc>
                  <a:txBody>
                    <a:bodyPr/>
                    <a:lstStyle/>
                    <a:p>
                      <a:pPr marL="171450" indent="-171450">
                        <a:buFont typeface="Arial" panose="020B0604020202020204" pitchFamily="34" charset="0"/>
                        <a:buChar char="•"/>
                      </a:pPr>
                      <a:r>
                        <a:rPr lang="en-US" sz="1050" kern="1200" noProof="0">
                          <a:solidFill>
                            <a:schemeClr val="tx1"/>
                          </a:solidFill>
                          <a:effectLst/>
                          <a:latin typeface="+mn-lt"/>
                          <a:ea typeface="+mn-ea"/>
                          <a:cs typeface="+mn-cs"/>
                        </a:rPr>
                        <a:t>Increase refill conversion rate</a:t>
                      </a:r>
                    </a:p>
                    <a:p>
                      <a:pPr marL="171450" indent="-171450">
                        <a:buFont typeface="Arial" panose="020B0604020202020204" pitchFamily="34" charset="0"/>
                        <a:buChar char="•"/>
                      </a:pPr>
                      <a:r>
                        <a:rPr lang="en-US" sz="1050" kern="1200" noProof="0">
                          <a:solidFill>
                            <a:schemeClr val="tx1"/>
                          </a:solidFill>
                          <a:effectLst/>
                          <a:latin typeface="+mn-lt"/>
                          <a:ea typeface="+mn-ea"/>
                          <a:cs typeface="+mn-cs"/>
                        </a:rPr>
                        <a:t>Increase refill NPS</a:t>
                      </a:r>
                    </a:p>
                  </a:txBody>
                  <a:tcPr marL="45720" marR="45720" anchor="ctr">
                    <a:solidFill>
                      <a:schemeClr val="bg1"/>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a:latin typeface="+mn-lt"/>
                        </a:rPr>
                        <a:t>Replacing legacy design with a streamlined Rx List component based on Fill Experience North Star that can be used across all LOBs</a:t>
                      </a:r>
                    </a:p>
                  </a:txBody>
                  <a:tcPr marL="45720" marR="45720" anchor="ctr">
                    <a:solidFill>
                      <a:schemeClr val="bg1"/>
                    </a:solidFill>
                  </a:tcPr>
                </a:tc>
                <a:tc>
                  <a:txBody>
                    <a:bodyPr/>
                    <a:lstStyle/>
                    <a:p>
                      <a:pPr marL="0" indent="0">
                        <a:buFont typeface="Arial" panose="020B0604020202020204" pitchFamily="34" charset="0"/>
                        <a:buNone/>
                      </a:pPr>
                      <a:r>
                        <a:rPr lang="en-US" sz="1050" kern="1200">
                          <a:solidFill>
                            <a:schemeClr val="tx1"/>
                          </a:solidFill>
                          <a:effectLst/>
                          <a:latin typeface="+mn-lt"/>
                          <a:ea typeface="+mn-ea"/>
                          <a:cs typeface="+mn-cs"/>
                        </a:rPr>
                        <a:t>MYP</a:t>
                      </a:r>
                    </a:p>
                  </a:txBody>
                  <a:tcPr marL="45720" marR="45720" anchor="ctr">
                    <a:solidFill>
                      <a:schemeClr val="bg1"/>
                    </a:solidFill>
                  </a:tcPr>
                </a:tc>
                <a:extLst>
                  <a:ext uri="{0D108BD9-81ED-4DB2-BD59-A6C34878D82A}">
                    <a16:rowId xmlns:a16="http://schemas.microsoft.com/office/drawing/2014/main" val="251797606"/>
                  </a:ext>
                </a:extLst>
              </a:tr>
              <a:tr h="634715">
                <a:tc>
                  <a:txBody>
                    <a:bodyPr/>
                    <a:lstStyle/>
                    <a:p>
                      <a:pPr marL="0" marR="0" lvl="0" indent="0" algn="l" defTabSz="457200" rtl="0" eaLnBrk="1" fontAlgn="base" latinLnBrk="0" hangingPunct="1">
                        <a:spcBef>
                          <a:spcPts val="0"/>
                        </a:spcBef>
                        <a:spcAft>
                          <a:spcPts val="0"/>
                        </a:spcAft>
                        <a:buSzPts val="1000"/>
                        <a:buFont typeface="Arial" panose="020B0604020202020204" pitchFamily="34" charset="0"/>
                        <a:buNone/>
                        <a:tabLst>
                          <a:tab pos="457200" algn="l"/>
                        </a:tabLst>
                      </a:pPr>
                      <a:r>
                        <a:rPr lang="en-US" sz="1050" b="0" kern="1200">
                          <a:solidFill>
                            <a:schemeClr val="tx1"/>
                          </a:solidFill>
                          <a:effectLst/>
                          <a:latin typeface="+mn-lt"/>
                          <a:ea typeface="+mn-ea"/>
                          <a:cs typeface="+mn-cs"/>
                        </a:rPr>
                        <a:t>View All Rxs page (app) feature enhancements to enable throttle up for Retail patients</a:t>
                      </a:r>
                    </a:p>
                  </a:txBody>
                  <a:tcPr marL="45720" marR="45720" anchor="ctr">
                    <a:solidFill>
                      <a:schemeClr val="bg1"/>
                    </a:solidFill>
                  </a:tcPr>
                </a:tc>
                <a:tc>
                  <a:txBody>
                    <a:bodyPr/>
                    <a:lstStyle/>
                    <a:p>
                      <a:pPr marL="0" marR="0" lvl="0" indent="0" algn="ctr" defTabSz="457200" rtl="0" eaLnBrk="1" fontAlgn="ctr" latinLnBrk="0" hangingPunct="1">
                        <a:spcBef>
                          <a:spcPts val="0"/>
                        </a:spcBef>
                        <a:spcAft>
                          <a:spcPts val="0"/>
                        </a:spcAft>
                        <a:buFont typeface="Arial" panose="020B0604020202020204" pitchFamily="34" charset="0"/>
                        <a:buNone/>
                      </a:pPr>
                      <a:endParaRPr lang="en-US" sz="1050" b="0" i="0" u="sng" strike="noStrike" kern="1200">
                        <a:solidFill>
                          <a:srgbClr val="0563C1"/>
                        </a:solidFill>
                        <a:effectLst/>
                        <a:latin typeface="Calibri" panose="020F0502020204030204" pitchFamily="34" charset="0"/>
                        <a:ea typeface="+mn-ea"/>
                        <a:cs typeface="+mn-cs"/>
                      </a:endParaRPr>
                    </a:p>
                  </a:txBody>
                  <a:tcPr marL="45720" marR="45720" anchor="ctr">
                    <a:solidFill>
                      <a:schemeClr val="bg1"/>
                    </a:solidFill>
                  </a:tcPr>
                </a:tc>
                <a:tc>
                  <a:txBody>
                    <a:bodyPr/>
                    <a:lstStyle/>
                    <a:p>
                      <a:pPr marL="171450" indent="-171450">
                        <a:buFont typeface="Arial" panose="020B0604020202020204" pitchFamily="34" charset="0"/>
                        <a:buChar char="•"/>
                      </a:pPr>
                      <a:r>
                        <a:rPr lang="en-US" sz="1050" kern="1200" noProof="0">
                          <a:solidFill>
                            <a:schemeClr val="tx1"/>
                          </a:solidFill>
                          <a:effectLst/>
                          <a:latin typeface="+mn-lt"/>
                          <a:ea typeface="+mn-ea"/>
                          <a:cs typeface="+mn-cs"/>
                        </a:rPr>
                        <a:t>Increase refill NPS</a:t>
                      </a:r>
                    </a:p>
                    <a:p>
                      <a:pPr marL="171450" indent="-171450">
                        <a:buFont typeface="Arial" panose="020B0604020202020204" pitchFamily="34" charset="0"/>
                        <a:buChar char="•"/>
                      </a:pPr>
                      <a:r>
                        <a:rPr lang="en-US" sz="1050" kern="1200" noProof="0">
                          <a:solidFill>
                            <a:schemeClr val="tx1"/>
                          </a:solidFill>
                          <a:effectLst/>
                          <a:latin typeface="+mn-lt"/>
                          <a:ea typeface="+mn-ea"/>
                          <a:cs typeface="+mn-cs"/>
                        </a:rPr>
                        <a:t>Reduce avg. load time </a:t>
                      </a:r>
                    </a:p>
                  </a:txBody>
                  <a:tcPr marL="45720" marR="45720" anchor="ctr">
                    <a:solidFill>
                      <a:schemeClr val="bg1"/>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u="none" strike="noStrike" kern="1200">
                          <a:solidFill>
                            <a:schemeClr val="tx1"/>
                          </a:solidFill>
                          <a:latin typeface="+mn-lt"/>
                          <a:ea typeface="+mn-ea"/>
                          <a:cs typeface="+mn-cs"/>
                        </a:rPr>
                        <a:t>Allow customers to archive/hide Rxs from native view all Rxs page</a:t>
                      </a:r>
                    </a:p>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i="0" u="none" strike="noStrike" kern="1200">
                          <a:solidFill>
                            <a:schemeClr val="tx1"/>
                          </a:solidFill>
                          <a:latin typeface="+mn-lt"/>
                          <a:ea typeface="+mn-ea"/>
                          <a:cs typeface="+mn-cs"/>
                        </a:rPr>
                        <a:t>Allow all users with only Retail Rxs to access the native page</a:t>
                      </a:r>
                    </a:p>
                  </a:txBody>
                  <a:tcPr marL="45720" marR="45720" anchor="c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b="0" kern="1200">
                          <a:solidFill>
                            <a:schemeClr val="tx1"/>
                          </a:solidFill>
                          <a:latin typeface="+mn-lt"/>
                          <a:ea typeface="+mn-ea"/>
                          <a:cs typeface="+mn-cs"/>
                        </a:rPr>
                        <a:t>MYP</a:t>
                      </a:r>
                    </a:p>
                  </a:txBody>
                  <a:tcPr marL="45720" marR="45720" anchor="ctr">
                    <a:solidFill>
                      <a:schemeClr val="bg1"/>
                    </a:solidFill>
                  </a:tcPr>
                </a:tc>
                <a:extLst>
                  <a:ext uri="{0D108BD9-81ED-4DB2-BD59-A6C34878D82A}">
                    <a16:rowId xmlns:a16="http://schemas.microsoft.com/office/drawing/2014/main" val="2936337802"/>
                  </a:ext>
                </a:extLst>
              </a:tr>
              <a:tr h="634715">
                <a:tc>
                  <a:txBody>
                    <a:bodyPr/>
                    <a:lstStyle/>
                    <a:p>
                      <a:pPr marL="0" marR="0" lvl="0" indent="0" algn="l" defTabSz="457200" rtl="0" eaLnBrk="1" fontAlgn="base" latinLnBrk="0" hangingPunct="1">
                        <a:spcBef>
                          <a:spcPts val="0"/>
                        </a:spcBef>
                        <a:spcAft>
                          <a:spcPts val="0"/>
                        </a:spcAft>
                        <a:buSzPts val="1000"/>
                        <a:buFont typeface="Arial" panose="020B0604020202020204" pitchFamily="34" charset="0"/>
                        <a:buNone/>
                        <a:tabLst>
                          <a:tab pos="457200" algn="l"/>
                        </a:tabLst>
                      </a:pPr>
                      <a:r>
                        <a:rPr lang="en-US" sz="1050" b="0" kern="1200">
                          <a:solidFill>
                            <a:schemeClr val="tx1"/>
                          </a:solidFill>
                          <a:effectLst/>
                          <a:latin typeface="+mn-lt"/>
                          <a:ea typeface="+mn-ea"/>
                          <a:cs typeface="+mn-cs"/>
                        </a:rPr>
                        <a:t>Show cards for additional order statuses (e.g. pending renewal, upcoming scheduled fill) on Pharmacy Dashboard (app)</a:t>
                      </a:r>
                    </a:p>
                  </a:txBody>
                  <a:tcPr marL="45720" marR="45720" anchor="ctr">
                    <a:solidFill>
                      <a:schemeClr val="bg1"/>
                    </a:solidFill>
                  </a:tcPr>
                </a:tc>
                <a:tc>
                  <a:txBody>
                    <a:bodyPr/>
                    <a:lstStyle/>
                    <a:p>
                      <a:pPr marL="0" marR="0" lvl="0" indent="0" algn="ctr" defTabSz="457200" rtl="0" eaLnBrk="1" fontAlgn="ctr" latinLnBrk="0" hangingPunct="1">
                        <a:spcBef>
                          <a:spcPts val="0"/>
                        </a:spcBef>
                        <a:spcAft>
                          <a:spcPts val="0"/>
                        </a:spcAft>
                        <a:buFont typeface="Arial" panose="020B0604020202020204" pitchFamily="34" charset="0"/>
                        <a:buNone/>
                      </a:pPr>
                      <a:endParaRPr lang="en-US" sz="1050" b="0" i="0" u="sng" strike="noStrike" kern="1200">
                        <a:solidFill>
                          <a:srgbClr val="0563C1"/>
                        </a:solidFill>
                        <a:effectLst/>
                        <a:latin typeface="Calibri" panose="020F0502020204030204" pitchFamily="34" charset="0"/>
                        <a:ea typeface="+mn-ea"/>
                        <a:cs typeface="+mn-cs"/>
                      </a:endParaRPr>
                    </a:p>
                  </a:txBody>
                  <a:tcPr marL="45720" marR="45720" anchor="ctr">
                    <a:solidFill>
                      <a:schemeClr val="bg1"/>
                    </a:solidFill>
                  </a:tcPr>
                </a:tc>
                <a:tc>
                  <a:txBody>
                    <a:bodyPr/>
                    <a:lstStyle/>
                    <a:p>
                      <a:pPr marL="171450" indent="-171450">
                        <a:buFont typeface="Arial" panose="020B0604020202020204" pitchFamily="34" charset="0"/>
                        <a:buChar char="•"/>
                      </a:pPr>
                      <a:r>
                        <a:rPr lang="en-US" sz="1050" kern="1200" noProof="0">
                          <a:solidFill>
                            <a:schemeClr val="tx1"/>
                          </a:solidFill>
                          <a:effectLst/>
                          <a:latin typeface="+mn-lt"/>
                          <a:ea typeface="+mn-ea"/>
                          <a:cs typeface="+mn-cs"/>
                        </a:rPr>
                        <a:t>Increase order status NPS</a:t>
                      </a:r>
                    </a:p>
                  </a:txBody>
                  <a:tcPr marL="45720" marR="45720" anchor="c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0" i="0" u="none" strike="noStrike" kern="1200">
                          <a:solidFill>
                            <a:schemeClr val="tx1"/>
                          </a:solidFill>
                          <a:latin typeface="+mn-lt"/>
                          <a:ea typeface="+mn-ea"/>
                          <a:cs typeface="+mn-cs"/>
                        </a:rPr>
                        <a:t>Raise customer awareness of upcoming one time scheduled Rxs and Rxs with awaiting prescriber response on a renewal request to users viewing their orders summary on Dashboard</a:t>
                      </a:r>
                      <a:endParaRPr lang="en-US"/>
                    </a:p>
                  </a:txBody>
                  <a:tcPr marL="45720" marR="45720" anchor="c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50" b="0" kern="1200">
                          <a:solidFill>
                            <a:schemeClr val="tx1"/>
                          </a:solidFill>
                          <a:latin typeface="+mn-lt"/>
                          <a:ea typeface="+mn-ea"/>
                          <a:cs typeface="+mn-cs"/>
                        </a:rPr>
                        <a:t>MYP</a:t>
                      </a:r>
                    </a:p>
                  </a:txBody>
                  <a:tcPr marL="45720" marR="45720" anchor="ctr">
                    <a:solidFill>
                      <a:schemeClr val="bg1"/>
                    </a:solidFill>
                  </a:tcPr>
                </a:tc>
                <a:extLst>
                  <a:ext uri="{0D108BD9-81ED-4DB2-BD59-A6C34878D82A}">
                    <a16:rowId xmlns:a16="http://schemas.microsoft.com/office/drawing/2014/main" val="2778485058"/>
                  </a:ext>
                </a:extLst>
              </a:tr>
            </a:tbl>
          </a:graphicData>
        </a:graphic>
      </p:graphicFrame>
    </p:spTree>
    <p:extLst>
      <p:ext uri="{BB962C8B-B14F-4D97-AF65-F5344CB8AC3E}">
        <p14:creationId xmlns:p14="http://schemas.microsoft.com/office/powerpoint/2010/main" val="3985273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161276" y="306714"/>
            <a:ext cx="9801873" cy="369332"/>
          </a:xfrm>
          <a:prstGeom prst="rect">
            <a:avLst/>
          </a:prstGeom>
          <a:noFill/>
        </p:spPr>
        <p:txBody>
          <a:bodyPr wrap="square" lIns="91440" tIns="45720" rIns="91440" bIns="45720" anchor="t">
            <a:spAutoFit/>
          </a:bodyPr>
          <a:lstStyle/>
          <a:p>
            <a:r>
              <a:rPr lang="en-US"/>
              <a:t>Fill Exp 4 of 4</a:t>
            </a:r>
          </a:p>
        </p:txBody>
      </p:sp>
      <p:graphicFrame>
        <p:nvGraphicFramePr>
          <p:cNvPr id="6" name="Table 4">
            <a:extLst>
              <a:ext uri="{FF2B5EF4-FFF2-40B4-BE49-F238E27FC236}">
                <a16:creationId xmlns:a16="http://schemas.microsoft.com/office/drawing/2014/main" id="{6F3335F3-FE18-4068-9A84-D2C5392DB949}"/>
              </a:ext>
            </a:extLst>
          </p:cNvPr>
          <p:cNvGraphicFramePr>
            <a:graphicFrameLocks noGrp="1"/>
          </p:cNvGraphicFramePr>
          <p:nvPr>
            <p:extLst>
              <p:ext uri="{D42A27DB-BD31-4B8C-83A1-F6EECF244321}">
                <p14:modId xmlns:p14="http://schemas.microsoft.com/office/powerpoint/2010/main" val="3824443451"/>
              </p:ext>
            </p:extLst>
          </p:nvPr>
        </p:nvGraphicFramePr>
        <p:xfrm>
          <a:off x="381000" y="795447"/>
          <a:ext cx="11258550" cy="4558160"/>
        </p:xfrm>
        <a:graphic>
          <a:graphicData uri="http://schemas.openxmlformats.org/drawingml/2006/table">
            <a:tbl>
              <a:tblPr firstRow="1" bandRow="1">
                <a:tableStyleId>{5940675A-B579-460E-94D1-54222C63F5DA}</a:tableStyleId>
              </a:tblPr>
              <a:tblGrid>
                <a:gridCol w="3476625">
                  <a:extLst>
                    <a:ext uri="{9D8B030D-6E8A-4147-A177-3AD203B41FA5}">
                      <a16:colId xmlns:a16="http://schemas.microsoft.com/office/drawing/2014/main" val="1520153134"/>
                    </a:ext>
                  </a:extLst>
                </a:gridCol>
                <a:gridCol w="1104900">
                  <a:extLst>
                    <a:ext uri="{9D8B030D-6E8A-4147-A177-3AD203B41FA5}">
                      <a16:colId xmlns:a16="http://schemas.microsoft.com/office/drawing/2014/main" val="3812438193"/>
                    </a:ext>
                  </a:extLst>
                </a:gridCol>
                <a:gridCol w="1476375">
                  <a:extLst>
                    <a:ext uri="{9D8B030D-6E8A-4147-A177-3AD203B41FA5}">
                      <a16:colId xmlns:a16="http://schemas.microsoft.com/office/drawing/2014/main" val="857316934"/>
                    </a:ext>
                  </a:extLst>
                </a:gridCol>
                <a:gridCol w="3019425">
                  <a:extLst>
                    <a:ext uri="{9D8B030D-6E8A-4147-A177-3AD203B41FA5}">
                      <a16:colId xmlns:a16="http://schemas.microsoft.com/office/drawing/2014/main" val="1824035722"/>
                    </a:ext>
                  </a:extLst>
                </a:gridCol>
                <a:gridCol w="2181225">
                  <a:extLst>
                    <a:ext uri="{9D8B030D-6E8A-4147-A177-3AD203B41FA5}">
                      <a16:colId xmlns:a16="http://schemas.microsoft.com/office/drawing/2014/main" val="549930053"/>
                    </a:ext>
                  </a:extLst>
                </a:gridCol>
              </a:tblGrid>
              <a:tr h="423143">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PI1 Work Candidate(s)</a:t>
                      </a:r>
                    </a:p>
                  </a:txBody>
                  <a:tcPr marL="45720" marR="45720">
                    <a:solidFill>
                      <a:schemeClr val="accent2"/>
                    </a:solidFill>
                  </a:tcPr>
                </a:tc>
                <a:tc>
                  <a:txBody>
                    <a:bodyPr/>
                    <a:lstStyle/>
                    <a:p>
                      <a:pPr marL="0" algn="l" rtl="0" eaLnBrk="1" fontAlgn="b" latinLnBrk="0" hangingPunct="1"/>
                      <a:r>
                        <a:rPr lang="en-US" sz="1300" b="1" i="0" u="none" strike="noStrike" kern="1200">
                          <a:solidFill>
                            <a:schemeClr val="bg1"/>
                          </a:solidFill>
                          <a:effectLst/>
                          <a:latin typeface="+mn-lt"/>
                          <a:ea typeface="+mn-ea"/>
                          <a:cs typeface="Calibri"/>
                        </a:rPr>
                        <a:t>Rally Epic / Features</a:t>
                      </a:r>
                      <a:endParaRPr lang="en-US" sz="1300" b="1" i="1" u="none" strike="noStrike" kern="1200">
                        <a:solidFill>
                          <a:schemeClr val="bg1"/>
                        </a:solidFill>
                        <a:effectLst/>
                        <a:latin typeface="+mn-lt"/>
                        <a:ea typeface="+mn-ea"/>
                        <a:cs typeface="Calibri"/>
                      </a:endParaRPr>
                    </a:p>
                  </a:txBody>
                  <a:tcPr marL="45720" marR="45720">
                    <a:solidFill>
                      <a:schemeClr val="accent2"/>
                    </a:solidFill>
                  </a:tcPr>
                </a:tc>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KPIs Targeted</a:t>
                      </a:r>
                    </a:p>
                  </a:txBody>
                  <a:tcPr marL="45720" marR="45720">
                    <a:solidFill>
                      <a:schemeClr val="accent2"/>
                    </a:solidFill>
                  </a:tcPr>
                </a:tc>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a:ln>
                          <a:noFill/>
                        </a:ln>
                        <a:solidFill>
                          <a:schemeClr val="bg1"/>
                        </a:solidFill>
                        <a:effectLst/>
                        <a:uLnTx/>
                        <a:uFillTx/>
                        <a:latin typeface="+mn-lt"/>
                        <a:ea typeface="+mn-ea"/>
                        <a:cs typeface="Calibri"/>
                      </a:endParaRPr>
                    </a:p>
                  </a:txBody>
                  <a:tcPr marL="45720" marR="45720">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300" b="1" i="0" u="none" strike="noStrike" kern="1200" cap="none" spc="0" normalizeH="0" baseline="0" noProof="0">
                          <a:ln>
                            <a:noFill/>
                          </a:ln>
                          <a:solidFill>
                            <a:schemeClr val="bg1"/>
                          </a:solidFill>
                          <a:effectLst/>
                          <a:uLnTx/>
                          <a:uFillTx/>
                          <a:latin typeface="+mn-lt"/>
                          <a:ea typeface="+mn-ea"/>
                          <a:cs typeface="Calibri"/>
                        </a:rPr>
                        <a:t>Primary Train(s) </a:t>
                      </a:r>
                      <a:r>
                        <a:rPr lang="en-US" sz="1300" b="1" i="0" u="none" strike="noStrike" kern="1200" cap="none" spc="0" normalizeH="0" baseline="0" noProof="0">
                          <a:ln>
                            <a:noFill/>
                          </a:ln>
                          <a:solidFill>
                            <a:schemeClr val="bg1"/>
                          </a:solidFill>
                          <a:effectLst/>
                          <a:uLnTx/>
                          <a:uFillTx/>
                          <a:latin typeface="+mn-lt"/>
                          <a:ea typeface="+mn-ea"/>
                          <a:cs typeface="Calibri"/>
                        </a:rPr>
                        <a:t>/ Impacted Apps</a:t>
                      </a:r>
                      <a:endParaRPr kumimoji="0" lang="en-US" sz="1300" b="1" i="0" u="none" strike="noStrike" kern="1200" cap="none" spc="0" normalizeH="0" baseline="0" noProof="0">
                        <a:ln>
                          <a:noFill/>
                        </a:ln>
                        <a:solidFill>
                          <a:schemeClr val="bg1"/>
                        </a:solidFill>
                        <a:effectLst/>
                        <a:uLnTx/>
                        <a:uFillTx/>
                        <a:latin typeface="+mn-lt"/>
                        <a:ea typeface="+mn-ea"/>
                        <a:cs typeface="Calibri"/>
                      </a:endParaRPr>
                    </a:p>
                  </a:txBody>
                  <a:tcPr marL="45720" marR="45720">
                    <a:solidFill>
                      <a:schemeClr val="accent2"/>
                    </a:solidFill>
                  </a:tcPr>
                </a:tc>
                <a:extLst>
                  <a:ext uri="{0D108BD9-81ED-4DB2-BD59-A6C34878D82A}">
                    <a16:rowId xmlns:a16="http://schemas.microsoft.com/office/drawing/2014/main" val="3410991502"/>
                  </a:ext>
                </a:extLst>
              </a:tr>
              <a:tr h="634715">
                <a:tc>
                  <a:txBody>
                    <a:bodyPr/>
                    <a:lstStyle/>
                    <a:p>
                      <a:pPr marL="0" marR="0" lvl="0" indent="0" algn="l">
                        <a:lnSpc>
                          <a:spcPct val="100000"/>
                        </a:lnSpc>
                        <a:spcBef>
                          <a:spcPts val="0"/>
                        </a:spcBef>
                        <a:spcAft>
                          <a:spcPts val="0"/>
                        </a:spcAft>
                        <a:buNone/>
                      </a:pPr>
                      <a:r>
                        <a:rPr lang="en-US" sz="1050" b="1" kern="1200" noProof="0">
                          <a:solidFill>
                            <a:schemeClr val="tx1"/>
                          </a:solidFill>
                          <a:latin typeface="+mn-lt"/>
                          <a:ea typeface="+mn-ea"/>
                          <a:cs typeface="+mn-cs"/>
                        </a:rPr>
                        <a:t>Reschedule upcoming automatic refill orders (app)</a:t>
                      </a:r>
                    </a:p>
                  </a:txBody>
                  <a:tcPr marL="45720" marR="45720" anchor="ctr">
                    <a:solidFill>
                      <a:schemeClr val="bg1"/>
                    </a:solidFill>
                  </a:tcPr>
                </a:tc>
                <a:tc>
                  <a:txBody>
                    <a:bodyPr/>
                    <a:lstStyle/>
                    <a:p>
                      <a:pPr algn="l" fontAlgn="ctr"/>
                      <a:endParaRPr lang="en-US" sz="1100" b="1" i="0" u="sng" strike="noStrike">
                        <a:solidFill>
                          <a:srgbClr val="0563C1"/>
                        </a:solidFill>
                        <a:effectLst/>
                        <a:latin typeface="CVS Health Sans"/>
                      </a:endParaRPr>
                    </a:p>
                  </a:txBody>
                  <a:tcPr marL="45720" marR="45720" anchor="ctr">
                    <a:solidFill>
                      <a:schemeClr val="bg1"/>
                    </a:solidFill>
                  </a:tcPr>
                </a:tc>
                <a:tc>
                  <a:txBody>
                    <a:bodyPr/>
                    <a:lstStyle/>
                    <a:p>
                      <a:pPr marL="171450" lvl="0" indent="-171450">
                        <a:buFont typeface="Arial"/>
                        <a:buChar char="•"/>
                      </a:pPr>
                      <a:r>
                        <a:rPr lang="en-US" sz="1050" b="0" i="0" u="none" strike="noStrike" kern="1200" noProof="0">
                          <a:solidFill>
                            <a:schemeClr val="tx1"/>
                          </a:solidFill>
                          <a:effectLst/>
                          <a:latin typeface="CVS Health Sans"/>
                        </a:rPr>
                        <a:t>Increase autofill CSAT</a:t>
                      </a:r>
                    </a:p>
                    <a:p>
                      <a:pPr marL="171450" lvl="0" indent="-171450">
                        <a:buFont typeface="Arial"/>
                        <a:buChar char="•"/>
                      </a:pPr>
                      <a:r>
                        <a:rPr lang="en-US" sz="1050" b="0" i="0" u="none" strike="noStrike" kern="1200" noProof="0">
                          <a:solidFill>
                            <a:schemeClr val="tx1"/>
                          </a:solidFill>
                          <a:effectLst/>
                          <a:latin typeface="CVS Health Sans"/>
                        </a:rPr>
                        <a:t>Reduce digital autofill disenrollments</a:t>
                      </a:r>
                    </a:p>
                    <a:p>
                      <a:pPr marL="171450" lvl="0" indent="-171450">
                        <a:buFont typeface="Arial"/>
                        <a:buChar char="•"/>
                      </a:pPr>
                      <a:r>
                        <a:rPr lang="en-US" sz="1050" b="0" i="0" u="none" strike="noStrike" kern="1200" noProof="0">
                          <a:solidFill>
                            <a:schemeClr val="tx1"/>
                          </a:solidFill>
                          <a:effectLst/>
                          <a:latin typeface="CVS Health Sans"/>
                        </a:rPr>
                        <a:t>Decrease RTS rate among autofill Rxs filled for digital users</a:t>
                      </a:r>
                    </a:p>
                  </a:txBody>
                  <a:tcPr marL="45720" marR="45720" anchor="c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a:buChar char="•"/>
                      </a:pPr>
                      <a:r>
                        <a:rPr lang="en-US" sz="1050" kern="1200">
                          <a:solidFill>
                            <a:schemeClr val="tx1"/>
                          </a:solidFill>
                          <a:effectLst/>
                          <a:latin typeface="+mn-lt"/>
                          <a:ea typeface="+mn-ea"/>
                          <a:cs typeface="+mn-cs"/>
                        </a:rPr>
                        <a:t>Digital users today do not have the ability to reschedule upcomingautomatic refills (they can only cancel their orders); this feature will give users the opportunity to match their next refill to a date when they need it and it's convenient for them to pick up</a:t>
                      </a:r>
                    </a:p>
                  </a:txBody>
                  <a:tcPr marL="45720" marR="45720" anchor="ct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MYP</a:t>
                      </a:r>
                    </a:p>
                  </a:txBody>
                  <a:tcPr marL="45720" marR="45720" anchor="ctr">
                    <a:solidFill>
                      <a:schemeClr val="bg1"/>
                    </a:solidFill>
                  </a:tcPr>
                </a:tc>
                <a:extLst>
                  <a:ext uri="{0D108BD9-81ED-4DB2-BD59-A6C34878D82A}">
                    <a16:rowId xmlns:a16="http://schemas.microsoft.com/office/drawing/2014/main" val="740526001"/>
                  </a:ext>
                </a:extLst>
              </a:tr>
              <a:tr h="634715">
                <a:tc>
                  <a:txBody>
                    <a:bodyPr/>
                    <a:lstStyle/>
                    <a:p>
                      <a:pPr marL="0" marR="0" lvl="0" indent="0" algn="l">
                        <a:lnSpc>
                          <a:spcPct val="100000"/>
                        </a:lnSpc>
                        <a:spcBef>
                          <a:spcPts val="0"/>
                        </a:spcBef>
                        <a:spcAft>
                          <a:spcPts val="0"/>
                        </a:spcAft>
                        <a:buNone/>
                      </a:pPr>
                      <a:endParaRPr lang="en-US" sz="1050" b="1" i="0" u="none" strike="noStrike" kern="1200" noProof="0">
                        <a:effectLst/>
                      </a:endParaRPr>
                    </a:p>
                  </a:txBody>
                  <a:tcPr marL="45720" marR="45720" anchor="ctr">
                    <a:solidFill>
                      <a:schemeClr val="bg1"/>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endParaRPr lang="en-US" sz="1100" b="1" i="0" u="sng" strike="noStrike">
                        <a:solidFill>
                          <a:srgbClr val="0563C1"/>
                        </a:solidFill>
                        <a:effectLst/>
                        <a:latin typeface="CVS Health Sans"/>
                      </a:endParaRPr>
                    </a:p>
                  </a:txBody>
                  <a:tcPr marL="45720" marR="45720" anchor="ctr">
                    <a:solidFill>
                      <a:schemeClr val="bg1"/>
                    </a:solidFill>
                  </a:tcPr>
                </a:tc>
                <a:tc>
                  <a:txBody>
                    <a:bodyPr/>
                    <a:lstStyle/>
                    <a:p>
                      <a:pPr lvl="0">
                        <a:buNone/>
                      </a:pPr>
                      <a:endParaRPr lang="en-US" sz="1050" b="0" i="0" u="none" strike="noStrike" noProof="0">
                        <a:solidFill>
                          <a:schemeClr val="tx1"/>
                        </a:solidFill>
                        <a:latin typeface="CVS Health Sans"/>
                      </a:endParaRPr>
                    </a:p>
                  </a:txBody>
                  <a:tcPr marL="45720" marR="45720" anchor="ctr">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None/>
                      </a:pPr>
                      <a:endParaRPr lang="en-US" sz="1050">
                        <a:latin typeface="+mn-lt"/>
                      </a:endParaRPr>
                    </a:p>
                  </a:txBody>
                  <a:tcPr marL="45720" marR="45720" anchor="ctr">
                    <a:solidFill>
                      <a:schemeClr val="bg1"/>
                    </a:solidFill>
                  </a:tcPr>
                </a:tc>
                <a:tc>
                  <a:txBody>
                    <a:bodyPr/>
                    <a:lstStyle/>
                    <a:p>
                      <a:pPr marL="0" lvl="0" indent="0">
                        <a:buNone/>
                      </a:pPr>
                      <a:endParaRPr lang="en-US" sz="1050" b="0" i="0" u="none" strike="noStrike" kern="1200" noProof="0">
                        <a:solidFill>
                          <a:schemeClr val="tx1"/>
                        </a:solidFill>
                        <a:effectLst/>
                        <a:latin typeface="CVS Health Sans"/>
                      </a:endParaRPr>
                    </a:p>
                  </a:txBody>
                  <a:tcPr marL="45720" marR="45720" anchor="ctr">
                    <a:solidFill>
                      <a:schemeClr val="bg1"/>
                    </a:solidFill>
                  </a:tcPr>
                </a:tc>
                <a:extLst>
                  <a:ext uri="{0D108BD9-81ED-4DB2-BD59-A6C34878D82A}">
                    <a16:rowId xmlns:a16="http://schemas.microsoft.com/office/drawing/2014/main" val="2750663203"/>
                  </a:ext>
                </a:extLst>
              </a:tr>
              <a:tr h="634715">
                <a:tc>
                  <a:txBody>
                    <a:bodyPr/>
                    <a:lstStyle/>
                    <a:p>
                      <a:pPr marL="0" lvl="0" indent="0" algn="l" defTabSz="457200" rtl="0" eaLnBrk="1" fontAlgn="b" latinLnBrk="0" hangingPunct="1">
                        <a:buFont typeface="Arial" panose="020B0604020202020204" pitchFamily="34" charset="0"/>
                        <a:buNone/>
                      </a:pPr>
                      <a:endParaRPr lang="en-US" sz="1050" b="0" kern="1200">
                        <a:solidFill>
                          <a:schemeClr val="tx1"/>
                        </a:solidFill>
                        <a:effectLst/>
                        <a:latin typeface="+mn-lt"/>
                        <a:ea typeface="+mn-ea"/>
                        <a:cs typeface="+mn-cs"/>
                      </a:endParaRPr>
                    </a:p>
                  </a:txBody>
                  <a:tcPr marL="45720" marR="45720" anchor="ctr">
                    <a:solidFill>
                      <a:schemeClr val="bg1"/>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endParaRPr lang="en-US" sz="1050" b="0" i="0" u="sng" strike="noStrike">
                        <a:solidFill>
                          <a:srgbClr val="0563C1"/>
                        </a:solidFill>
                        <a:effectLst/>
                        <a:latin typeface="Calibri"/>
                      </a:endParaRPr>
                    </a:p>
                  </a:txBody>
                  <a:tcPr marL="45720" marR="45720" anchor="ctr">
                    <a:solidFill>
                      <a:schemeClr val="bg1"/>
                    </a:solidFill>
                  </a:tcPr>
                </a:tc>
                <a:tc>
                  <a:txBody>
                    <a:bodyPr/>
                    <a:lstStyle/>
                    <a:p>
                      <a:pPr marL="171450" indent="-171450">
                        <a:buFont typeface="Arial" panose="020B0604020202020204" pitchFamily="34" charset="0"/>
                        <a:buChar char="•"/>
                      </a:pPr>
                      <a:endParaRPr lang="en-US" sz="1050" kern="1200" noProof="0">
                        <a:solidFill>
                          <a:schemeClr val="tx1"/>
                        </a:solidFill>
                        <a:effectLst/>
                        <a:latin typeface="+mn-lt"/>
                        <a:ea typeface="+mn-ea"/>
                        <a:cs typeface="+mn-cs"/>
                      </a:endParaRPr>
                    </a:p>
                  </a:txBody>
                  <a:tcPr marL="45720" marR="45720" anchor="ctr">
                    <a:solidFill>
                      <a:schemeClr val="bg1"/>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a:latin typeface="+mn-lt"/>
                      </a:endParaRPr>
                    </a:p>
                  </a:txBody>
                  <a:tcPr marL="45720" marR="45720" anchor="ctr">
                    <a:solidFill>
                      <a:schemeClr val="bg1"/>
                    </a:solidFill>
                  </a:tcPr>
                </a:tc>
                <a:tc>
                  <a:txBody>
                    <a:bodyPr/>
                    <a:lstStyle/>
                    <a:p>
                      <a:pPr marL="0" indent="0">
                        <a:buFont typeface="Arial" panose="020B0604020202020204" pitchFamily="34" charset="0"/>
                        <a:buNone/>
                      </a:pPr>
                      <a:endParaRPr lang="en-US" sz="1050" kern="1200">
                        <a:solidFill>
                          <a:schemeClr val="tx1"/>
                        </a:solidFill>
                        <a:effectLst/>
                        <a:latin typeface="+mn-lt"/>
                        <a:ea typeface="+mn-ea"/>
                        <a:cs typeface="+mn-cs"/>
                      </a:endParaRPr>
                    </a:p>
                  </a:txBody>
                  <a:tcPr marL="45720" marR="45720" anchor="ctr">
                    <a:solidFill>
                      <a:schemeClr val="bg1"/>
                    </a:solidFill>
                  </a:tcPr>
                </a:tc>
                <a:extLst>
                  <a:ext uri="{0D108BD9-81ED-4DB2-BD59-A6C34878D82A}">
                    <a16:rowId xmlns:a16="http://schemas.microsoft.com/office/drawing/2014/main" val="251797606"/>
                  </a:ext>
                </a:extLst>
              </a:tr>
              <a:tr h="634715">
                <a:tc>
                  <a:txBody>
                    <a:bodyPr/>
                    <a:lstStyle/>
                    <a:p>
                      <a:pPr marL="0" marR="0" lvl="0" indent="0" algn="l" defTabSz="457200" rtl="0" eaLnBrk="1" fontAlgn="base" latinLnBrk="0" hangingPunct="1">
                        <a:spcBef>
                          <a:spcPts val="0"/>
                        </a:spcBef>
                        <a:spcAft>
                          <a:spcPts val="0"/>
                        </a:spcAft>
                        <a:buSzPts val="1000"/>
                        <a:buFont typeface="Arial" panose="020B0604020202020204" pitchFamily="34" charset="0"/>
                        <a:buNone/>
                        <a:tabLst>
                          <a:tab pos="457200" algn="l"/>
                        </a:tabLst>
                      </a:pPr>
                      <a:endParaRPr lang="en-US" sz="1050" b="0" kern="1200">
                        <a:solidFill>
                          <a:schemeClr val="tx1"/>
                        </a:solidFill>
                        <a:effectLst/>
                        <a:latin typeface="+mn-lt"/>
                        <a:ea typeface="+mn-ea"/>
                        <a:cs typeface="+mn-cs"/>
                      </a:endParaRPr>
                    </a:p>
                  </a:txBody>
                  <a:tcPr marL="45720" marR="45720" anchor="ctr">
                    <a:solidFill>
                      <a:schemeClr val="bg1"/>
                    </a:solidFill>
                  </a:tcPr>
                </a:tc>
                <a:tc>
                  <a:txBody>
                    <a:bodyPr/>
                    <a:lstStyle/>
                    <a:p>
                      <a:pPr marL="0" marR="0" lvl="0" indent="0" algn="ctr" defTabSz="457200" rtl="0" eaLnBrk="1" fontAlgn="ctr" latinLnBrk="0" hangingPunct="1">
                        <a:spcBef>
                          <a:spcPts val="0"/>
                        </a:spcBef>
                        <a:spcAft>
                          <a:spcPts val="0"/>
                        </a:spcAft>
                        <a:buFont typeface="Arial" panose="020B0604020202020204" pitchFamily="34" charset="0"/>
                        <a:buNone/>
                      </a:pPr>
                      <a:endParaRPr lang="en-US" sz="1050" b="0" i="0" u="sng" strike="noStrike" kern="1200">
                        <a:solidFill>
                          <a:srgbClr val="0563C1"/>
                        </a:solidFill>
                        <a:effectLst/>
                        <a:latin typeface="Calibri" panose="020F0502020204030204" pitchFamily="34" charset="0"/>
                        <a:ea typeface="+mn-ea"/>
                        <a:cs typeface="+mn-cs"/>
                      </a:endParaRPr>
                    </a:p>
                  </a:txBody>
                  <a:tcPr marL="45720" marR="45720" anchor="ctr">
                    <a:solidFill>
                      <a:schemeClr val="bg1"/>
                    </a:solidFill>
                  </a:tcPr>
                </a:tc>
                <a:tc>
                  <a:txBody>
                    <a:bodyPr/>
                    <a:lstStyle/>
                    <a:p>
                      <a:pPr marL="171450" indent="-171450">
                        <a:buFont typeface="Arial" panose="020B0604020202020204" pitchFamily="34" charset="0"/>
                        <a:buChar char="•"/>
                      </a:pPr>
                      <a:endParaRPr lang="en-US" sz="1050" kern="1200" noProof="0">
                        <a:solidFill>
                          <a:schemeClr val="tx1"/>
                        </a:solidFill>
                        <a:effectLst/>
                        <a:latin typeface="+mn-lt"/>
                        <a:ea typeface="+mn-ea"/>
                        <a:cs typeface="+mn-cs"/>
                      </a:endParaRPr>
                    </a:p>
                  </a:txBody>
                  <a:tcPr marL="45720" marR="45720" anchor="ctr">
                    <a:solidFill>
                      <a:schemeClr val="bg1"/>
                    </a:solidFill>
                  </a:tcPr>
                </a:tc>
                <a:tc>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50" b="0" i="0" u="none" strike="noStrike" kern="1200">
                        <a:solidFill>
                          <a:schemeClr val="tx1"/>
                        </a:solidFill>
                        <a:latin typeface="+mn-lt"/>
                        <a:ea typeface="+mn-ea"/>
                        <a:cs typeface="+mn-cs"/>
                      </a:endParaRPr>
                    </a:p>
                  </a:txBody>
                  <a:tcPr marL="45720" marR="45720" anchor="c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50" b="0" kern="1200">
                        <a:solidFill>
                          <a:schemeClr val="tx1"/>
                        </a:solidFill>
                        <a:latin typeface="+mn-lt"/>
                        <a:ea typeface="+mn-ea"/>
                        <a:cs typeface="+mn-cs"/>
                      </a:endParaRPr>
                    </a:p>
                  </a:txBody>
                  <a:tcPr marL="45720" marR="45720" anchor="ctr">
                    <a:solidFill>
                      <a:schemeClr val="bg1"/>
                    </a:solidFill>
                  </a:tcPr>
                </a:tc>
                <a:extLst>
                  <a:ext uri="{0D108BD9-81ED-4DB2-BD59-A6C34878D82A}">
                    <a16:rowId xmlns:a16="http://schemas.microsoft.com/office/drawing/2014/main" val="2936337802"/>
                  </a:ext>
                </a:extLst>
              </a:tr>
              <a:tr h="634715">
                <a:tc>
                  <a:txBody>
                    <a:bodyPr/>
                    <a:lstStyle/>
                    <a:p>
                      <a:pPr marL="0" marR="0" lvl="0" indent="0" algn="l" defTabSz="457200" rtl="0" eaLnBrk="1" fontAlgn="base" latinLnBrk="0" hangingPunct="1">
                        <a:spcBef>
                          <a:spcPts val="0"/>
                        </a:spcBef>
                        <a:spcAft>
                          <a:spcPts val="0"/>
                        </a:spcAft>
                        <a:buSzPts val="1000"/>
                        <a:buFont typeface="Arial" panose="020B0604020202020204" pitchFamily="34" charset="0"/>
                        <a:buNone/>
                        <a:tabLst>
                          <a:tab pos="457200" algn="l"/>
                        </a:tabLst>
                      </a:pPr>
                      <a:endParaRPr lang="en-US" sz="1050" b="0" kern="1200">
                        <a:solidFill>
                          <a:schemeClr val="tx1"/>
                        </a:solidFill>
                        <a:effectLst/>
                        <a:latin typeface="+mn-lt"/>
                        <a:ea typeface="+mn-ea"/>
                        <a:cs typeface="+mn-cs"/>
                      </a:endParaRPr>
                    </a:p>
                  </a:txBody>
                  <a:tcPr marL="45720" marR="45720" anchor="ctr">
                    <a:solidFill>
                      <a:schemeClr val="bg1"/>
                    </a:solidFill>
                  </a:tcPr>
                </a:tc>
                <a:tc>
                  <a:txBody>
                    <a:bodyPr/>
                    <a:lstStyle/>
                    <a:p>
                      <a:pPr marL="0" marR="0" lvl="0" indent="0" algn="ctr" defTabSz="457200" rtl="0" eaLnBrk="1" fontAlgn="ctr" latinLnBrk="0" hangingPunct="1">
                        <a:spcBef>
                          <a:spcPts val="0"/>
                        </a:spcBef>
                        <a:spcAft>
                          <a:spcPts val="0"/>
                        </a:spcAft>
                        <a:buFont typeface="Arial" panose="020B0604020202020204" pitchFamily="34" charset="0"/>
                        <a:buNone/>
                      </a:pPr>
                      <a:endParaRPr lang="en-US" sz="1050" b="0" i="0" u="sng" strike="noStrike" kern="1200">
                        <a:solidFill>
                          <a:srgbClr val="0563C1"/>
                        </a:solidFill>
                        <a:effectLst/>
                        <a:latin typeface="Calibri" panose="020F0502020204030204" pitchFamily="34" charset="0"/>
                        <a:ea typeface="+mn-ea"/>
                        <a:cs typeface="+mn-cs"/>
                      </a:endParaRPr>
                    </a:p>
                  </a:txBody>
                  <a:tcPr marL="45720" marR="45720" anchor="ctr">
                    <a:solidFill>
                      <a:schemeClr val="bg1"/>
                    </a:solidFill>
                  </a:tcPr>
                </a:tc>
                <a:tc>
                  <a:txBody>
                    <a:bodyPr/>
                    <a:lstStyle/>
                    <a:p>
                      <a:pPr marL="171450" indent="-171450">
                        <a:buFont typeface="Arial" panose="020B0604020202020204" pitchFamily="34" charset="0"/>
                        <a:buChar char="•"/>
                      </a:pPr>
                      <a:endParaRPr lang="en-US" sz="1050" kern="1200" noProof="0">
                        <a:solidFill>
                          <a:schemeClr val="tx1"/>
                        </a:solidFill>
                        <a:effectLst/>
                        <a:latin typeface="+mn-lt"/>
                        <a:ea typeface="+mn-ea"/>
                        <a:cs typeface="+mn-cs"/>
                      </a:endParaRPr>
                    </a:p>
                  </a:txBody>
                  <a:tcPr marL="45720" marR="45720" anchor="c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endParaRPr lang="en-US" sz="1050" b="0" i="0" u="none" strike="noStrike" kern="1200">
                        <a:solidFill>
                          <a:schemeClr val="tx1"/>
                        </a:solidFill>
                        <a:latin typeface="+mn-lt"/>
                        <a:ea typeface="+mn-ea"/>
                        <a:cs typeface="+mn-cs"/>
                      </a:endParaRPr>
                    </a:p>
                  </a:txBody>
                  <a:tcPr marL="45720" marR="45720" anchor="c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50" b="0" kern="1200">
                        <a:solidFill>
                          <a:schemeClr val="tx1"/>
                        </a:solidFill>
                        <a:latin typeface="+mn-lt"/>
                        <a:ea typeface="+mn-ea"/>
                        <a:cs typeface="+mn-cs"/>
                      </a:endParaRPr>
                    </a:p>
                  </a:txBody>
                  <a:tcPr marL="45720" marR="45720" anchor="ctr">
                    <a:solidFill>
                      <a:schemeClr val="bg1"/>
                    </a:solidFill>
                  </a:tcPr>
                </a:tc>
                <a:extLst>
                  <a:ext uri="{0D108BD9-81ED-4DB2-BD59-A6C34878D82A}">
                    <a16:rowId xmlns:a16="http://schemas.microsoft.com/office/drawing/2014/main" val="2778485058"/>
                  </a:ext>
                </a:extLst>
              </a:tr>
            </a:tbl>
          </a:graphicData>
        </a:graphic>
      </p:graphicFrame>
    </p:spTree>
    <p:extLst>
      <p:ext uri="{BB962C8B-B14F-4D97-AF65-F5344CB8AC3E}">
        <p14:creationId xmlns:p14="http://schemas.microsoft.com/office/powerpoint/2010/main" val="16860365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7C533F88-B3B1-447C-AAC5-2BA36989CDD6}"/>
              </a:ext>
            </a:extLst>
          </p:cNvPr>
          <p:cNvGraphicFramePr>
            <a:graphicFrameLocks noGrp="1"/>
          </p:cNvGraphicFramePr>
          <p:nvPr>
            <p:extLst>
              <p:ext uri="{D42A27DB-BD31-4B8C-83A1-F6EECF244321}">
                <p14:modId xmlns:p14="http://schemas.microsoft.com/office/powerpoint/2010/main" val="2072078533"/>
              </p:ext>
            </p:extLst>
          </p:nvPr>
        </p:nvGraphicFramePr>
        <p:xfrm>
          <a:off x="161277" y="795447"/>
          <a:ext cx="11600155" cy="3527334"/>
        </p:xfrm>
        <a:graphic>
          <a:graphicData uri="http://schemas.openxmlformats.org/drawingml/2006/table">
            <a:tbl>
              <a:tblPr firstRow="1" bandRow="1">
                <a:tableStyleId>{5940675A-B579-460E-94D1-54222C63F5DA}</a:tableStyleId>
              </a:tblPr>
              <a:tblGrid>
                <a:gridCol w="2438838">
                  <a:extLst>
                    <a:ext uri="{9D8B030D-6E8A-4147-A177-3AD203B41FA5}">
                      <a16:colId xmlns:a16="http://schemas.microsoft.com/office/drawing/2014/main" val="1520153134"/>
                    </a:ext>
                  </a:extLst>
                </a:gridCol>
                <a:gridCol w="1973518">
                  <a:extLst>
                    <a:ext uri="{9D8B030D-6E8A-4147-A177-3AD203B41FA5}">
                      <a16:colId xmlns:a16="http://schemas.microsoft.com/office/drawing/2014/main" val="3052225643"/>
                    </a:ext>
                  </a:extLst>
                </a:gridCol>
                <a:gridCol w="1973518">
                  <a:extLst>
                    <a:ext uri="{9D8B030D-6E8A-4147-A177-3AD203B41FA5}">
                      <a16:colId xmlns:a16="http://schemas.microsoft.com/office/drawing/2014/main" val="857316934"/>
                    </a:ext>
                  </a:extLst>
                </a:gridCol>
                <a:gridCol w="3503220">
                  <a:extLst>
                    <a:ext uri="{9D8B030D-6E8A-4147-A177-3AD203B41FA5}">
                      <a16:colId xmlns:a16="http://schemas.microsoft.com/office/drawing/2014/main" val="1824035722"/>
                    </a:ext>
                  </a:extLst>
                </a:gridCol>
                <a:gridCol w="1711061">
                  <a:extLst>
                    <a:ext uri="{9D8B030D-6E8A-4147-A177-3AD203B41FA5}">
                      <a16:colId xmlns:a16="http://schemas.microsoft.com/office/drawing/2014/main" val="549930053"/>
                    </a:ext>
                  </a:extLst>
                </a:gridCol>
              </a:tblGrid>
              <a:tr h="692694">
                <a:tc>
                  <a:txBody>
                    <a:bodyPr/>
                    <a:lstStyle/>
                    <a:p>
                      <a:pPr marL="0" indent="0" algn="l" defTabSz="457200" rtl="0" eaLnBrk="1" fontAlgn="b" latinLnBrk="0" hangingPunct="1"/>
                      <a:r>
                        <a:rPr lang="en-US" sz="1400" b="1" i="0" u="none" strike="noStrike" kern="1200">
                          <a:solidFill>
                            <a:schemeClr val="bg1"/>
                          </a:solidFill>
                          <a:effectLst/>
                          <a:latin typeface="+mn-lt"/>
                          <a:ea typeface="+mn-ea"/>
                          <a:cs typeface="Calibri"/>
                        </a:rPr>
                        <a:t>PI1 Work Candidate(s) (Key Features/epics)</a:t>
                      </a:r>
                    </a:p>
                  </a:txBody>
                  <a:tcPr>
                    <a:solidFill>
                      <a:srgbClr val="C00000"/>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1" i="0" u="none" strike="noStrike" kern="1200">
                          <a:solidFill>
                            <a:schemeClr val="bg1"/>
                          </a:solidFill>
                          <a:effectLst/>
                          <a:latin typeface="+mn-lt"/>
                          <a:ea typeface="+mn-ea"/>
                          <a:cs typeface="Calibri"/>
                        </a:rPr>
                        <a:t>Corresponding Rally Epic/Feature? </a:t>
                      </a:r>
                    </a:p>
                    <a:p>
                      <a:pPr marL="0" marR="0" lvl="0" indent="0" algn="l" rtl="0" eaLnBrk="1" fontAlgn="b" latinLnBrk="0" hangingPunct="1">
                        <a:lnSpc>
                          <a:spcPct val="100000"/>
                        </a:lnSpc>
                        <a:spcBef>
                          <a:spcPts val="0"/>
                        </a:spcBef>
                        <a:spcAft>
                          <a:spcPts val="0"/>
                        </a:spcAft>
                        <a:buClrTx/>
                        <a:buSzTx/>
                        <a:buFontTx/>
                        <a:buNone/>
                      </a:pPr>
                      <a:r>
                        <a:rPr lang="en-US" sz="1100" b="1" i="1" u="none" strike="noStrike" kern="1200">
                          <a:solidFill>
                            <a:schemeClr val="bg1"/>
                          </a:solidFill>
                          <a:effectLst/>
                          <a:latin typeface="+mn-lt"/>
                          <a:ea typeface="+mn-ea"/>
                          <a:cs typeface="Calibri"/>
                        </a:rPr>
                        <a:t>(Add if available)</a:t>
                      </a:r>
                      <a:endParaRPr lang="en-US" sz="1400" b="1" i="0" u="none" strike="noStrike" kern="1200">
                        <a:solidFill>
                          <a:schemeClr val="bg1"/>
                        </a:solidFill>
                        <a:effectLst/>
                        <a:latin typeface="+mn-lt"/>
                        <a:ea typeface="+mn-ea"/>
                        <a:cs typeface="Calibri"/>
                      </a:endParaRPr>
                    </a:p>
                  </a:txBody>
                  <a:tcPr>
                    <a:solidFill>
                      <a:srgbClr val="C00000"/>
                    </a:solidFill>
                  </a:tcPr>
                </a:tc>
                <a:tc>
                  <a:txBody>
                    <a:bodyPr/>
                    <a:lstStyle/>
                    <a:p>
                      <a:pPr marL="0" indent="0" algn="l" defTabSz="457200" rtl="0" eaLnBrk="1" fontAlgn="b" latinLnBrk="0" hangingPunct="1"/>
                      <a:r>
                        <a:rPr lang="en-US" sz="1400" b="1" i="0" u="none" strike="noStrike" kern="1200">
                          <a:solidFill>
                            <a:schemeClr val="bg1"/>
                          </a:solidFill>
                          <a:effectLst/>
                          <a:latin typeface="+mn-lt"/>
                          <a:ea typeface="+mn-ea"/>
                          <a:cs typeface="Calibri"/>
                        </a:rPr>
                        <a:t>KPIs Targeted</a:t>
                      </a:r>
                    </a:p>
                  </a:txBody>
                  <a:tcPr>
                    <a:solidFill>
                      <a:srgbClr val="C00000"/>
                    </a:solidFill>
                  </a:tcPr>
                </a:tc>
                <a:tc>
                  <a:txBody>
                    <a:bodyPr/>
                    <a:lstStyle/>
                    <a:p>
                      <a:pPr marL="0" indent="0" algn="l" defTabSz="457200" rtl="0" eaLnBrk="1" fontAlgn="b" latinLnBrk="0" hangingPunct="1"/>
                      <a:r>
                        <a:rPr lang="en-US" sz="1400" b="1" i="0" u="none" strike="noStrike" kern="1200">
                          <a:solidFill>
                            <a:schemeClr val="bg1"/>
                          </a:solidFill>
                          <a:effectLst/>
                          <a:latin typeface="+mn-lt"/>
                          <a:ea typeface="+mn-ea"/>
                          <a:cs typeface="Calibri"/>
                        </a:rPr>
                        <a:t>Customer problem being solved</a:t>
                      </a:r>
                    </a:p>
                  </a:txBody>
                  <a:tcPr>
                    <a:solidFill>
                      <a:srgbClr val="C00000"/>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400" b="1" i="0" u="none" strike="noStrike" kern="1200" cap="none" spc="0" normalizeH="0" baseline="0" noProof="0">
                          <a:ln>
                            <a:noFill/>
                          </a:ln>
                          <a:solidFill>
                            <a:schemeClr val="bg1"/>
                          </a:solidFill>
                          <a:effectLst/>
                          <a:uLnTx/>
                          <a:uFillTx/>
                          <a:latin typeface="+mn-lt"/>
                          <a:ea typeface="+mn-ea"/>
                          <a:cs typeface="Calibri"/>
                        </a:rPr>
                        <a:t>Primary Train(s)</a:t>
                      </a:r>
                      <a:r>
                        <a:rPr lang="en-US" sz="1400" b="1" i="0" u="none" strike="noStrike" kern="1200" cap="none" spc="0" normalizeH="0" baseline="0" noProof="0">
                          <a:ln>
                            <a:noFill/>
                          </a:ln>
                          <a:solidFill>
                            <a:schemeClr val="bg1"/>
                          </a:solidFill>
                          <a:effectLst/>
                          <a:uLnTx/>
                          <a:uFillTx/>
                          <a:latin typeface="+mn-lt"/>
                          <a:ea typeface="+mn-ea"/>
                          <a:cs typeface="Calibri"/>
                        </a:rPr>
                        <a:t> </a:t>
                      </a:r>
                      <a:endParaRPr kumimoji="0" lang="en-US" sz="1400" b="1" i="0" u="none" strike="noStrike" kern="1200" cap="none" spc="0" normalizeH="0" baseline="0" noProof="0">
                        <a:ln>
                          <a:noFill/>
                        </a:ln>
                        <a:solidFill>
                          <a:schemeClr val="bg1"/>
                        </a:solidFill>
                        <a:effectLst/>
                        <a:uLnTx/>
                        <a:uFillTx/>
                        <a:latin typeface="+mn-lt"/>
                        <a:ea typeface="+mn-ea"/>
                        <a:cs typeface="Calibri"/>
                      </a:endParaRPr>
                    </a:p>
                  </a:txBody>
                  <a:tcPr>
                    <a:solidFill>
                      <a:srgbClr val="C00000"/>
                    </a:solidFill>
                  </a:tcPr>
                </a:tc>
                <a:extLst>
                  <a:ext uri="{0D108BD9-81ED-4DB2-BD59-A6C34878D82A}">
                    <a16:rowId xmlns:a16="http://schemas.microsoft.com/office/drawing/2014/main" val="3410991502"/>
                  </a:ext>
                </a:extLst>
              </a:tr>
              <a:tr h="358752">
                <a:tc>
                  <a:txBody>
                    <a:bodyPr/>
                    <a:lstStyle/>
                    <a:p>
                      <a:pPr marL="0" lvl="0" indent="0" algn="l">
                        <a:lnSpc>
                          <a:spcPct val="100000"/>
                        </a:lnSpc>
                        <a:spcBef>
                          <a:spcPts val="0"/>
                        </a:spcBef>
                        <a:spcAft>
                          <a:spcPts val="0"/>
                        </a:spcAft>
                        <a:buNone/>
                      </a:pPr>
                      <a:r>
                        <a:rPr lang="en-US" sz="1050" b="1" i="0" u="none" strike="noStrike" noProof="0"/>
                        <a:t>I'm Here – Mobile Pickup Proof of Concept</a:t>
                      </a:r>
                    </a:p>
                  </a:txBody>
                  <a:tcPr marL="45720" marR="45720" marT="45684" marB="45684" anchor="ctr">
                    <a:solidFill>
                      <a:schemeClr val="bg1"/>
                    </a:solidFill>
                  </a:tcPr>
                </a:tc>
                <a:tc>
                  <a:txBody>
                    <a:bodyPr/>
                    <a:lstStyle/>
                    <a:p>
                      <a:pPr lvl="0" indent="0" algn="l">
                        <a:buNone/>
                      </a:pPr>
                      <a:r>
                        <a:rPr lang="en-US" sz="1200" b="1" i="0" u="sng" strike="noStrike" noProof="0">
                          <a:solidFill>
                            <a:srgbClr val="0563C1"/>
                          </a:solidFill>
                          <a:effectLst/>
                          <a:latin typeface="CVS Health Sans"/>
                        </a:rPr>
                        <a:t>F125246 </a:t>
                      </a:r>
                      <a:r>
                        <a:rPr lang="en-US" sz="1200" b="0" i="0" u="none" strike="noStrike" noProof="0">
                          <a:effectLst/>
                        </a:rPr>
                        <a:t>Mobile Pickup Proof of Concept:  I'm here button &amp; colleague-initiated pickup</a:t>
                      </a:r>
                      <a:endParaRPr lang="en-US"/>
                    </a:p>
                  </a:txBody>
                  <a:tcPr marL="45720" marR="45720" marT="9524" marB="0" anchor="ctr">
                    <a:solidFill>
                      <a:schemeClr val="bg1"/>
                    </a:solidFill>
                  </a:tcPr>
                </a:tc>
                <a:tc>
                  <a:txBody>
                    <a:bodyPr/>
                    <a:lstStyle/>
                    <a:p>
                      <a:pPr marL="0" lvl="0" indent="0" algn="l">
                        <a:buNone/>
                      </a:pPr>
                      <a:r>
                        <a:rPr lang="en-US" sz="1050" b="0" i="0" u="none" strike="noStrike" noProof="0">
                          <a:latin typeface="CVS Health Sans"/>
                        </a:rPr>
                        <a:t>Key Results</a:t>
                      </a:r>
                    </a:p>
                    <a:p>
                      <a:pPr marL="171450" lvl="0" indent="0" algn="l">
                        <a:buClr>
                          <a:srgbClr val="000000"/>
                        </a:buClr>
                        <a:buFont typeface="Arial,Sans-Serif"/>
                        <a:buChar char="•"/>
                      </a:pPr>
                      <a:r>
                        <a:rPr lang="en-US" sz="1050" b="0" i="0" u="none" strike="noStrike" noProof="0">
                          <a:latin typeface="CVS Health Sans"/>
                        </a:rPr>
                        <a:t>Reduce lines</a:t>
                      </a:r>
                    </a:p>
                    <a:p>
                      <a:pPr marL="171450" lvl="0" indent="0" algn="l">
                        <a:buClr>
                          <a:srgbClr val="000000"/>
                        </a:buClr>
                        <a:buFont typeface="Arial,Sans-Serif"/>
                        <a:buChar char="•"/>
                      </a:pPr>
                      <a:r>
                        <a:rPr lang="en-US" sz="1050" b="0" i="0" u="none" strike="noStrike" noProof="0">
                          <a:latin typeface="CVS Health Sans"/>
                        </a:rPr>
                        <a:t>Reduce transaction time</a:t>
                      </a:r>
                    </a:p>
                  </a:txBody>
                  <a:tcPr marL="45720" marR="45720" marT="9524" marB="0">
                    <a:solidFill>
                      <a:schemeClr val="bg1"/>
                    </a:solidFill>
                  </a:tcPr>
                </a:tc>
                <a:tc>
                  <a:txBody>
                    <a:bodyPr/>
                    <a:lstStyle/>
                    <a:p>
                      <a:pPr marL="0" lvl="0" indent="0" algn="l">
                        <a:lnSpc>
                          <a:spcPct val="100000"/>
                        </a:lnSpc>
                        <a:spcBef>
                          <a:spcPts val="0"/>
                        </a:spcBef>
                        <a:spcAft>
                          <a:spcPts val="0"/>
                        </a:spcAft>
                        <a:buNone/>
                      </a:pPr>
                      <a:r>
                        <a:rPr lang="en-US" sz="1050">
                          <a:latin typeface="+mn-lt"/>
                        </a:rPr>
                        <a:t>Digitally engaged customers currently have to wait in line to pick up scripts.  Creating a mobile check in option for customers with issue-free scripts in the waiting bin will allow to them bypass the line for a quick mobile pickup, reducing wait times for these customers</a:t>
                      </a:r>
                    </a:p>
                  </a:txBody>
                  <a:tcPr marL="45720" marR="45720">
                    <a:solidFill>
                      <a:schemeClr val="bg1"/>
                    </a:solidFill>
                  </a:tcPr>
                </a:tc>
                <a:tc>
                  <a:txBody>
                    <a:bodyPr/>
                    <a:lstStyle/>
                    <a:p>
                      <a:pPr marL="0" lvl="0" indent="0" algn="l">
                        <a:buNone/>
                      </a:pPr>
                      <a:r>
                        <a:rPr lang="en-US" sz="1050" kern="1200">
                          <a:solidFill>
                            <a:schemeClr val="tx1"/>
                          </a:solidFill>
                          <a:effectLst/>
                          <a:latin typeface="+mn-lt"/>
                          <a:ea typeface="+mn-ea"/>
                          <a:cs typeface="+mn-cs"/>
                        </a:rPr>
                        <a:t>Lean Team</a:t>
                      </a:r>
                      <a:endParaRPr kumimoji="0" lang="en-US" sz="1050" kern="1200">
                        <a:solidFill>
                          <a:schemeClr val="tx1"/>
                        </a:solidFill>
                        <a:effectLst/>
                        <a:latin typeface="+mn-lt"/>
                        <a:ea typeface="+mn-ea"/>
                        <a:cs typeface="+mn-cs"/>
                      </a:endParaRPr>
                    </a:p>
                  </a:txBody>
                  <a:tcPr marL="45720" marR="45720">
                    <a:solidFill>
                      <a:schemeClr val="bg1"/>
                    </a:solidFill>
                  </a:tcPr>
                </a:tc>
                <a:extLst>
                  <a:ext uri="{0D108BD9-81ED-4DB2-BD59-A6C34878D82A}">
                    <a16:rowId xmlns:a16="http://schemas.microsoft.com/office/drawing/2014/main" val="2487296893"/>
                  </a:ext>
                </a:extLst>
              </a:tr>
              <a:tr h="358752">
                <a:tc>
                  <a:txBody>
                    <a:bodyPr/>
                    <a:lstStyle/>
                    <a:p>
                      <a:pPr marL="0" marR="0" lvl="0" indent="0" algn="l">
                        <a:lnSpc>
                          <a:spcPct val="100000"/>
                        </a:lnSpc>
                        <a:spcBef>
                          <a:spcPts val="0"/>
                        </a:spcBef>
                        <a:spcAft>
                          <a:spcPts val="0"/>
                        </a:spcAft>
                        <a:buNone/>
                      </a:pPr>
                      <a:r>
                        <a:rPr lang="en-US" sz="1050" b="1" i="0" u="none" strike="noStrike" noProof="0"/>
                        <a:t>Out of Stock Action Note resolution via chat</a:t>
                      </a:r>
                      <a:endParaRPr lang="en-US"/>
                    </a:p>
                  </a:txBody>
                  <a:tcPr marL="45720" marR="45720" marT="45684" marB="45684" anchor="ctr">
                    <a:solidFill>
                      <a:schemeClr val="bg1"/>
                    </a:solidFill>
                  </a:tcPr>
                </a:tc>
                <a:tc>
                  <a:txBody>
                    <a:bodyPr/>
                    <a:lstStyle/>
                    <a:p>
                      <a:pPr lvl="0" indent="0" algn="l">
                        <a:buNone/>
                      </a:pPr>
                      <a:r>
                        <a:rPr lang="en-US" sz="1200" b="1" i="0" u="sng" strike="noStrike">
                          <a:solidFill>
                            <a:srgbClr val="0563C1"/>
                          </a:solidFill>
                          <a:effectLst/>
                          <a:latin typeface="CVS Health Sans"/>
                        </a:rPr>
                        <a:t>F126194 </a:t>
                      </a:r>
                      <a:r>
                        <a:rPr lang="en-US" sz="1200" b="0" i="0" u="none" strike="noStrike" noProof="0">
                          <a:effectLst/>
                        </a:rPr>
                        <a:t>Test Chat entry via OOS AN to new </a:t>
                      </a:r>
                      <a:r>
                        <a:rPr lang="en-US" sz="1200" b="0" i="0" u="none" strike="noStrike" noProof="0" err="1">
                          <a:effectLst/>
                        </a:rPr>
                        <a:t>RxOR</a:t>
                      </a:r>
                      <a:r>
                        <a:rPr lang="en-US" sz="1200" b="0" i="0" u="none" strike="noStrike" noProof="0">
                          <a:effectLst/>
                        </a:rPr>
                        <a:t> page</a:t>
                      </a:r>
                      <a:endParaRPr lang="en-US"/>
                    </a:p>
                  </a:txBody>
                  <a:tcPr marL="45720" marR="45720" marT="9524" marB="0" anchor="ctr">
                    <a:solidFill>
                      <a:schemeClr val="bg1"/>
                    </a:solidFill>
                  </a:tcPr>
                </a:tc>
                <a:tc>
                  <a:txBody>
                    <a:bodyPr/>
                    <a:lstStyle/>
                    <a:p>
                      <a:pPr marL="0" lvl="0" indent="0" algn="l">
                        <a:buFont typeface="Arial" panose="020B0604020202020204" pitchFamily="34" charset="0"/>
                        <a:buNone/>
                      </a:pPr>
                      <a:r>
                        <a:rPr lang="en-US" sz="1050"/>
                        <a:t>Key Results</a:t>
                      </a:r>
                      <a:endParaRPr lang="en-US"/>
                    </a:p>
                    <a:p>
                      <a:pPr marL="171450" lvl="0" indent="0" algn="l">
                        <a:buFont typeface="Arial" panose="020B0604020202020204" pitchFamily="34" charset="0"/>
                        <a:buChar char="•"/>
                      </a:pPr>
                      <a:r>
                        <a:rPr lang="en-US" sz="1050"/>
                        <a:t>Reduction in calls to store</a:t>
                      </a:r>
                      <a:endParaRPr lang="en-US"/>
                    </a:p>
                    <a:p>
                      <a:pPr marL="171450" lvl="0" indent="0" algn="l">
                        <a:buFont typeface="Arial" panose="020B0604020202020204" pitchFamily="34" charset="0"/>
                        <a:buChar char="•"/>
                      </a:pPr>
                      <a:r>
                        <a:rPr lang="en-US" sz="1050"/>
                        <a:t>Customer engagement with chat</a:t>
                      </a:r>
                      <a:endParaRPr lang="en-US"/>
                    </a:p>
                    <a:p>
                      <a:pPr marL="171450" lvl="0" indent="0" algn="l">
                        <a:buFont typeface="Arial" panose="020B0604020202020204" pitchFamily="34" charset="0"/>
                        <a:buChar char="•"/>
                      </a:pPr>
                      <a:endParaRPr lang="en-US" sz="1050"/>
                    </a:p>
                  </a:txBody>
                  <a:tcPr marL="45720" marR="45720" marT="9524" marB="0">
                    <a:solidFill>
                      <a:schemeClr val="bg1"/>
                    </a:solidFill>
                  </a:tcPr>
                </a:tc>
                <a:tc>
                  <a:txBody>
                    <a:bodyPr/>
                    <a:lstStyle/>
                    <a:p>
                      <a:pPr marL="0" marR="0" lvl="0" indent="0" algn="l">
                        <a:lnSpc>
                          <a:spcPct val="100000"/>
                        </a:lnSpc>
                        <a:spcBef>
                          <a:spcPts val="0"/>
                        </a:spcBef>
                        <a:spcAft>
                          <a:spcPts val="0"/>
                        </a:spcAft>
                        <a:buNone/>
                      </a:pPr>
                      <a:r>
                        <a:rPr lang="en-US" sz="1050">
                          <a:latin typeface="+mn-lt"/>
                        </a:rPr>
                        <a:t>Customers receiving a notification that a prescription is out of stock currently must call the store if they need it filled immediately.  Providing a chat option to address this fill issue with prevent calls to the store and provide a self-service option for customer issue resolution.</a:t>
                      </a:r>
                      <a:endParaRPr lang="en-US"/>
                    </a:p>
                  </a:txBody>
                  <a:tcPr marL="45720" marR="45720">
                    <a:solidFill>
                      <a:schemeClr val="bg1"/>
                    </a:solidFill>
                  </a:tcPr>
                </a:tc>
                <a:tc>
                  <a:txBody>
                    <a:bodyPr/>
                    <a:lstStyle/>
                    <a:p>
                      <a:pPr marL="0" lvl="0" indent="0" algn="l">
                        <a:buFont typeface="Arial" panose="020B0604020202020204" pitchFamily="34" charset="0"/>
                        <a:buNone/>
                      </a:pPr>
                      <a:r>
                        <a:rPr lang="en-US" sz="1050" kern="1200">
                          <a:solidFill>
                            <a:schemeClr val="tx1"/>
                          </a:solidFill>
                          <a:effectLst/>
                          <a:latin typeface="+mn-lt"/>
                          <a:ea typeface="+mn-ea"/>
                          <a:cs typeface="+mn-cs"/>
                        </a:rPr>
                        <a:t>Lean Team</a:t>
                      </a:r>
                      <a:endParaRPr kumimoji="0" lang="en-US"/>
                    </a:p>
                  </a:txBody>
                  <a:tcPr marL="45720" marR="45720">
                    <a:solidFill>
                      <a:schemeClr val="bg1"/>
                    </a:solidFill>
                  </a:tcPr>
                </a:tc>
                <a:extLst>
                  <a:ext uri="{0D108BD9-81ED-4DB2-BD59-A6C34878D82A}">
                    <a16:rowId xmlns:a16="http://schemas.microsoft.com/office/drawing/2014/main" val="3170231927"/>
                  </a:ext>
                </a:extLst>
              </a:tr>
              <a:tr h="358753">
                <a:tc>
                  <a:txBody>
                    <a:bodyPr/>
                    <a:lstStyle/>
                    <a:p>
                      <a:pPr marL="0" marR="0" lvl="0" indent="0" algn="l">
                        <a:lnSpc>
                          <a:spcPct val="100000"/>
                        </a:lnSpc>
                        <a:spcBef>
                          <a:spcPts val="0"/>
                        </a:spcBef>
                        <a:spcAft>
                          <a:spcPts val="0"/>
                        </a:spcAft>
                        <a:buNone/>
                      </a:pPr>
                      <a:r>
                        <a:rPr lang="en-US" sz="1050" b="1" i="0" u="none" strike="noStrike" noProof="0"/>
                        <a:t>Create entry points to add card on file for streamlined transaction at pickup</a:t>
                      </a:r>
                    </a:p>
                  </a:txBody>
                  <a:tcPr marL="45720" marR="45720" marT="45684" marB="45684" anchor="ctr">
                    <a:solidFill>
                      <a:schemeClr val="bg1"/>
                    </a:solidFill>
                  </a:tcPr>
                </a:tc>
                <a:tc>
                  <a:txBody>
                    <a:bodyPr/>
                    <a:lstStyle/>
                    <a:p>
                      <a:pPr lvl="0" indent="0" algn="l">
                        <a:buNone/>
                      </a:pPr>
                      <a:r>
                        <a:rPr lang="en-US" sz="1200" b="1" i="0" u="sng" strike="noStrike">
                          <a:solidFill>
                            <a:srgbClr val="0563C1"/>
                          </a:solidFill>
                          <a:effectLst/>
                          <a:latin typeface="CVS Health Sans"/>
                        </a:rPr>
                        <a:t>F126238 </a:t>
                      </a:r>
                      <a:r>
                        <a:rPr lang="en-US" sz="1200" b="0" i="0" u="none" strike="noStrike" noProof="0">
                          <a:effectLst/>
                        </a:rPr>
                        <a:t>Add Card on File Entry Point - RxOR page</a:t>
                      </a:r>
                    </a:p>
                  </a:txBody>
                  <a:tcPr marL="45720" marR="45720">
                    <a:solidFill>
                      <a:schemeClr val="bg1"/>
                    </a:solidFill>
                  </a:tcPr>
                </a:tc>
                <a:tc>
                  <a:txBody>
                    <a:bodyPr/>
                    <a:lstStyle/>
                    <a:p>
                      <a:pPr marL="0" lvl="0" indent="0" algn="l">
                        <a:buFont typeface="Arial" panose="020B0604020202020204" pitchFamily="34" charset="0"/>
                        <a:buNone/>
                      </a:pPr>
                      <a:r>
                        <a:rPr lang="en-US" sz="1050"/>
                        <a:t>Key Results</a:t>
                      </a:r>
                      <a:endParaRPr lang="en-US"/>
                    </a:p>
                    <a:p>
                      <a:pPr marL="171450" lvl="0" indent="0" algn="l">
                        <a:buFont typeface="Arial" panose="020B0604020202020204" pitchFamily="34" charset="0"/>
                        <a:buChar char="•"/>
                      </a:pPr>
                      <a:r>
                        <a:rPr lang="en-US" sz="1050"/>
                        <a:t>Reduce transaction time</a:t>
                      </a:r>
                    </a:p>
                    <a:p>
                      <a:pPr marL="171450" lvl="0" indent="0" algn="l">
                        <a:buFont typeface="Arial" panose="020B0604020202020204" pitchFamily="34" charset="0"/>
                        <a:buChar char="•"/>
                      </a:pPr>
                      <a:r>
                        <a:rPr lang="en-US" sz="1050"/>
                        <a:t>Increase percentage of customers with card on file</a:t>
                      </a:r>
                    </a:p>
                  </a:txBody>
                  <a:tcPr marL="45720" marR="45720">
                    <a:solidFill>
                      <a:schemeClr val="bg1"/>
                    </a:solidFill>
                  </a:tcPr>
                </a:tc>
                <a:tc>
                  <a:txBody>
                    <a:bodyPr/>
                    <a:lstStyle/>
                    <a:p>
                      <a:pPr marL="0" marR="0" lvl="0" indent="0" algn="l">
                        <a:lnSpc>
                          <a:spcPct val="100000"/>
                        </a:lnSpc>
                        <a:spcBef>
                          <a:spcPts val="0"/>
                        </a:spcBef>
                        <a:spcAft>
                          <a:spcPts val="0"/>
                        </a:spcAft>
                        <a:buNone/>
                      </a:pPr>
                      <a:r>
                        <a:rPr lang="en-US" sz="1050">
                          <a:latin typeface="+mn-lt"/>
                        </a:rPr>
                        <a:t>Customers are currently required to provide a physical payment method at every Rx pickup.  Adding a card on file will allow colleagues to charge against that card at every pickup without the customer needing to swipe a card.</a:t>
                      </a:r>
                    </a:p>
                  </a:txBody>
                  <a:tcPr marL="45720" marR="45720">
                    <a:solidFill>
                      <a:schemeClr val="bg1"/>
                    </a:solidFill>
                  </a:tcPr>
                </a:tc>
                <a:tc>
                  <a:txBody>
                    <a:bodyPr/>
                    <a:lstStyle/>
                    <a:p>
                      <a:pPr marL="0" lvl="0" indent="0" algn="l">
                        <a:buFont typeface="Arial" panose="020B0604020202020204" pitchFamily="34" charset="0"/>
                        <a:buNone/>
                      </a:pPr>
                      <a:r>
                        <a:rPr lang="en-US" sz="1050" kern="1200">
                          <a:solidFill>
                            <a:schemeClr val="tx1"/>
                          </a:solidFill>
                          <a:effectLst/>
                          <a:latin typeface="+mn-lt"/>
                          <a:ea typeface="+mn-ea"/>
                          <a:cs typeface="+mn-cs"/>
                        </a:rPr>
                        <a:t>Lean Team</a:t>
                      </a:r>
                      <a:endParaRPr kumimoji="0" lang="en-US"/>
                    </a:p>
                  </a:txBody>
                  <a:tcPr marL="45720" marR="45720">
                    <a:solidFill>
                      <a:schemeClr val="bg1"/>
                    </a:solidFill>
                  </a:tcPr>
                </a:tc>
                <a:extLst>
                  <a:ext uri="{0D108BD9-81ED-4DB2-BD59-A6C34878D82A}">
                    <a16:rowId xmlns:a16="http://schemas.microsoft.com/office/drawing/2014/main" val="4207553854"/>
                  </a:ext>
                </a:extLst>
              </a:tr>
            </a:tbl>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64655" y="259089"/>
            <a:ext cx="6096000" cy="369332"/>
          </a:xfrm>
          <a:prstGeom prst="rect">
            <a:avLst/>
          </a:prstGeom>
          <a:noFill/>
        </p:spPr>
        <p:txBody>
          <a:bodyPr wrap="square" lIns="91440" tIns="45720" rIns="91440" bIns="45720" anchor="t">
            <a:spAutoFit/>
          </a:bodyPr>
          <a:lstStyle/>
          <a:p>
            <a:r>
              <a:rPr lang="en-US"/>
              <a:t>Omni DESE</a:t>
            </a:r>
          </a:p>
        </p:txBody>
      </p:sp>
    </p:spTree>
    <p:extLst>
      <p:ext uri="{BB962C8B-B14F-4D97-AF65-F5344CB8AC3E}">
        <p14:creationId xmlns:p14="http://schemas.microsoft.com/office/powerpoint/2010/main" val="3863672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7C533F88-B3B1-447C-AAC5-2BA36989CDD6}"/>
              </a:ext>
            </a:extLst>
          </p:cNvPr>
          <p:cNvGraphicFramePr>
            <a:graphicFrameLocks noGrp="1"/>
          </p:cNvGraphicFramePr>
          <p:nvPr>
            <p:extLst>
              <p:ext uri="{D42A27DB-BD31-4B8C-83A1-F6EECF244321}">
                <p14:modId xmlns:p14="http://schemas.microsoft.com/office/powerpoint/2010/main" val="1795373437"/>
              </p:ext>
            </p:extLst>
          </p:nvPr>
        </p:nvGraphicFramePr>
        <p:xfrm>
          <a:off x="381000" y="795447"/>
          <a:ext cx="11557763" cy="4785360"/>
        </p:xfrm>
        <a:graphic>
          <a:graphicData uri="http://schemas.openxmlformats.org/drawingml/2006/table">
            <a:tbl>
              <a:tblPr firstRow="1" bandRow="1">
                <a:tableStyleId>{5940675A-B579-460E-94D1-54222C63F5DA}</a:tableStyleId>
              </a:tblPr>
              <a:tblGrid>
                <a:gridCol w="3748903">
                  <a:extLst>
                    <a:ext uri="{9D8B030D-6E8A-4147-A177-3AD203B41FA5}">
                      <a16:colId xmlns:a16="http://schemas.microsoft.com/office/drawing/2014/main" val="1520153134"/>
                    </a:ext>
                  </a:extLst>
                </a:gridCol>
                <a:gridCol w="1046898">
                  <a:extLst>
                    <a:ext uri="{9D8B030D-6E8A-4147-A177-3AD203B41FA5}">
                      <a16:colId xmlns:a16="http://schemas.microsoft.com/office/drawing/2014/main" val="3812438193"/>
                    </a:ext>
                  </a:extLst>
                </a:gridCol>
                <a:gridCol w="1420790">
                  <a:extLst>
                    <a:ext uri="{9D8B030D-6E8A-4147-A177-3AD203B41FA5}">
                      <a16:colId xmlns:a16="http://schemas.microsoft.com/office/drawing/2014/main" val="857316934"/>
                    </a:ext>
                  </a:extLst>
                </a:gridCol>
                <a:gridCol w="3327908">
                  <a:extLst>
                    <a:ext uri="{9D8B030D-6E8A-4147-A177-3AD203B41FA5}">
                      <a16:colId xmlns:a16="http://schemas.microsoft.com/office/drawing/2014/main" val="1824035722"/>
                    </a:ext>
                  </a:extLst>
                </a:gridCol>
                <a:gridCol w="2013264">
                  <a:extLst>
                    <a:ext uri="{9D8B030D-6E8A-4147-A177-3AD203B41FA5}">
                      <a16:colId xmlns:a16="http://schemas.microsoft.com/office/drawing/2014/main" val="549930053"/>
                    </a:ext>
                  </a:extLst>
                </a:gridCol>
              </a:tblGrid>
              <a:tr h="293227">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PI4 Work Candidate(s)</a:t>
                      </a:r>
                    </a:p>
                  </a:txBody>
                  <a:tcPr>
                    <a:solidFill>
                      <a:schemeClr val="accent4">
                        <a:lumMod val="50000"/>
                      </a:schemeClr>
                    </a:solidFill>
                  </a:tcPr>
                </a:tc>
                <a:tc>
                  <a:txBody>
                    <a:bodyPr/>
                    <a:lstStyle/>
                    <a:p>
                      <a:pPr marL="0" algn="l" rtl="0" eaLnBrk="1" fontAlgn="b" latinLnBrk="0" hangingPunct="1"/>
                      <a:r>
                        <a:rPr lang="en-US" sz="1300" b="1" i="0" u="none" strike="noStrike" kern="1200">
                          <a:solidFill>
                            <a:schemeClr val="bg1"/>
                          </a:solidFill>
                          <a:effectLst/>
                          <a:latin typeface="+mn-lt"/>
                          <a:ea typeface="+mn-ea"/>
                          <a:cs typeface="Calibri"/>
                        </a:rPr>
                        <a:t>Rally Epic </a:t>
                      </a:r>
                      <a:endParaRPr lang="en-US" sz="1300" b="1" i="1" u="none" strike="noStrike" kern="1200">
                        <a:solidFill>
                          <a:schemeClr val="bg1"/>
                        </a:solidFill>
                        <a:effectLst/>
                        <a:latin typeface="+mn-lt"/>
                        <a:ea typeface="+mn-ea"/>
                        <a:cs typeface="Calibri"/>
                      </a:endParaRPr>
                    </a:p>
                  </a:txBody>
                  <a:tcPr>
                    <a:solidFill>
                      <a:schemeClr val="accent4">
                        <a:lumMod val="50000"/>
                      </a:schemeClr>
                    </a:solidFill>
                  </a:tcPr>
                </a:tc>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KPIs Targeted</a:t>
                      </a:r>
                    </a:p>
                  </a:txBody>
                  <a:tcPr>
                    <a:solidFill>
                      <a:schemeClr val="accent4">
                        <a:lumMod val="50000"/>
                      </a:schemeClr>
                    </a:solidFill>
                  </a:tcPr>
                </a:tc>
                <a:tc>
                  <a:txBody>
                    <a:bodyPr/>
                    <a:lstStyle/>
                    <a:p>
                      <a:pPr marL="0" algn="l" defTabSz="457200" rtl="0" eaLnBrk="1" fontAlgn="b" latinLnBrk="0" hangingPunct="1"/>
                      <a:r>
                        <a:rPr lang="en-US" sz="1300" b="1" i="0" u="none" strike="noStrike" kern="1200">
                          <a:solidFill>
                            <a:schemeClr val="bg1"/>
                          </a:solidFill>
                          <a:effectLst/>
                          <a:latin typeface="+mn-lt"/>
                          <a:ea typeface="+mn-ea"/>
                          <a:cs typeface="Calibri"/>
                        </a:rPr>
                        <a:t>Customer problem being solved</a:t>
                      </a:r>
                    </a:p>
                    <a:p>
                      <a:pPr marL="0" marR="0" lvl="0" indent="0" algn="l" defTabSz="457200" rtl="0" eaLnBrk="1" fontAlgn="b" latinLnBrk="0" hangingPunct="1">
                        <a:lnSpc>
                          <a:spcPct val="100000"/>
                        </a:lnSpc>
                        <a:spcBef>
                          <a:spcPts val="0"/>
                        </a:spcBef>
                        <a:spcAft>
                          <a:spcPts val="0"/>
                        </a:spcAft>
                        <a:buClrTx/>
                        <a:buSzTx/>
                        <a:buFontTx/>
                        <a:buNone/>
                        <a:tabLst/>
                        <a:defRPr/>
                      </a:pPr>
                      <a:endParaRPr kumimoji="0" lang="en-US" sz="1300" b="1" i="1"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300" b="1" i="0" u="none" strike="noStrike" kern="1200" cap="none" spc="0" normalizeH="0" baseline="0" noProof="0">
                          <a:ln>
                            <a:noFill/>
                          </a:ln>
                          <a:solidFill>
                            <a:schemeClr val="bg1"/>
                          </a:solidFill>
                          <a:effectLst/>
                          <a:uLnTx/>
                          <a:uFillTx/>
                          <a:latin typeface="+mn-lt"/>
                          <a:ea typeface="+mn-ea"/>
                          <a:cs typeface="Calibri"/>
                        </a:rPr>
                        <a:t>Primary Train(s) </a:t>
                      </a:r>
                      <a:r>
                        <a:rPr lang="en-US" sz="1300" b="1" i="0" u="none" strike="noStrike" kern="1200" cap="none" spc="0" normalizeH="0" baseline="0" noProof="0">
                          <a:ln>
                            <a:noFill/>
                          </a:ln>
                          <a:solidFill>
                            <a:schemeClr val="bg1"/>
                          </a:solidFill>
                          <a:effectLst/>
                          <a:uLnTx/>
                          <a:uFillTx/>
                          <a:latin typeface="+mn-lt"/>
                          <a:ea typeface="+mn-ea"/>
                          <a:cs typeface="Calibri"/>
                        </a:rPr>
                        <a:t>/ Impacted Apps</a:t>
                      </a:r>
                      <a:endParaRPr kumimoji="0" lang="en-US" sz="13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4">
                        <a:lumMod val="50000"/>
                      </a:schemeClr>
                    </a:solidFill>
                  </a:tcPr>
                </a:tc>
                <a:extLst>
                  <a:ext uri="{0D108BD9-81ED-4DB2-BD59-A6C34878D82A}">
                    <a16:rowId xmlns:a16="http://schemas.microsoft.com/office/drawing/2014/main" val="3410991502"/>
                  </a:ext>
                </a:extLst>
              </a:tr>
              <a:tr h="439840">
                <a:tc>
                  <a:txBody>
                    <a:bodyPr/>
                    <a:lstStyle/>
                    <a:p>
                      <a:pPr marL="0" lvl="0" indent="0">
                        <a:buFont typeface="Arial" panose="020B0604020202020204" pitchFamily="34" charset="0"/>
                        <a:buNone/>
                      </a:pPr>
                      <a:r>
                        <a:rPr lang="en-US" sz="1050" b="1" kern="1200">
                          <a:solidFill>
                            <a:schemeClr val="tx1"/>
                          </a:solidFill>
                          <a:effectLst/>
                          <a:latin typeface="+mn-lt"/>
                          <a:ea typeface="+mn-ea"/>
                          <a:cs typeface="+mn-cs"/>
                        </a:rPr>
                        <a:t>RxReceived (RxR) Expansion and Optimization – </a:t>
                      </a:r>
                      <a:r>
                        <a:rPr lang="en-US" sz="1050" b="0" kern="1200">
                          <a:solidFill>
                            <a:schemeClr val="tx1"/>
                          </a:solidFill>
                          <a:effectLst/>
                          <a:latin typeface="+mn-lt"/>
                          <a:ea typeface="+mn-ea"/>
                          <a:cs typeface="+mn-cs"/>
                        </a:rPr>
                        <a:t>Channel Expansion for RxR (Fax, VM, Calls), Spanish translation, Send RxR SMS for qualifying action notes, Include Action Notes on landing page, Reduce excluded NDCs, rotational targeted NBAs, Scale R56 to chain</a:t>
                      </a:r>
                      <a:endParaRPr lang="en-US" sz="1050" b="1" kern="1200">
                        <a:solidFill>
                          <a:schemeClr val="tx1"/>
                        </a:solidFill>
                        <a:effectLst/>
                        <a:latin typeface="+mn-lt"/>
                        <a:ea typeface="+mn-ea"/>
                        <a:cs typeface="+mn-cs"/>
                      </a:endParaRPr>
                    </a:p>
                  </a:txBody>
                  <a:tcPr anchor="ctr">
                    <a:solidFill>
                      <a:schemeClr val="bg1"/>
                    </a:solidFill>
                  </a:tcPr>
                </a:tc>
                <a:tc>
                  <a:txBody>
                    <a:bodyPr/>
                    <a:lstStyle/>
                    <a:p>
                      <a:pPr lvl="0" algn="ctr">
                        <a:buNone/>
                      </a:pPr>
                      <a:r>
                        <a:rPr lang="en-US" sz="1050" b="0" i="0" u="sng" strike="noStrike" noProof="0">
                          <a:effectLst/>
                          <a:hlinkClick r:id="rId6"/>
                        </a:rPr>
                        <a:t>Proactive Order Status E12472</a:t>
                      </a:r>
                      <a:endParaRPr lang="en-US" b="0"/>
                    </a:p>
                  </a:txBody>
                  <a:tcPr marL="0" marR="0" marT="0" marB="0" anchor="ctr">
                    <a:solidFill>
                      <a:schemeClr val="bg1"/>
                    </a:solidFill>
                  </a:tcPr>
                </a:tc>
                <a:tc>
                  <a:txBody>
                    <a:bodyPr/>
                    <a:lstStyle/>
                    <a:p>
                      <a:pPr marL="0" lvl="0" indent="0">
                        <a:buFont typeface="Arial" panose="020B0604020202020204" pitchFamily="34" charset="0"/>
                        <a:buNone/>
                      </a:pPr>
                      <a:r>
                        <a:rPr lang="en-US" sz="1050"/>
                        <a:t>Capture additional ~1M </a:t>
                      </a:r>
                      <a:r>
                        <a:rPr lang="en-US" sz="1050" err="1"/>
                        <a:t>Rxs</a:t>
                      </a:r>
                      <a:r>
                        <a:rPr lang="en-US" sz="1050"/>
                        <a:t>/year</a:t>
                      </a:r>
                    </a:p>
                    <a:p>
                      <a:pPr marL="0" lvl="0" indent="0">
                        <a:buFont typeface="Arial" panose="020B0604020202020204" pitchFamily="34" charset="0"/>
                        <a:buNone/>
                      </a:pPr>
                      <a:r>
                        <a:rPr lang="en-US" sz="1050"/>
                        <a:t>Patient experience CSAT</a:t>
                      </a:r>
                    </a:p>
                  </a:txBody>
                  <a:tcPr anchor="c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0" i="0" u="none" strike="noStrike" kern="1200">
                          <a:solidFill>
                            <a:schemeClr val="tx1"/>
                          </a:solidFill>
                          <a:latin typeface="+mn-lt"/>
                          <a:ea typeface="+mn-ea"/>
                          <a:cs typeface="+mn-cs"/>
                        </a:rPr>
                        <a:t>Expand </a:t>
                      </a:r>
                      <a:r>
                        <a:rPr lang="en-US" sz="1050" b="0" i="0" u="none" strike="noStrike" kern="1200" err="1">
                          <a:solidFill>
                            <a:schemeClr val="tx1"/>
                          </a:solidFill>
                          <a:latin typeface="+mn-lt"/>
                          <a:ea typeface="+mn-ea"/>
                          <a:cs typeface="+mn-cs"/>
                        </a:rPr>
                        <a:t>RxR</a:t>
                      </a:r>
                      <a:r>
                        <a:rPr lang="en-US" sz="1050" b="0" i="0" u="none" strike="noStrike" kern="1200">
                          <a:solidFill>
                            <a:schemeClr val="tx1"/>
                          </a:solidFill>
                          <a:latin typeface="+mn-lt"/>
                          <a:ea typeface="+mn-ea"/>
                          <a:cs typeface="+mn-cs"/>
                        </a:rPr>
                        <a:t> reach</a:t>
                      </a:r>
                      <a:endParaRPr lang="en-US"/>
                    </a:p>
                    <a:p>
                      <a:pPr marL="171450" marR="0" lvl="0" indent="-171450" algn="l">
                        <a:lnSpc>
                          <a:spcPct val="100000"/>
                        </a:lnSpc>
                        <a:spcBef>
                          <a:spcPts val="0"/>
                        </a:spcBef>
                        <a:spcAft>
                          <a:spcPts val="0"/>
                        </a:spcAft>
                        <a:buClrTx/>
                        <a:buSzTx/>
                        <a:buFont typeface="Arial" panose="020B0604020202020204" pitchFamily="34" charset="0"/>
                        <a:buChar char="•"/>
                      </a:pPr>
                      <a:r>
                        <a:rPr lang="en-US" sz="1050" b="0" i="0" u="none" strike="noStrike" kern="1200">
                          <a:solidFill>
                            <a:schemeClr val="tx1"/>
                          </a:solidFill>
                          <a:latin typeface="+mn-lt"/>
                          <a:ea typeface="+mn-ea"/>
                          <a:cs typeface="+mn-cs"/>
                        </a:rPr>
                        <a:t>Improve patient experience with enhanced order status details</a:t>
                      </a:r>
                    </a:p>
                    <a:p>
                      <a:pPr marL="171450" marR="0" lvl="0" indent="-171450" algn="l">
                        <a:lnSpc>
                          <a:spcPct val="100000"/>
                        </a:lnSpc>
                        <a:spcBef>
                          <a:spcPts val="0"/>
                        </a:spcBef>
                        <a:spcAft>
                          <a:spcPts val="0"/>
                        </a:spcAft>
                        <a:buClr>
                          <a:srgbClr val="000000"/>
                        </a:buClr>
                        <a:buSzTx/>
                        <a:buFont typeface="Arial,Sans-Serif" panose="020B0604020202020204" pitchFamily="34" charset="0"/>
                        <a:buChar char="•"/>
                      </a:pPr>
                      <a:r>
                        <a:rPr lang="en-US" sz="1050" b="0" i="0" u="none" strike="noStrike" kern="1200" noProof="0">
                          <a:latin typeface="CVS Health Sans"/>
                        </a:rPr>
                        <a:t>Better manage patient expectations by providing patient the ability to track in process or delayed scripts with action notes information</a:t>
                      </a:r>
                      <a:endParaRPr lang="en-US" sz="1050" b="0" i="0" u="none" strike="noStrike" kern="1200" noProof="0"/>
                    </a:p>
                    <a:p>
                      <a:pPr marL="171450" marR="0" lvl="0" indent="-171450" algn="l">
                        <a:lnSpc>
                          <a:spcPct val="100000"/>
                        </a:lnSpc>
                        <a:spcBef>
                          <a:spcPts val="0"/>
                        </a:spcBef>
                        <a:spcAft>
                          <a:spcPts val="0"/>
                        </a:spcAft>
                        <a:buClrTx/>
                        <a:buSzTx/>
                        <a:buFont typeface="Arial" panose="020B0604020202020204" pitchFamily="34" charset="0"/>
                        <a:buChar char="•"/>
                      </a:pPr>
                      <a:endParaRPr lang="en-US" sz="1050" b="0" i="0" u="none" strike="noStrike" kern="1200">
                        <a:solidFill>
                          <a:schemeClr val="tx1"/>
                        </a:solidFill>
                        <a:latin typeface="+mn-lt"/>
                        <a:ea typeface="+mn-ea"/>
                        <a:cs typeface="+mn-cs"/>
                      </a:endParaRPr>
                    </a:p>
                  </a:txBody>
                  <a:tcPr anchor="ct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Lean Team / Tests only in PI1. ART impacts TBD likely to include RxT, MYP, PE</a:t>
                      </a:r>
                      <a:endParaRPr lang="en-US"/>
                    </a:p>
                  </a:txBody>
                  <a:tcPr anchor="ctr">
                    <a:solidFill>
                      <a:schemeClr val="bg1"/>
                    </a:solidFill>
                  </a:tcPr>
                </a:tc>
                <a:extLst>
                  <a:ext uri="{0D108BD9-81ED-4DB2-BD59-A6C34878D82A}">
                    <a16:rowId xmlns:a16="http://schemas.microsoft.com/office/drawing/2014/main" val="4049562333"/>
                  </a:ext>
                </a:extLst>
              </a:tr>
              <a:tr h="449126">
                <a:tc>
                  <a:txBody>
                    <a:bodyPr/>
                    <a:lstStyle/>
                    <a:p>
                      <a:pPr marL="0" lvl="0" indent="0" algn="l">
                        <a:lnSpc>
                          <a:spcPct val="100000"/>
                        </a:lnSpc>
                        <a:spcBef>
                          <a:spcPts val="0"/>
                        </a:spcBef>
                        <a:spcAft>
                          <a:spcPts val="0"/>
                        </a:spcAft>
                        <a:buNone/>
                      </a:pPr>
                      <a:r>
                        <a:rPr lang="en-US" sz="1050" b="1" kern="1200">
                          <a:solidFill>
                            <a:schemeClr val="tx1"/>
                          </a:solidFill>
                          <a:effectLst/>
                          <a:latin typeface="+mn-lt"/>
                          <a:ea typeface="+mn-ea"/>
                          <a:cs typeface="+mn-cs"/>
                        </a:rPr>
                        <a:t>Rx Order Ready (RxOR) Scaling and Optimization – </a:t>
                      </a:r>
                      <a:r>
                        <a:rPr lang="en-US" sz="1050" b="0" kern="1200">
                          <a:solidFill>
                            <a:schemeClr val="tx1"/>
                          </a:solidFill>
                          <a:effectLst/>
                          <a:latin typeface="+mn-lt"/>
                          <a:ea typeface="+mn-ea"/>
                          <a:cs typeface="+mn-cs"/>
                        </a:rPr>
                        <a:t>Include Action Notes, Scale delivery enablement and prepay pick up, enable sign in, COVID test kits NBA, card on file, and other enhancements</a:t>
                      </a:r>
                      <a:endParaRPr lang="en-US" sz="1050" b="1" kern="1200">
                        <a:solidFill>
                          <a:schemeClr val="tx1"/>
                        </a:solidFill>
                        <a:effectLst/>
                        <a:latin typeface="+mn-lt"/>
                        <a:ea typeface="+mn-ea"/>
                        <a:cs typeface="+mn-cs"/>
                      </a:endParaRPr>
                    </a:p>
                  </a:txBody>
                  <a:tcPr anchor="ctr">
                    <a:solidFill>
                      <a:schemeClr val="bg1"/>
                    </a:solidFill>
                  </a:tcPr>
                </a:tc>
                <a:tc>
                  <a:txBody>
                    <a:bodyPr/>
                    <a:lstStyle/>
                    <a:p>
                      <a:pPr lvl="0" algn="ctr">
                        <a:buNone/>
                      </a:pPr>
                      <a:r>
                        <a:rPr lang="en-US" sz="1050" b="0" i="0" u="sng" strike="noStrike" noProof="0">
                          <a:effectLst/>
                          <a:latin typeface="CVS Health Sans"/>
                          <a:hlinkClick r:id="rId6"/>
                        </a:rPr>
                        <a:t>Proactive Order Status E12472</a:t>
                      </a:r>
                      <a:endParaRPr lang="en-US"/>
                    </a:p>
                  </a:txBody>
                  <a:tcPr marL="0" marR="0" marT="0" marB="0" anchor="ctr">
                    <a:solidFill>
                      <a:schemeClr val="bg1"/>
                    </a:solidFill>
                  </a:tcPr>
                </a:tc>
                <a:tc>
                  <a:txBody>
                    <a:bodyPr/>
                    <a:lstStyle/>
                    <a:p>
                      <a:pPr marL="0" lvl="0" indent="0">
                        <a:buNone/>
                      </a:pPr>
                      <a:r>
                        <a:rPr lang="en-US" sz="1050" kern="1200" noProof="0">
                          <a:solidFill>
                            <a:schemeClr val="tx1"/>
                          </a:solidFill>
                          <a:effectLst/>
                          <a:latin typeface="+mn-lt"/>
                          <a:ea typeface="+mn-ea"/>
                          <a:cs typeface="+mn-cs"/>
                        </a:rPr>
                        <a:t>Digital engagement</a:t>
                      </a:r>
                    </a:p>
                    <a:p>
                      <a:pPr marL="0" lvl="0" indent="0">
                        <a:buNone/>
                      </a:pPr>
                      <a:endParaRPr lang="en-US" sz="1050" kern="1200" noProof="0">
                        <a:solidFill>
                          <a:schemeClr val="tx1"/>
                        </a:solidFill>
                        <a:effectLst/>
                        <a:latin typeface="+mn-lt"/>
                        <a:ea typeface="+mn-ea"/>
                        <a:cs typeface="+mn-cs"/>
                      </a:endParaRPr>
                    </a:p>
                  </a:txBody>
                  <a:tcPr anchor="ctr">
                    <a:solidFill>
                      <a:schemeClr val="bg1"/>
                    </a:solidFill>
                  </a:tcPr>
                </a:tc>
                <a:tc>
                  <a:txBody>
                    <a:bodyPr/>
                    <a:lstStyle/>
                    <a:p>
                      <a:pPr marL="171450" lvl="0" indent="-171450">
                        <a:buFont typeface="Arial"/>
                        <a:buChar char="•"/>
                      </a:pPr>
                      <a:r>
                        <a:rPr lang="en-US" sz="1050" kern="1200">
                          <a:solidFill>
                            <a:schemeClr val="tx1"/>
                          </a:solidFill>
                          <a:effectLst/>
                          <a:latin typeface="+mn-lt"/>
                          <a:ea typeface="+mn-ea"/>
                          <a:cs typeface="+mn-cs"/>
                        </a:rPr>
                        <a:t>Provide enhanced order ready, order pickup and delivery experience to patients</a:t>
                      </a:r>
                    </a:p>
                  </a:txBody>
                  <a:tcPr anchor="ctr">
                    <a:solidFill>
                      <a:schemeClr val="bg1"/>
                    </a:solidFill>
                  </a:tcPr>
                </a:tc>
                <a:tc>
                  <a:txBody>
                    <a:bodyPr/>
                    <a:lstStyle/>
                    <a:p>
                      <a:pPr marL="0" lvl="0" indent="0">
                        <a:buNone/>
                      </a:pPr>
                      <a:r>
                        <a:rPr lang="en-US" sz="1050" b="0" i="0" u="none" strike="noStrike" kern="1200" noProof="0">
                          <a:solidFill>
                            <a:schemeClr val="tx1"/>
                          </a:solidFill>
                          <a:effectLst/>
                          <a:latin typeface="+mn-lt"/>
                        </a:rPr>
                        <a:t>Lean Team / Tests only in PI1. ART impacts TBD likely to include PE, </a:t>
                      </a:r>
                      <a:r>
                        <a:rPr lang="en-US" sz="1050" b="0" i="0" u="none" strike="noStrike" kern="1200" noProof="0" err="1">
                          <a:solidFill>
                            <a:schemeClr val="tx1"/>
                          </a:solidFill>
                          <a:effectLst/>
                          <a:latin typeface="+mn-lt"/>
                        </a:rPr>
                        <a:t>CnC</a:t>
                      </a:r>
                      <a:endParaRPr lang="en-US" sz="1050"/>
                    </a:p>
                  </a:txBody>
                  <a:tcPr anchor="ctr">
                    <a:solidFill>
                      <a:schemeClr val="bg1"/>
                    </a:solidFill>
                  </a:tcPr>
                </a:tc>
                <a:extLst>
                  <a:ext uri="{0D108BD9-81ED-4DB2-BD59-A6C34878D82A}">
                    <a16:rowId xmlns:a16="http://schemas.microsoft.com/office/drawing/2014/main" val="2887632692"/>
                  </a:ext>
                </a:extLst>
              </a:tr>
              <a:tr h="449126">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50" b="1" kern="1200">
                          <a:solidFill>
                            <a:schemeClr val="tx1"/>
                          </a:solidFill>
                          <a:effectLst/>
                          <a:latin typeface="+mn-lt"/>
                          <a:ea typeface="+mn-ea"/>
                          <a:cs typeface="+mn-cs"/>
                        </a:rPr>
                        <a:t>Chat test cohorts - </a:t>
                      </a:r>
                      <a:r>
                        <a:rPr lang="en-US" sz="1050" b="0" kern="1200">
                          <a:solidFill>
                            <a:schemeClr val="tx1"/>
                          </a:solidFill>
                          <a:effectLst/>
                          <a:latin typeface="+mn-lt"/>
                          <a:ea typeface="+mn-ea"/>
                          <a:cs typeface="+mn-cs"/>
                        </a:rPr>
                        <a:t>Add chat entry point to Out of Stock action note to evaluate chat as a precursor to self-service tools. Build and test chat platform for converting IVR to chat experience for refills. </a:t>
                      </a:r>
                      <a:endParaRPr lang="en-US" sz="1050" b="1" kern="1200">
                        <a:solidFill>
                          <a:schemeClr val="tx1"/>
                        </a:solidFill>
                        <a:effectLst/>
                        <a:latin typeface="+mn-lt"/>
                        <a:ea typeface="+mn-ea"/>
                        <a:cs typeface="+mn-cs"/>
                      </a:endParaRPr>
                    </a:p>
                  </a:txBody>
                  <a:tcPr anchor="ctr">
                    <a:solidFill>
                      <a:schemeClr val="bg1"/>
                    </a:solidFill>
                  </a:tcPr>
                </a:tc>
                <a:tc>
                  <a:txBody>
                    <a:bodyPr/>
                    <a:lstStyle/>
                    <a:p>
                      <a:pPr lvl="0" algn="ctr">
                        <a:buNone/>
                      </a:pPr>
                      <a:r>
                        <a:rPr lang="en-US" sz="1050" b="0" i="0" u="none" strike="noStrike" noProof="0">
                          <a:effectLst/>
                          <a:hlinkClick r:id="rId7"/>
                        </a:rPr>
                        <a:t>Omni Chat LP E14699</a:t>
                      </a:r>
                      <a:endParaRPr lang="en-US" b="0"/>
                    </a:p>
                  </a:txBody>
                  <a:tcPr marL="0" marR="0" marT="0" marB="0" anchor="ctr">
                    <a:solidFill>
                      <a:schemeClr val="bg1"/>
                    </a:solidFill>
                  </a:tcPr>
                </a:tc>
                <a:tc>
                  <a:txBody>
                    <a:bodyPr/>
                    <a:lstStyle/>
                    <a:p>
                      <a:pPr marL="0" indent="0">
                        <a:buFont typeface="Arial" panose="020B0604020202020204" pitchFamily="34" charset="0"/>
                        <a:buNone/>
                      </a:pPr>
                      <a:r>
                        <a:rPr lang="en-US" sz="1050" kern="1200" noProof="0">
                          <a:solidFill>
                            <a:schemeClr val="tx1"/>
                          </a:solidFill>
                          <a:effectLst/>
                          <a:latin typeface="+mn-lt"/>
                          <a:ea typeface="+mn-ea"/>
                          <a:cs typeface="+mn-cs"/>
                        </a:rPr>
                        <a:t>Call reduction</a:t>
                      </a:r>
                    </a:p>
                    <a:p>
                      <a:pPr marL="0" lvl="0" indent="0">
                        <a:buFont typeface="Arial" panose="020B0604020202020204" pitchFamily="34" charset="0"/>
                        <a:buNone/>
                      </a:pPr>
                      <a:r>
                        <a:rPr lang="en-US" sz="1050" kern="1200" noProof="0">
                          <a:solidFill>
                            <a:schemeClr val="tx1"/>
                          </a:solidFill>
                          <a:effectLst/>
                          <a:latin typeface="+mn-lt"/>
                          <a:ea typeface="+mn-ea"/>
                          <a:cs typeface="+mn-cs"/>
                        </a:rPr>
                        <a:t>Chat utilization</a:t>
                      </a:r>
                    </a:p>
                  </a:txBody>
                  <a:tcPr anchor="ctr">
                    <a:solidFill>
                      <a:schemeClr val="bg1"/>
                    </a:solidFill>
                  </a:tcPr>
                </a:tc>
                <a:tc>
                  <a:txBody>
                    <a:bodyPr/>
                    <a:lstStyle/>
                    <a:p>
                      <a:pPr marL="171450" indent="-171450">
                        <a:buFont typeface="Arial" panose="020B0604020202020204" pitchFamily="34" charset="0"/>
                        <a:buChar char="•"/>
                      </a:pPr>
                      <a:r>
                        <a:rPr lang="en-US" sz="1050" kern="1200">
                          <a:solidFill>
                            <a:schemeClr val="tx1"/>
                          </a:solidFill>
                          <a:effectLst/>
                          <a:latin typeface="+mn-lt"/>
                          <a:ea typeface="+mn-ea"/>
                          <a:cs typeface="+mn-cs"/>
                        </a:rPr>
                        <a:t>Offer opportunity to resolve action note issues with self service</a:t>
                      </a:r>
                    </a:p>
                    <a:p>
                      <a:pPr marL="171450" lvl="0" indent="-171450">
                        <a:buFont typeface="Arial" panose="020B0604020202020204" pitchFamily="34" charset="0"/>
                        <a:buChar char="•"/>
                      </a:pPr>
                      <a:r>
                        <a:rPr lang="en-US" sz="1050" kern="1200">
                          <a:solidFill>
                            <a:schemeClr val="tx1"/>
                          </a:solidFill>
                          <a:effectLst/>
                          <a:latin typeface="+mn-lt"/>
                          <a:ea typeface="+mn-ea"/>
                          <a:cs typeface="+mn-cs"/>
                        </a:rPr>
                        <a:t>Provide better experience by driving customers to chat and digital from other channels such as IVR</a:t>
                      </a:r>
                    </a:p>
                  </a:txBody>
                  <a:tcPr anchor="ctr">
                    <a:solidFill>
                      <a:schemeClr val="bg1"/>
                    </a:solidFill>
                  </a:tcPr>
                </a:tc>
                <a:tc>
                  <a:txBody>
                    <a:bodyPr/>
                    <a:lstStyle/>
                    <a:p>
                      <a:pPr marL="0" lvl="0" indent="0">
                        <a:buNone/>
                      </a:pPr>
                      <a:r>
                        <a:rPr lang="en-US" sz="1050" b="0" i="0" u="none" strike="noStrike" kern="1200" noProof="0">
                          <a:solidFill>
                            <a:schemeClr val="tx1"/>
                          </a:solidFill>
                          <a:effectLst/>
                          <a:latin typeface="+mn-lt"/>
                        </a:rPr>
                        <a:t>Lean Team / Tests primarily  in PI1.</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i="0" u="none" strike="noStrike" kern="1200" noProof="0">
                          <a:solidFill>
                            <a:schemeClr val="tx1"/>
                          </a:solidFill>
                          <a:effectLst/>
                          <a:latin typeface="+mn-lt"/>
                        </a:rPr>
                        <a:t>Epic level impacts / alignment w PE, B&amp;C</a:t>
                      </a:r>
                      <a:endParaRPr lang="en-US" sz="1050"/>
                    </a:p>
                  </a:txBody>
                  <a:tcPr anchor="ctr">
                    <a:solidFill>
                      <a:schemeClr val="bg1"/>
                    </a:solidFill>
                  </a:tcPr>
                </a:tc>
                <a:extLst>
                  <a:ext uri="{0D108BD9-81ED-4DB2-BD59-A6C34878D82A}">
                    <a16:rowId xmlns:a16="http://schemas.microsoft.com/office/drawing/2014/main" val="3636987214"/>
                  </a:ext>
                </a:extLst>
              </a:tr>
              <a:tr h="449126">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1050" b="1">
                          <a:latin typeface="+mn-lt"/>
                        </a:rPr>
                        <a:t>Native App and Push Notifications – </a:t>
                      </a:r>
                      <a:r>
                        <a:rPr lang="en-US" sz="1050" b="0">
                          <a:latin typeface="+mn-lt"/>
                        </a:rPr>
                        <a:t>Expand reach of </a:t>
                      </a:r>
                      <a:r>
                        <a:rPr lang="en-US" sz="1050" b="0" err="1">
                          <a:latin typeface="+mn-lt"/>
                        </a:rPr>
                        <a:t>RxR</a:t>
                      </a:r>
                      <a:r>
                        <a:rPr lang="en-US" sz="1050" b="0">
                          <a:latin typeface="+mn-lt"/>
                        </a:rPr>
                        <a:t>, Order Ready, Action Notes campaigns through push notifications and drive digital engagement</a:t>
                      </a:r>
                    </a:p>
                  </a:txBody>
                  <a:tcPr anchor="ctr">
                    <a:solidFill>
                      <a:schemeClr val="bg1"/>
                    </a:solidFill>
                  </a:tcPr>
                </a:tc>
                <a:tc>
                  <a:txBody>
                    <a:bodyPr/>
                    <a:lstStyle/>
                    <a:p>
                      <a:pPr lvl="0" algn="ctr">
                        <a:buNone/>
                      </a:pPr>
                      <a:r>
                        <a:rPr lang="en-US" sz="1050" b="0" i="0" u="none" strike="noStrike" noProof="0">
                          <a:effectLst/>
                          <a:hlinkClick r:id="rId8"/>
                        </a:rPr>
                        <a:t>Native &amp; Push Proactive O/S E15014</a:t>
                      </a:r>
                      <a:endParaRPr lang="en-US" b="0"/>
                    </a:p>
                  </a:txBody>
                  <a:tcPr marL="0" marR="0" marT="0" marB="0" anchor="ctr">
                    <a:solidFill>
                      <a:schemeClr val="bg1"/>
                    </a:solidFill>
                  </a:tcPr>
                </a:tc>
                <a:tc>
                  <a:txBody>
                    <a:bodyPr/>
                    <a:lstStyle/>
                    <a:p>
                      <a:pPr marL="0" indent="0">
                        <a:buFont typeface="Arial" panose="020B0604020202020204" pitchFamily="34" charset="0"/>
                        <a:buNone/>
                      </a:pPr>
                      <a:r>
                        <a:rPr lang="en-US" sz="1050" kern="1200" noProof="0">
                          <a:solidFill>
                            <a:schemeClr val="tx1"/>
                          </a:solidFill>
                          <a:effectLst/>
                          <a:latin typeface="+mn-lt"/>
                          <a:ea typeface="+mn-ea"/>
                          <a:cs typeface="+mn-cs"/>
                        </a:rPr>
                        <a:t>SMS cost savings</a:t>
                      </a:r>
                    </a:p>
                    <a:p>
                      <a:pPr marL="0" lvl="0" indent="0">
                        <a:buFont typeface="Arial" panose="020B0604020202020204" pitchFamily="34" charset="0"/>
                        <a:buNone/>
                      </a:pPr>
                      <a:r>
                        <a:rPr lang="en-US" sz="1050" kern="1200" noProof="0">
                          <a:solidFill>
                            <a:schemeClr val="tx1"/>
                          </a:solidFill>
                          <a:effectLst/>
                          <a:latin typeface="+mn-lt"/>
                          <a:ea typeface="+mn-ea"/>
                          <a:cs typeface="+mn-cs"/>
                        </a:rPr>
                        <a:t>Digital engagement</a:t>
                      </a:r>
                    </a:p>
                  </a:txBody>
                  <a:tcPr anchor="c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a:latin typeface="+mn-lt"/>
                        </a:rPr>
                        <a:t>Engage patients in high impact programs such as </a:t>
                      </a:r>
                      <a:r>
                        <a:rPr lang="en-US" sz="1050" err="1">
                          <a:latin typeface="+mn-lt"/>
                        </a:rPr>
                        <a:t>RxR</a:t>
                      </a:r>
                      <a:r>
                        <a:rPr lang="en-US" sz="1050">
                          <a:latin typeface="+mn-lt"/>
                        </a:rPr>
                        <a:t> and </a:t>
                      </a:r>
                      <a:r>
                        <a:rPr lang="en-US" sz="1050" err="1">
                          <a:latin typeface="+mn-lt"/>
                        </a:rPr>
                        <a:t>RxOR</a:t>
                      </a:r>
                      <a:r>
                        <a:rPr lang="en-US" sz="1050">
                          <a:latin typeface="+mn-lt"/>
                        </a:rPr>
                        <a:t> through push notifications and drive app usage</a:t>
                      </a:r>
                    </a:p>
                  </a:txBody>
                  <a:tcPr anchor="ctr">
                    <a:solidFill>
                      <a:schemeClr val="bg1"/>
                    </a:solidFill>
                  </a:tcPr>
                </a:tc>
                <a:tc>
                  <a:txBody>
                    <a:bodyPr/>
                    <a:lstStyle/>
                    <a:p>
                      <a:pPr lvl="0" algn="l">
                        <a:lnSpc>
                          <a:spcPct val="100000"/>
                        </a:lnSpc>
                        <a:spcBef>
                          <a:spcPts val="0"/>
                        </a:spcBef>
                        <a:spcAft>
                          <a:spcPts val="0"/>
                        </a:spcAft>
                        <a:buNone/>
                      </a:pPr>
                      <a:r>
                        <a:rPr lang="en-US" sz="1050" b="0" i="0" u="none" strike="noStrike" kern="1200" noProof="0">
                          <a:solidFill>
                            <a:schemeClr val="tx1"/>
                          </a:solidFill>
                          <a:effectLst/>
                          <a:latin typeface="CVS Health Sans"/>
                        </a:rPr>
                        <a:t>Lean testing only in PI1.</a:t>
                      </a:r>
                    </a:p>
                    <a:p>
                      <a:pPr lvl="0" algn="l">
                        <a:lnSpc>
                          <a:spcPct val="100000"/>
                        </a:lnSpc>
                        <a:spcBef>
                          <a:spcPts val="0"/>
                        </a:spcBef>
                        <a:spcAft>
                          <a:spcPts val="0"/>
                        </a:spcAft>
                        <a:buNone/>
                      </a:pPr>
                      <a:r>
                        <a:rPr lang="en-US" sz="1050" b="0" i="0" u="none" strike="noStrike" kern="1200" noProof="0">
                          <a:solidFill>
                            <a:schemeClr val="tx1"/>
                          </a:solidFill>
                          <a:effectLst/>
                          <a:latin typeface="CVS Health Sans"/>
                        </a:rPr>
                        <a:t>Epic level impacts / alignment w RxT, MYP</a:t>
                      </a:r>
                      <a:endParaRPr lang="en-US" sz="1050" b="0" i="0" u="none" strike="noStrike" kern="1200" noProof="0">
                        <a:effectLst/>
                      </a:endParaRPr>
                    </a:p>
                    <a:p>
                      <a:pPr marL="0" lvl="0" indent="0">
                        <a:buFont typeface="Arial" panose="020B0604020202020204" pitchFamily="34" charset="0"/>
                        <a:buNone/>
                      </a:pPr>
                      <a:endParaRPr lang="en-US" sz="1050" kern="1200">
                        <a:solidFill>
                          <a:schemeClr val="tx1"/>
                        </a:solidFill>
                        <a:effectLst/>
                        <a:latin typeface="+mn-lt"/>
                        <a:ea typeface="+mn-ea"/>
                        <a:cs typeface="+mn-cs"/>
                      </a:endParaRPr>
                    </a:p>
                  </a:txBody>
                  <a:tcPr anchor="ctr">
                    <a:solidFill>
                      <a:schemeClr val="bg1"/>
                    </a:solidFill>
                  </a:tcPr>
                </a:tc>
                <a:extLst>
                  <a:ext uri="{0D108BD9-81ED-4DB2-BD59-A6C34878D82A}">
                    <a16:rowId xmlns:a16="http://schemas.microsoft.com/office/drawing/2014/main" val="3546681474"/>
                  </a:ext>
                </a:extLst>
              </a:tr>
              <a:tr h="449126">
                <a:tc>
                  <a:txBody>
                    <a:bodyPr/>
                    <a:lstStyle/>
                    <a:p>
                      <a:pPr marL="0" lvl="0" indent="0">
                        <a:buFont typeface="Arial" panose="020B0604020202020204" pitchFamily="34" charset="0"/>
                        <a:buNone/>
                      </a:pPr>
                      <a:r>
                        <a:rPr lang="en-US" sz="1050" b="0">
                          <a:latin typeface="+mn-lt"/>
                        </a:rPr>
                        <a:t> </a:t>
                      </a:r>
                      <a:r>
                        <a:rPr lang="en-US" sz="1050" b="1">
                          <a:latin typeface="+mn-lt"/>
                        </a:rPr>
                        <a:t>No Line pickup with </a:t>
                      </a:r>
                      <a:r>
                        <a:rPr lang="en-US" sz="1050" b="1" i="0" u="none" strike="noStrike" noProof="0">
                          <a:latin typeface="CVS Health Sans"/>
                        </a:rPr>
                        <a:t>"I'm here"/Virtual check in – </a:t>
                      </a:r>
                      <a:r>
                        <a:rPr lang="en-US" sz="1050" b="0" i="0" u="none" strike="noStrike" noProof="0">
                          <a:latin typeface="CVS Health Sans"/>
                        </a:rPr>
                        <a:t>Create and</a:t>
                      </a:r>
                      <a:r>
                        <a:rPr lang="en-US" sz="1050" b="1" i="0" u="none" strike="noStrike" noProof="0">
                          <a:latin typeface="CVS Health Sans"/>
                        </a:rPr>
                        <a:t> </a:t>
                      </a:r>
                      <a:r>
                        <a:rPr lang="en-US" sz="1050" b="0" i="0" u="none" strike="noStrike" noProof="0">
                          <a:latin typeface="CVS Health Sans"/>
                        </a:rPr>
                        <a:t>Test multiple cohorts using RxOR as base landing page with I'm here button, On my way, In store kiosks or monitors, and Virtual lines</a:t>
                      </a:r>
                    </a:p>
                  </a:txBody>
                  <a:tcPr anchor="ctr">
                    <a:solidFill>
                      <a:schemeClr val="bg1"/>
                    </a:solidFill>
                  </a:tcPr>
                </a:tc>
                <a:tc>
                  <a:txBody>
                    <a:bodyPr/>
                    <a:lstStyle/>
                    <a:p>
                      <a:pPr lvl="0" algn="ctr">
                        <a:buNone/>
                      </a:pPr>
                      <a:r>
                        <a:rPr lang="en-US" sz="1050" b="0" i="0" u="none" strike="noStrike" noProof="0">
                          <a:effectLst/>
                          <a:hlinkClick r:id="rId9"/>
                        </a:rPr>
                        <a:t>Lineless Pickup / I'm Here E12796</a:t>
                      </a:r>
                      <a:endParaRPr lang="en-US" b="0"/>
                    </a:p>
                  </a:txBody>
                  <a:tcPr marL="0" marR="0" marT="0" marB="0" anchor="ctr">
                    <a:solidFill>
                      <a:schemeClr val="bg1"/>
                    </a:solidFill>
                  </a:tcPr>
                </a:tc>
                <a:tc>
                  <a:txBody>
                    <a:bodyPr/>
                    <a:lstStyle/>
                    <a:p>
                      <a:pPr marL="0" lvl="0" indent="0">
                        <a:buFont typeface="Arial" panose="020B0604020202020204" pitchFamily="34" charset="0"/>
                        <a:buNone/>
                      </a:pPr>
                      <a:r>
                        <a:rPr lang="en-US" sz="1050"/>
                        <a:t>Eradicate lines</a:t>
                      </a:r>
                    </a:p>
                    <a:p>
                      <a:pPr marL="0" lvl="0" indent="0">
                        <a:buFont typeface="Arial" panose="020B0604020202020204" pitchFamily="34" charset="0"/>
                        <a:buNone/>
                      </a:pPr>
                      <a:r>
                        <a:rPr lang="en-US" sz="1050"/>
                        <a:t>Reward digital engagement</a:t>
                      </a:r>
                    </a:p>
                  </a:txBody>
                  <a:tcPr anchor="ct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0" i="0" u="none" strike="noStrike" kern="1200">
                          <a:solidFill>
                            <a:schemeClr val="tx1"/>
                          </a:solidFill>
                          <a:latin typeface="+mn-lt"/>
                          <a:ea typeface="+mn-ea"/>
                          <a:cs typeface="+mn-cs"/>
                        </a:rPr>
                        <a:t>Create a no line order pick up experience for patients and offer quick transactions through simplified digital experiences. Increase adoption by rewarding digital engagement</a:t>
                      </a:r>
                      <a:endParaRPr lang="en-US" sz="1050" b="0" i="0" u="none" strike="noStrike" kern="1200" err="1">
                        <a:solidFill>
                          <a:schemeClr val="tx1"/>
                        </a:solidFill>
                        <a:latin typeface="+mn-lt"/>
                        <a:ea typeface="+mn-ea"/>
                        <a:cs typeface="+mn-cs"/>
                      </a:endParaRPr>
                    </a:p>
                  </a:txBody>
                  <a:tcPr anchor="ct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Lean testing only in PI1</a:t>
                      </a:r>
                      <a:endParaRPr lang="en-US"/>
                    </a:p>
                  </a:txBody>
                  <a:tcPr anchor="ctr">
                    <a:solidFill>
                      <a:schemeClr val="bg1"/>
                    </a:solidFill>
                  </a:tcPr>
                </a:tc>
                <a:extLst>
                  <a:ext uri="{0D108BD9-81ED-4DB2-BD59-A6C34878D82A}">
                    <a16:rowId xmlns:a16="http://schemas.microsoft.com/office/drawing/2014/main" val="1357418345"/>
                  </a:ext>
                </a:extLst>
              </a:tr>
            </a:tbl>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161277" y="306714"/>
            <a:ext cx="11697348" cy="369332"/>
          </a:xfrm>
          <a:prstGeom prst="rect">
            <a:avLst/>
          </a:prstGeom>
          <a:noFill/>
        </p:spPr>
        <p:txBody>
          <a:bodyPr wrap="square" lIns="91440" tIns="45720" rIns="91440" bIns="45720" anchor="t">
            <a:spAutoFit/>
          </a:bodyPr>
          <a:lstStyle/>
          <a:p>
            <a:r>
              <a:rPr lang="en-US" sz="1800"/>
              <a:t>Lean Team Tests &amp; Support – Test Backlog Iterates Rapidly within these likely Areas</a:t>
            </a:r>
            <a:r>
              <a:rPr lang="en-US"/>
              <a:t> </a:t>
            </a:r>
            <a:endParaRPr lang="en-US">
              <a:highlight>
                <a:srgbClr val="FFFF00"/>
              </a:highlight>
            </a:endParaRPr>
          </a:p>
        </p:txBody>
      </p:sp>
    </p:spTree>
    <p:extLst>
      <p:ext uri="{BB962C8B-B14F-4D97-AF65-F5344CB8AC3E}">
        <p14:creationId xmlns:p14="http://schemas.microsoft.com/office/powerpoint/2010/main" val="2944484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C9ADF788-3ECA-4377-9974-5DDC6DE9A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6" progId="TCLayout.ActiveDocument.1">
                  <p:embed/>
                </p:oleObj>
              </mc:Choice>
              <mc:Fallback>
                <p:oleObj name="think-cell Slide" r:id="rId4" imgW="395" imgH="396" progId="TCLayout.ActiveDocument.1">
                  <p:embed/>
                  <p:pic>
                    <p:nvPicPr>
                      <p:cNvPr id="5" name="Object 4" hidden="1">
                        <a:extLst>
                          <a:ext uri="{FF2B5EF4-FFF2-40B4-BE49-F238E27FC236}">
                            <a16:creationId xmlns:a16="http://schemas.microsoft.com/office/drawing/2014/main" id="{C9ADF788-3ECA-4377-9974-5DDC6DE9AFF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4" name="Table 4">
            <a:extLst>
              <a:ext uri="{FF2B5EF4-FFF2-40B4-BE49-F238E27FC236}">
                <a16:creationId xmlns:a16="http://schemas.microsoft.com/office/drawing/2014/main" id="{7C533F88-B3B1-447C-AAC5-2BA36989CDD6}"/>
              </a:ext>
            </a:extLst>
          </p:cNvPr>
          <p:cNvGraphicFramePr>
            <a:graphicFrameLocks noGrp="1"/>
          </p:cNvGraphicFramePr>
          <p:nvPr>
            <p:extLst>
              <p:ext uri="{D42A27DB-BD31-4B8C-83A1-F6EECF244321}">
                <p14:modId xmlns:p14="http://schemas.microsoft.com/office/powerpoint/2010/main" val="1244034360"/>
              </p:ext>
            </p:extLst>
          </p:nvPr>
        </p:nvGraphicFramePr>
        <p:xfrm>
          <a:off x="161277" y="795447"/>
          <a:ext cx="10882544" cy="3025469"/>
        </p:xfrm>
        <a:graphic>
          <a:graphicData uri="http://schemas.openxmlformats.org/drawingml/2006/table">
            <a:tbl>
              <a:tblPr firstRow="1" bandRow="1">
                <a:tableStyleId>{5940675A-B579-460E-94D1-54222C63F5DA}</a:tableStyleId>
              </a:tblPr>
              <a:tblGrid>
                <a:gridCol w="2438838">
                  <a:extLst>
                    <a:ext uri="{9D8B030D-6E8A-4147-A177-3AD203B41FA5}">
                      <a16:colId xmlns:a16="http://schemas.microsoft.com/office/drawing/2014/main" val="1520153134"/>
                    </a:ext>
                  </a:extLst>
                </a:gridCol>
                <a:gridCol w="1973519">
                  <a:extLst>
                    <a:ext uri="{9D8B030D-6E8A-4147-A177-3AD203B41FA5}">
                      <a16:colId xmlns:a16="http://schemas.microsoft.com/office/drawing/2014/main" val="3052225643"/>
                    </a:ext>
                  </a:extLst>
                </a:gridCol>
                <a:gridCol w="1973519">
                  <a:extLst>
                    <a:ext uri="{9D8B030D-6E8A-4147-A177-3AD203B41FA5}">
                      <a16:colId xmlns:a16="http://schemas.microsoft.com/office/drawing/2014/main" val="857316934"/>
                    </a:ext>
                  </a:extLst>
                </a:gridCol>
                <a:gridCol w="2868697">
                  <a:extLst>
                    <a:ext uri="{9D8B030D-6E8A-4147-A177-3AD203B41FA5}">
                      <a16:colId xmlns:a16="http://schemas.microsoft.com/office/drawing/2014/main" val="1824035722"/>
                    </a:ext>
                  </a:extLst>
                </a:gridCol>
                <a:gridCol w="1627971">
                  <a:extLst>
                    <a:ext uri="{9D8B030D-6E8A-4147-A177-3AD203B41FA5}">
                      <a16:colId xmlns:a16="http://schemas.microsoft.com/office/drawing/2014/main" val="549930053"/>
                    </a:ext>
                  </a:extLst>
                </a:gridCol>
              </a:tblGrid>
              <a:tr h="692694">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PI1 Work Candidate(s) (Key Features/epics)</a:t>
                      </a:r>
                    </a:p>
                  </a:txBody>
                  <a:tcPr>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lang="en-US" sz="1400" b="1" i="0" u="none" strike="noStrike" kern="1200">
                          <a:solidFill>
                            <a:schemeClr val="bg1"/>
                          </a:solidFill>
                          <a:effectLst/>
                          <a:latin typeface="+mn-lt"/>
                          <a:ea typeface="+mn-ea"/>
                          <a:cs typeface="Calibri"/>
                        </a:rPr>
                        <a:t>Corresponding Rally Epic/Feature? </a:t>
                      </a:r>
                    </a:p>
                    <a:p>
                      <a:pPr marL="0" marR="0" lvl="0" indent="0" algn="l" rtl="0" eaLnBrk="1" fontAlgn="b" latinLnBrk="0" hangingPunct="1">
                        <a:lnSpc>
                          <a:spcPct val="100000"/>
                        </a:lnSpc>
                        <a:spcBef>
                          <a:spcPts val="0"/>
                        </a:spcBef>
                        <a:spcAft>
                          <a:spcPts val="0"/>
                        </a:spcAft>
                        <a:buClrTx/>
                        <a:buSzTx/>
                        <a:buFontTx/>
                        <a:buNone/>
                      </a:pPr>
                      <a:r>
                        <a:rPr lang="en-US" sz="1100" b="1" i="1" u="none" strike="noStrike" kern="1200">
                          <a:solidFill>
                            <a:schemeClr val="bg1"/>
                          </a:solidFill>
                          <a:effectLst/>
                          <a:latin typeface="+mn-lt"/>
                          <a:ea typeface="+mn-ea"/>
                          <a:cs typeface="Calibri"/>
                        </a:rPr>
                        <a:t>(Add if available)</a:t>
                      </a:r>
                      <a:endParaRPr lang="en-US" sz="1400" b="1" i="0" u="none" strike="noStrike" kern="1200">
                        <a:solidFill>
                          <a:schemeClr val="bg1"/>
                        </a:solidFill>
                        <a:effectLst/>
                        <a:latin typeface="+mn-lt"/>
                        <a:ea typeface="+mn-ea"/>
                        <a:cs typeface="Calibri"/>
                      </a:endParaRPr>
                    </a:p>
                  </a:txBody>
                  <a:tcPr>
                    <a:solidFill>
                      <a:schemeClr val="accent2"/>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KPIs Targeted</a:t>
                      </a:r>
                    </a:p>
                  </a:txBody>
                  <a:tcPr>
                    <a:solidFill>
                      <a:schemeClr val="accent2"/>
                    </a:solidFill>
                  </a:tcPr>
                </a:tc>
                <a:tc>
                  <a:txBody>
                    <a:bodyPr/>
                    <a:lstStyle/>
                    <a:p>
                      <a:pPr marL="0" algn="l" defTabSz="457200" rtl="0" eaLnBrk="1" fontAlgn="b" latinLnBrk="0" hangingPunct="1"/>
                      <a:r>
                        <a:rPr lang="en-US" sz="1400" b="1" i="0" u="none" strike="noStrike" kern="1200">
                          <a:solidFill>
                            <a:schemeClr val="bg1"/>
                          </a:solidFill>
                          <a:effectLst/>
                          <a:latin typeface="+mn-lt"/>
                          <a:ea typeface="+mn-ea"/>
                          <a:cs typeface="Calibri"/>
                        </a:rPr>
                        <a:t>Customer problem being solved</a:t>
                      </a:r>
                    </a:p>
                  </a:txBody>
                  <a:tcPr>
                    <a:solidFill>
                      <a:schemeClr val="accent2"/>
                    </a:solidFill>
                  </a:tcPr>
                </a:tc>
                <a:tc>
                  <a:txBody>
                    <a:bodyPr/>
                    <a:lstStyle/>
                    <a:p>
                      <a:pPr marL="0" marR="0" lvl="0" indent="0" algn="l" rtl="0" eaLnBrk="1" fontAlgn="b" latinLnBrk="0" hangingPunct="1">
                        <a:lnSpc>
                          <a:spcPct val="100000"/>
                        </a:lnSpc>
                        <a:spcBef>
                          <a:spcPts val="0"/>
                        </a:spcBef>
                        <a:spcAft>
                          <a:spcPts val="0"/>
                        </a:spcAft>
                        <a:buClrTx/>
                        <a:buSzTx/>
                        <a:buFontTx/>
                        <a:buNone/>
                      </a:pPr>
                      <a:r>
                        <a:rPr kumimoji="0" lang="en-US" sz="1400" b="1" i="0" u="none" strike="noStrike" kern="1200" cap="none" spc="0" normalizeH="0" baseline="0" noProof="0">
                          <a:ln>
                            <a:noFill/>
                          </a:ln>
                          <a:solidFill>
                            <a:schemeClr val="bg1"/>
                          </a:solidFill>
                          <a:effectLst/>
                          <a:uLnTx/>
                          <a:uFillTx/>
                          <a:latin typeface="+mn-lt"/>
                          <a:ea typeface="+mn-ea"/>
                          <a:cs typeface="Calibri"/>
                        </a:rPr>
                        <a:t>Primary Train(s)</a:t>
                      </a:r>
                      <a:r>
                        <a:rPr lang="en-US" sz="1400" b="1" i="0" u="none" strike="noStrike" kern="1200" cap="none" spc="0" normalizeH="0" baseline="0" noProof="0">
                          <a:ln>
                            <a:noFill/>
                          </a:ln>
                          <a:solidFill>
                            <a:schemeClr val="bg1"/>
                          </a:solidFill>
                          <a:effectLst/>
                          <a:uLnTx/>
                          <a:uFillTx/>
                          <a:latin typeface="+mn-lt"/>
                          <a:ea typeface="+mn-ea"/>
                          <a:cs typeface="Calibri"/>
                        </a:rPr>
                        <a:t> </a:t>
                      </a:r>
                      <a:endParaRPr kumimoji="0" lang="en-US" sz="1400" b="1" i="0" u="none" strike="noStrike" kern="1200" cap="none" spc="0" normalizeH="0" baseline="0" noProof="0">
                        <a:ln>
                          <a:noFill/>
                        </a:ln>
                        <a:solidFill>
                          <a:schemeClr val="bg1"/>
                        </a:solidFill>
                        <a:effectLst/>
                        <a:uLnTx/>
                        <a:uFillTx/>
                        <a:latin typeface="+mn-lt"/>
                        <a:ea typeface="+mn-ea"/>
                        <a:cs typeface="Calibri"/>
                      </a:endParaRPr>
                    </a:p>
                  </a:txBody>
                  <a:tcPr>
                    <a:solidFill>
                      <a:schemeClr val="accent2"/>
                    </a:solidFill>
                  </a:tcPr>
                </a:tc>
                <a:extLst>
                  <a:ext uri="{0D108BD9-81ED-4DB2-BD59-A6C34878D82A}">
                    <a16:rowId xmlns:a16="http://schemas.microsoft.com/office/drawing/2014/main" val="3410991502"/>
                  </a:ext>
                </a:extLst>
              </a:tr>
              <a:tr h="439889">
                <a:tc>
                  <a:txBody>
                    <a:bodyPr/>
                    <a:lstStyle/>
                    <a:p>
                      <a:pPr marL="0" marR="0" lvl="0" indent="0" algn="l">
                        <a:spcBef>
                          <a:spcPts val="0"/>
                        </a:spcBef>
                        <a:spcAft>
                          <a:spcPts val="0"/>
                        </a:spcAft>
                        <a:buFont typeface="Symbol" panose="05050102010706020507" pitchFamily="18" charset="2"/>
                        <a:buNone/>
                      </a:pPr>
                      <a:r>
                        <a:rPr lang="en-US" sz="1050">
                          <a:effectLst/>
                          <a:latin typeface="CVS Health Sans"/>
                          <a:ea typeface="Calibri" panose="020F0502020204030204" pitchFamily="34" charset="0"/>
                        </a:rPr>
                        <a:t>Launch Cash Discount Tool on Native (Mobile App)</a:t>
                      </a:r>
                    </a:p>
                  </a:txBody>
                  <a:tcPr marL="68580" marR="68580" marT="0" marB="0" anchor="ctr">
                    <a:solidFill>
                      <a:schemeClr val="bg1"/>
                    </a:solidFill>
                  </a:tcPr>
                </a:tc>
                <a:tc>
                  <a:txBody>
                    <a:bodyPr/>
                    <a:lstStyle/>
                    <a:p>
                      <a:pPr marL="0" marR="0" lvl="0" indent="0" algn="l">
                        <a:lnSpc>
                          <a:spcPct val="100000"/>
                        </a:lnSpc>
                        <a:spcBef>
                          <a:spcPts val="0"/>
                        </a:spcBef>
                        <a:spcAft>
                          <a:spcPts val="0"/>
                        </a:spcAft>
                        <a:buNone/>
                      </a:pPr>
                      <a:r>
                        <a:rPr lang="en-US" sz="1050" b="0" i="0" u="none" strike="noStrike" noProof="0">
                          <a:solidFill>
                            <a:schemeClr val="tx1"/>
                          </a:solidFill>
                          <a:effectLst/>
                          <a:latin typeface="CVS Health Sans"/>
                        </a:rPr>
                        <a:t>E14970: Retail Saving Patients Money (SPM) Experiences </a:t>
                      </a:r>
                      <a:r>
                        <a:rPr lang="en-US" sz="1050" b="1" i="0" u="none" strike="noStrike" noProof="0">
                          <a:solidFill>
                            <a:schemeClr val="bg1"/>
                          </a:solidFill>
                          <a:effectLst/>
                        </a:rPr>
                        <a:t>g E</a:t>
                      </a:r>
                    </a:p>
                  </a:txBody>
                  <a:tcPr marL="68580" marR="68580" marT="0" marB="0">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b="0" i="0" u="none" strike="noStrike" kern="1200" noProof="0">
                          <a:solidFill>
                            <a:schemeClr val="tx1"/>
                          </a:solidFill>
                          <a:latin typeface="CVS Health Sans"/>
                          <a:ea typeface="+mn-ea"/>
                          <a:cs typeface="+mn-cs"/>
                        </a:rPr>
                        <a:t># of visits to the SPM digital tools</a:t>
                      </a:r>
                    </a:p>
                  </a:txBody>
                  <a:tcPr>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US" sz="1050">
                          <a:latin typeface="CVS Health Sans"/>
                        </a:rPr>
                        <a:t># of errors per visit and # of searches per visit </a:t>
                      </a: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050" b="0" i="0" u="none" strike="noStrike" kern="1200" cap="none" spc="0" normalizeH="0" baseline="0" noProof="0">
                          <a:ln>
                            <a:noFill/>
                          </a:ln>
                          <a:solidFill>
                            <a:srgbClr val="000000"/>
                          </a:solidFill>
                          <a:effectLst/>
                          <a:uLnTx/>
                          <a:uFillTx/>
                          <a:latin typeface="CVS Health Sans"/>
                          <a:ea typeface="+mn-ea"/>
                          <a:cs typeface="+mn-cs"/>
                        </a:rPr>
                        <a:t>Benefits</a:t>
                      </a:r>
                      <a:endParaRPr kumimoji="0" lang="en-US" sz="1050" b="0" i="0" u="none" strike="noStrike" kern="1200" cap="none" spc="0" normalizeH="0" baseline="0" noProof="0">
                        <a:ln>
                          <a:noFill/>
                        </a:ln>
                        <a:solidFill>
                          <a:srgbClr val="000000"/>
                        </a:solidFill>
                        <a:effectLst/>
                        <a:uLnTx/>
                        <a:uFillTx/>
                        <a:latin typeface="CVS Health Sans"/>
                        <a:ea typeface="+mn-ea"/>
                        <a:cs typeface="+mn-cs"/>
                      </a:endParaRPr>
                    </a:p>
                  </a:txBody>
                  <a:tcPr>
                    <a:solidFill>
                      <a:schemeClr val="bg1"/>
                    </a:solidFill>
                  </a:tcPr>
                </a:tc>
                <a:extLst>
                  <a:ext uri="{0D108BD9-81ED-4DB2-BD59-A6C34878D82A}">
                    <a16:rowId xmlns:a16="http://schemas.microsoft.com/office/drawing/2014/main" val="1174892321"/>
                  </a:ext>
                </a:extLst>
              </a:tr>
              <a:tr h="439889">
                <a:tc>
                  <a:txBody>
                    <a:bodyPr/>
                    <a:lstStyle/>
                    <a:p>
                      <a:pPr marL="55245" lvl="0" indent="0" algn="l">
                        <a:buNone/>
                      </a:pPr>
                      <a:r>
                        <a:rPr lang="en-US" sz="1050" b="0" i="0" u="none" strike="noStrike" kern="1200" noProof="0">
                          <a:solidFill>
                            <a:schemeClr val="tx1"/>
                          </a:solidFill>
                          <a:latin typeface="CVS Health Sans"/>
                          <a:ea typeface="+mn-ea"/>
                          <a:cs typeface="+mn-cs"/>
                        </a:rPr>
                        <a:t>Implement Generic first search experiences on CDT</a:t>
                      </a:r>
                    </a:p>
                  </a:txBody>
                  <a:tcPr marL="27411" marR="27411" marT="45684" marB="45684" anchor="ctr">
                    <a:solidFill>
                      <a:schemeClr val="bg1"/>
                    </a:solidFill>
                  </a:tcPr>
                </a:tc>
                <a:tc>
                  <a:txBody>
                    <a:bodyPr/>
                    <a:lstStyle/>
                    <a:p>
                      <a:pPr marL="0" lvl="0" indent="0">
                        <a:buNone/>
                      </a:pPr>
                      <a:r>
                        <a:rPr lang="en-US" sz="1050" b="0" i="0" u="none" strike="noStrike" kern="1200" noProof="0">
                          <a:solidFill>
                            <a:schemeClr val="tx1"/>
                          </a:solidFill>
                          <a:effectLst/>
                          <a:latin typeface="CVS Health Sans"/>
                        </a:rPr>
                        <a:t>E14970: Retail Saving Patients Money (SPM) Experiences </a:t>
                      </a:r>
                      <a:r>
                        <a:rPr lang="en-US" sz="1050" b="1" i="0" u="none" strike="noStrike" kern="1200" noProof="0">
                          <a:solidFill>
                            <a:schemeClr val="bg1"/>
                          </a:solidFill>
                          <a:effectLst/>
                        </a:rPr>
                        <a:t>g</a:t>
                      </a:r>
                      <a:endParaRPr lang="en-US"/>
                    </a:p>
                  </a:txBody>
                  <a:tcPr marL="9525" marR="9525" marT="9525" marB="0" anchor="ctr">
                    <a:solidFill>
                      <a:schemeClr val="bg1"/>
                    </a:solidFill>
                  </a:tcPr>
                </a:tc>
                <a:tc>
                  <a:txBody>
                    <a:bodyPr/>
                    <a:lstStyle/>
                    <a:p>
                      <a:pPr marL="171450" lvl="0" indent="-171450">
                        <a:buFont typeface="Arial" panose="020B0604020202020204" pitchFamily="34" charset="0"/>
                        <a:buChar char="•"/>
                      </a:pPr>
                      <a:r>
                        <a:rPr lang="en-US" sz="1050" b="0" i="0" u="none" strike="noStrike" kern="1200" noProof="0">
                          <a:solidFill>
                            <a:schemeClr val="tx1"/>
                          </a:solidFill>
                          <a:latin typeface="CVS Health Sans"/>
                        </a:rPr>
                        <a:t># of visits to the SPM digital tools</a:t>
                      </a:r>
                      <a:endParaRPr lang="en-US" sz="1050" b="0" i="0" u="none" strike="noStrike" kern="1200" noProof="0">
                        <a:solidFill>
                          <a:schemeClr val="tx1"/>
                        </a:solidFill>
                        <a:latin typeface="CVS Health Sans"/>
                        <a:ea typeface="+mn-ea"/>
                        <a:cs typeface="+mn-cs"/>
                      </a:endParaRPr>
                    </a:p>
                  </a:txBody>
                  <a:tcPr marL="45720" marR="45720">
                    <a:solidFill>
                      <a:schemeClr val="bg1"/>
                    </a:solidFill>
                  </a:tcPr>
                </a:tc>
                <a:tc>
                  <a:txBody>
                    <a:bodyPr/>
                    <a:lstStyle/>
                    <a:p>
                      <a:pPr marL="171450" lvl="0" indent="-171450">
                        <a:buFont typeface="Arial" panose="020B0604020202020204" pitchFamily="34" charset="0"/>
                        <a:buChar char="•"/>
                      </a:pPr>
                      <a:r>
                        <a:rPr lang="en-US" sz="1050" b="0" i="0" u="none" strike="noStrike" noProof="0">
                          <a:solidFill>
                            <a:schemeClr val="tx1"/>
                          </a:solidFill>
                          <a:latin typeface="CVS Health Sans"/>
                        </a:rPr>
                        <a:t>Improve CVS prescription price perception</a:t>
                      </a:r>
                    </a:p>
                  </a:txBody>
                  <a:tcPr>
                    <a:solidFill>
                      <a:schemeClr val="bg1"/>
                    </a:solidFill>
                  </a:tcPr>
                </a:tc>
                <a:tc>
                  <a:txBody>
                    <a:bodyPr/>
                    <a:lstStyle/>
                    <a:p>
                      <a:r>
                        <a:rPr lang="en-US" sz="1050">
                          <a:latin typeface="CVS Health Sans"/>
                        </a:rPr>
                        <a:t>Benefits</a:t>
                      </a:r>
                    </a:p>
                  </a:txBody>
                  <a:tcPr>
                    <a:solidFill>
                      <a:schemeClr val="bg1"/>
                    </a:solidFill>
                  </a:tcPr>
                </a:tc>
                <a:extLst>
                  <a:ext uri="{0D108BD9-81ED-4DB2-BD59-A6C34878D82A}">
                    <a16:rowId xmlns:a16="http://schemas.microsoft.com/office/drawing/2014/main" val="1357418345"/>
                  </a:ext>
                </a:extLst>
              </a:tr>
              <a:tr h="286871">
                <a:tc>
                  <a:txBody>
                    <a:bodyPr/>
                    <a:lstStyle/>
                    <a:p>
                      <a:pPr marL="55245" marR="0" lvl="0" indent="0" algn="l" defTabSz="457200" rtl="0" eaLnBrk="1" fontAlgn="auto" latinLnBrk="0" hangingPunct="1">
                        <a:lnSpc>
                          <a:spcPct val="100000"/>
                        </a:lnSpc>
                        <a:spcBef>
                          <a:spcPts val="0"/>
                        </a:spcBef>
                        <a:spcAft>
                          <a:spcPts val="0"/>
                        </a:spcAft>
                        <a:buClrTx/>
                        <a:buSzTx/>
                        <a:buFontTx/>
                        <a:buNone/>
                        <a:tabLst/>
                        <a:defRPr/>
                      </a:pPr>
                      <a:endParaRPr lang="en-US" sz="1050" b="0" i="0" u="none" strike="noStrike" kern="1200" noProof="0">
                        <a:solidFill>
                          <a:schemeClr val="tx1"/>
                        </a:solidFill>
                        <a:latin typeface="CVS Health Sans"/>
                        <a:ea typeface="+mn-ea"/>
                        <a:cs typeface="+mn-cs"/>
                      </a:endParaRPr>
                    </a:p>
                  </a:txBody>
                  <a:tcPr marL="27411" marR="27411" marT="45684" marB="45684" anchor="ctr">
                    <a:solidFill>
                      <a:schemeClr val="bg1"/>
                    </a:solidFill>
                  </a:tcPr>
                </a:tc>
                <a:tc>
                  <a:txBody>
                    <a:bodyPr/>
                    <a:lstStyle/>
                    <a:p>
                      <a:pPr algn="ctr"/>
                      <a:endParaRPr lang="en-US" sz="1050" kern="1200" noProof="0">
                        <a:solidFill>
                          <a:schemeClr val="tx1"/>
                        </a:solidFill>
                        <a:effectLst/>
                        <a:latin typeface="CVS Health Sans" panose="020B0504020202020204" pitchFamily="34" charset="0"/>
                        <a:ea typeface="+mn-ea"/>
                        <a:cs typeface="+mn-cs"/>
                      </a:endParaRPr>
                    </a:p>
                  </a:txBody>
                  <a:tcPr>
                    <a:solidFill>
                      <a:schemeClr val="bg1"/>
                    </a:solidFill>
                  </a:tcPr>
                </a:tc>
                <a:tc>
                  <a:txBody>
                    <a:bodyPr/>
                    <a:lstStyle/>
                    <a:p>
                      <a:pPr marL="171450" indent="-171450">
                        <a:buFont typeface="Arial" panose="020B0604020202020204" pitchFamily="34" charset="0"/>
                        <a:buChar char="•"/>
                      </a:pPr>
                      <a:endParaRPr lang="en-US" sz="1050" kern="1200" noProof="0">
                        <a:solidFill>
                          <a:schemeClr val="tx1"/>
                        </a:solidFill>
                        <a:effectLst/>
                        <a:latin typeface="CVS Health Sans"/>
                        <a:ea typeface="+mn-ea"/>
                        <a:cs typeface="+mn-cs"/>
                      </a:endParaRPr>
                    </a:p>
                  </a:txBody>
                  <a:tcPr>
                    <a:solidFill>
                      <a:schemeClr val="bg1"/>
                    </a:solidFill>
                  </a:tcPr>
                </a:tc>
                <a:tc>
                  <a:txBody>
                    <a:bodyPr/>
                    <a:lstStyle/>
                    <a:p>
                      <a:pPr marL="171450" indent="-171450">
                        <a:buFont typeface="Arial" panose="020B0604020202020204" pitchFamily="34" charset="0"/>
                        <a:buChar char="•"/>
                      </a:pPr>
                      <a:endParaRPr lang="en-US" sz="1050">
                        <a:latin typeface="CVS Health Sans"/>
                      </a:endParaRP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mn-lt"/>
                        <a:ea typeface="+mn-ea"/>
                        <a:cs typeface="+mn-cs"/>
                      </a:endParaRPr>
                    </a:p>
                  </a:txBody>
                  <a:tcPr>
                    <a:solidFill>
                      <a:schemeClr val="bg1"/>
                    </a:solidFill>
                  </a:tcPr>
                </a:tc>
                <a:extLst>
                  <a:ext uri="{0D108BD9-81ED-4DB2-BD59-A6C34878D82A}">
                    <a16:rowId xmlns:a16="http://schemas.microsoft.com/office/drawing/2014/main" val="961673340"/>
                  </a:ext>
                </a:extLst>
              </a:tr>
              <a:tr h="358753">
                <a:tc>
                  <a:txBody>
                    <a:bodyPr/>
                    <a:lstStyle/>
                    <a:p>
                      <a:pPr marL="0" indent="0">
                        <a:buFont typeface="Arial" panose="020B0604020202020204" pitchFamily="34" charset="0"/>
                        <a:buNone/>
                      </a:pPr>
                      <a:endParaRPr lang="en-US" sz="1050" b="0" i="0" u="none" strike="noStrike" kern="1200" noProof="0">
                        <a:solidFill>
                          <a:schemeClr val="tx1"/>
                        </a:solidFill>
                        <a:latin typeface="CVS Health Sans"/>
                        <a:ea typeface="+mn-ea"/>
                        <a:cs typeface="+mn-cs"/>
                      </a:endParaRPr>
                    </a:p>
                  </a:txBody>
                  <a:tcPr anchor="ctr">
                    <a:solidFill>
                      <a:schemeClr val="bg1"/>
                    </a:solidFill>
                  </a:tcPr>
                </a:tc>
                <a:tc>
                  <a:txBody>
                    <a:bodyPr/>
                    <a:lstStyle/>
                    <a:p>
                      <a:pPr marL="0" algn="ctr" defTabSz="457200" rtl="0" eaLnBrk="1" latinLnBrk="0" hangingPunct="1"/>
                      <a:endParaRPr lang="en-US" sz="1050" kern="1200" noProof="0">
                        <a:solidFill>
                          <a:schemeClr val="tx1"/>
                        </a:solidFill>
                        <a:effectLst/>
                        <a:latin typeface="CVS Health Sans" panose="020B0504020202020204" pitchFamily="34" charset="0"/>
                        <a:ea typeface="+mn-ea"/>
                        <a:cs typeface="+mn-cs"/>
                      </a:endParaRPr>
                    </a:p>
                  </a:txBody>
                  <a:tcPr>
                    <a:solidFill>
                      <a:schemeClr val="bg1"/>
                    </a:solidFill>
                  </a:tcPr>
                </a:tc>
                <a:tc>
                  <a:txBody>
                    <a:bodyPr/>
                    <a:lstStyle/>
                    <a:p>
                      <a:pPr marL="171450" indent="-171450">
                        <a:buFont typeface="Arial" panose="020B0604020202020204" pitchFamily="34" charset="0"/>
                        <a:buChar char="•"/>
                      </a:pPr>
                      <a:endParaRPr lang="en-US" sz="1050" b="0" i="0" u="none" strike="noStrike" kern="1200" noProof="0">
                        <a:solidFill>
                          <a:schemeClr val="tx1"/>
                        </a:solidFill>
                        <a:latin typeface="CVS Health Sans"/>
                        <a:ea typeface="+mn-ea"/>
                        <a:cs typeface="+mn-cs"/>
                      </a:endParaRPr>
                    </a:p>
                  </a:txBody>
                  <a:tcPr>
                    <a:solidFill>
                      <a:schemeClr val="bg1"/>
                    </a:solidFill>
                  </a:tcPr>
                </a:tc>
                <a:tc>
                  <a:txBody>
                    <a:bodyPr/>
                    <a:lstStyle/>
                    <a:p>
                      <a:pPr marL="171450" indent="-171450">
                        <a:buFont typeface="Arial"/>
                        <a:buChar char="•"/>
                      </a:pPr>
                      <a:endParaRPr lang="en-US" sz="1050">
                        <a:latin typeface="CVS Health Sans"/>
                      </a:endParaRPr>
                    </a:p>
                  </a:txBody>
                  <a:tcP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mn-lt"/>
                        <a:ea typeface="+mn-ea"/>
                        <a:cs typeface="+mn-cs"/>
                      </a:endParaRPr>
                    </a:p>
                  </a:txBody>
                  <a:tcPr>
                    <a:solidFill>
                      <a:schemeClr val="bg1"/>
                    </a:solidFill>
                  </a:tcPr>
                </a:tc>
                <a:extLst>
                  <a:ext uri="{0D108BD9-81ED-4DB2-BD59-A6C34878D82A}">
                    <a16:rowId xmlns:a16="http://schemas.microsoft.com/office/drawing/2014/main" val="4005593989"/>
                  </a:ext>
                </a:extLst>
              </a:tr>
              <a:tr h="358753">
                <a:tc>
                  <a:txBody>
                    <a:bodyPr/>
                    <a:lstStyle/>
                    <a:p>
                      <a:pPr marL="55245" lvl="0" indent="0" algn="l">
                        <a:buNone/>
                      </a:pPr>
                      <a:endParaRPr lang="en-US" sz="1050" b="0" i="0" u="none" strike="noStrike" kern="1200" noProof="0">
                        <a:solidFill>
                          <a:schemeClr val="tx1"/>
                        </a:solidFill>
                        <a:latin typeface="CVS Health Sans" panose="020B0504020202020204" pitchFamily="34" charset="0"/>
                        <a:ea typeface="+mn-ea"/>
                        <a:cs typeface="+mn-cs"/>
                      </a:endParaRPr>
                    </a:p>
                  </a:txBody>
                  <a:tcPr marL="45720" marR="45720" marT="45684" marB="45684" anchor="ctr">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50">
                        <a:latin typeface="CVS Health Sans" panose="020B0504020202020204" pitchFamily="34" charset="0"/>
                      </a:endParaRPr>
                    </a:p>
                  </a:txBody>
                  <a:tcPr marL="45720" marR="45720" marT="9525" marB="0" anchor="ctr">
                    <a:solidFill>
                      <a:schemeClr val="bg1"/>
                    </a:solidFill>
                  </a:tcPr>
                </a:tc>
                <a:tc>
                  <a:txBody>
                    <a:bodyPr/>
                    <a:lstStyle/>
                    <a:p>
                      <a:pPr marL="171450" lvl="0" indent="-171450">
                        <a:buFont typeface="Arial" panose="020B0604020202020204" pitchFamily="34" charset="0"/>
                        <a:buChar char="•"/>
                      </a:pPr>
                      <a:endParaRPr lang="en-US" sz="1050" kern="1200">
                        <a:solidFill>
                          <a:schemeClr val="tx1"/>
                        </a:solidFill>
                        <a:effectLst/>
                        <a:latin typeface="CVS Health Sans" panose="020B0504020202020204" pitchFamily="34" charset="0"/>
                        <a:ea typeface="+mn-ea"/>
                        <a:cs typeface="+mn-cs"/>
                      </a:endParaRPr>
                    </a:p>
                  </a:txBody>
                  <a:tcPr marL="45720" marR="45720" marT="9525" marB="0">
                    <a:solidFill>
                      <a:schemeClr val="bg1"/>
                    </a:solidFill>
                  </a:tcPr>
                </a:tc>
                <a:tc>
                  <a:txBody>
                    <a:bodyPr/>
                    <a:lstStyle/>
                    <a:p>
                      <a:pPr marL="171450" lvl="0" indent="-171450">
                        <a:buFont typeface="Arial" panose="020B0604020202020204" pitchFamily="34" charset="0"/>
                        <a:buChar char="•"/>
                      </a:pPr>
                      <a:endParaRPr lang="en-US" sz="1050" b="0" i="0" u="none" strike="noStrike" noProof="0">
                        <a:solidFill>
                          <a:schemeClr val="tx1"/>
                        </a:solidFill>
                        <a:latin typeface="CVS Health Sans" panose="020B0504020202020204" pitchFamily="34" charset="0"/>
                      </a:endParaRPr>
                    </a:p>
                  </a:txBody>
                  <a:tcPr marL="45720" marR="45720">
                    <a:solidFill>
                      <a:schemeClr val="bg1"/>
                    </a:solidFill>
                  </a:tcPr>
                </a:tc>
                <a:tc>
                  <a:txBody>
                    <a:bodyPr/>
                    <a:lstStyle/>
                    <a:p>
                      <a:endParaRPr lang="en-US" sz="1050">
                        <a:latin typeface="CVS Health Sans" panose="020B0504020202020204" pitchFamily="34" charset="0"/>
                      </a:endParaRPr>
                    </a:p>
                  </a:txBody>
                  <a:tcPr marL="45720" marR="45720">
                    <a:solidFill>
                      <a:schemeClr val="bg1"/>
                    </a:solidFill>
                  </a:tcPr>
                </a:tc>
                <a:extLst>
                  <a:ext uri="{0D108BD9-81ED-4DB2-BD59-A6C34878D82A}">
                    <a16:rowId xmlns:a16="http://schemas.microsoft.com/office/drawing/2014/main" val="3170231927"/>
                  </a:ext>
                </a:extLst>
              </a:tr>
              <a:tr h="358753">
                <a:tc>
                  <a:txBody>
                    <a:bodyPr/>
                    <a:lstStyle/>
                    <a:p>
                      <a:pPr marL="55245" lvl="0" indent="0" algn="l">
                        <a:buNone/>
                      </a:pPr>
                      <a:endParaRPr lang="en-US" sz="1050" b="0" i="0" u="none" strike="noStrike" kern="1200" noProof="0">
                        <a:solidFill>
                          <a:schemeClr val="tx1"/>
                        </a:solidFill>
                        <a:latin typeface="CVS Health Sans" panose="020B0504020202020204" pitchFamily="34" charset="0"/>
                        <a:ea typeface="+mn-ea"/>
                        <a:cs typeface="+mn-cs"/>
                      </a:endParaRPr>
                    </a:p>
                  </a:txBody>
                  <a:tcPr marL="45720" marR="45720" marT="45684" marB="45684" anchor="ctr">
                    <a:solidFill>
                      <a:schemeClr val="bg1"/>
                    </a:solidFill>
                  </a:tcPr>
                </a:tc>
                <a:tc>
                  <a:txBody>
                    <a:bodyPr/>
                    <a:lstStyle/>
                    <a:p>
                      <a:pPr algn="ctr"/>
                      <a:endParaRPr lang="en-US" sz="1050" kern="1200" noProof="0">
                        <a:solidFill>
                          <a:schemeClr val="tx1"/>
                        </a:solidFill>
                        <a:effectLst/>
                        <a:latin typeface="CVS Health Sans" panose="020B0504020202020204" pitchFamily="34" charset="0"/>
                        <a:ea typeface="+mn-ea"/>
                        <a:cs typeface="+mn-cs"/>
                      </a:endParaRPr>
                    </a:p>
                  </a:txBody>
                  <a:tcPr marL="45720" marR="45720">
                    <a:solidFill>
                      <a:schemeClr val="bg1"/>
                    </a:solidFill>
                  </a:tcPr>
                </a:tc>
                <a:tc>
                  <a:txBody>
                    <a:bodyPr/>
                    <a:lstStyle/>
                    <a:p>
                      <a:endParaRPr lang="en-US" sz="1050" kern="1200" noProof="0">
                        <a:solidFill>
                          <a:schemeClr val="tx1"/>
                        </a:solidFill>
                        <a:effectLst/>
                        <a:latin typeface="CVS Health Sans" panose="020B0504020202020204" pitchFamily="34" charset="0"/>
                        <a:ea typeface="+mn-ea"/>
                        <a:cs typeface="+mn-cs"/>
                      </a:endParaRPr>
                    </a:p>
                  </a:txBody>
                  <a:tcPr marL="45720" marR="45720">
                    <a:solidFill>
                      <a:schemeClr val="bg1"/>
                    </a:solidFill>
                  </a:tcPr>
                </a:tc>
                <a:tc>
                  <a:txBody>
                    <a:bodyPr/>
                    <a:lstStyle/>
                    <a:p>
                      <a:pPr marL="171450" indent="-171450">
                        <a:buFont typeface="Arial" panose="020B0604020202020204" pitchFamily="34" charset="0"/>
                        <a:buChar char="•"/>
                      </a:pPr>
                      <a:endParaRPr lang="en-US" sz="1050">
                        <a:latin typeface="CVS Health Sans" panose="020B0504020202020204" pitchFamily="34" charset="0"/>
                      </a:endParaRPr>
                    </a:p>
                  </a:txBody>
                  <a:tcPr marL="45720" marR="45720">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CVS Health Sans" panose="020B0504020202020204" pitchFamily="34" charset="0"/>
                        <a:ea typeface="+mn-ea"/>
                        <a:cs typeface="+mn-cs"/>
                      </a:endParaRPr>
                    </a:p>
                  </a:txBody>
                  <a:tcPr marL="45720" marR="45720">
                    <a:solidFill>
                      <a:schemeClr val="bg1"/>
                    </a:solidFill>
                  </a:tcPr>
                </a:tc>
                <a:extLst>
                  <a:ext uri="{0D108BD9-81ED-4DB2-BD59-A6C34878D82A}">
                    <a16:rowId xmlns:a16="http://schemas.microsoft.com/office/drawing/2014/main" val="4207553854"/>
                  </a:ext>
                </a:extLst>
              </a:tr>
            </a:tbl>
          </a:graphicData>
        </a:graphic>
      </p:graphicFrame>
      <p:sp>
        <p:nvSpPr>
          <p:cNvPr id="8" name="TextBox 7">
            <a:extLst>
              <a:ext uri="{FF2B5EF4-FFF2-40B4-BE49-F238E27FC236}">
                <a16:creationId xmlns:a16="http://schemas.microsoft.com/office/drawing/2014/main" id="{89311FD0-BF1E-4AA2-97D7-6128DE9C5EE8}"/>
              </a:ext>
            </a:extLst>
          </p:cNvPr>
          <p:cNvSpPr txBox="1"/>
          <p:nvPr/>
        </p:nvSpPr>
        <p:spPr>
          <a:xfrm>
            <a:off x="64655" y="259089"/>
            <a:ext cx="6096000" cy="369332"/>
          </a:xfrm>
          <a:prstGeom prst="rect">
            <a:avLst/>
          </a:prstGeom>
          <a:noFill/>
        </p:spPr>
        <p:txBody>
          <a:bodyPr wrap="square" lIns="91440" tIns="45720" rIns="91440" bIns="45720" anchor="t">
            <a:spAutoFit/>
          </a:bodyPr>
          <a:lstStyle/>
          <a:p>
            <a:r>
              <a:rPr lang="en-US"/>
              <a:t>Non Pod</a:t>
            </a:r>
          </a:p>
        </p:txBody>
      </p:sp>
    </p:spTree>
    <p:extLst>
      <p:ext uri="{BB962C8B-B14F-4D97-AF65-F5344CB8AC3E}">
        <p14:creationId xmlns:p14="http://schemas.microsoft.com/office/powerpoint/2010/main" val="14548059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phAIZ3LfE.FybkV1LsNII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ZysvbmsZ4G12ifmri3CgD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4OSfYY_1.LVLU4.4YlmRa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ide Template Upated">
  <a:themeElements>
    <a:clrScheme name="Custom 17">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267AC0"/>
      </a:hlink>
      <a:folHlink>
        <a:srgbClr val="A5A5A5"/>
      </a:folHlink>
    </a:clrScheme>
    <a:fontScheme name="Custom 2">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300" dirty="0" err="1" smtClean="0">
            <a:solidFill>
              <a:schemeClr val="tx2"/>
            </a:solidFill>
          </a:defRPr>
        </a:defPPr>
      </a:lstStyle>
    </a:txDef>
  </a:objectDefaults>
  <a:extraClrSchemeLst/>
  <a:extLst>
    <a:ext uri="{05A4C25C-085E-4340-85A3-A5531E510DB2}">
      <thm15:themeFamily xmlns:thm15="http://schemas.microsoft.com/office/thememl/2012/main" name="PSS 2022 Goals" id="{D020A1A8-0816-A84F-A054-202649719C63}" vid="{D604E207-DD48-C74B-937A-02B05589A3F9}"/>
    </a:ext>
  </a:extLst>
</a:theme>
</file>

<file path=ppt/theme/theme2.xml><?xml version="1.0" encoding="utf-8"?>
<a:theme xmlns:a="http://schemas.openxmlformats.org/drawingml/2006/main" name="6_CVS_Health_PPT_Everyday_Widescreen_Templat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VS Heal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CVS_Health_PPT_Everyday_Widescreen_Template.pptx" id="{8CDF4370-71A4-48AD-A092-5FCF258EEEED}" vid="{E12685B5-C19D-4E20-A2BF-ADCA83038EED}"/>
    </a:ext>
  </a:extLst>
</a:theme>
</file>

<file path=ppt/theme/theme3.xml><?xml version="1.0" encoding="utf-8"?>
<a:theme xmlns:a="http://schemas.openxmlformats.org/drawingml/2006/main" name="Everyday Template">
  <a:themeElements>
    <a:clrScheme name="CVS Health">
      <a:dk1>
        <a:sysClr val="windowText" lastClr="000000"/>
      </a:dk1>
      <a:lt1>
        <a:sysClr val="window" lastClr="FFFFFF"/>
      </a:lt1>
      <a:dk2>
        <a:srgbClr val="CC0000"/>
      </a:dk2>
      <a:lt2>
        <a:srgbClr val="F0F0F0"/>
      </a:lt2>
      <a:accent1>
        <a:srgbClr val="7FBDEB"/>
      </a:accent1>
      <a:accent2>
        <a:srgbClr val="646464"/>
      </a:accent2>
      <a:accent3>
        <a:srgbClr val="A7CE39"/>
      </a:accent3>
      <a:accent4>
        <a:srgbClr val="37BAAB"/>
      </a:accent4>
      <a:accent5>
        <a:srgbClr val="003C54"/>
      </a:accent5>
      <a:accent6>
        <a:srgbClr val="ABABAB"/>
      </a:accent6>
      <a:hlink>
        <a:srgbClr val="37BAAB"/>
      </a:hlink>
      <a:folHlink>
        <a:srgbClr val="ABABAB"/>
      </a:folHlink>
    </a:clrScheme>
    <a:fontScheme name="CVS Heal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01600" cmpd="sng">
          <a:solidFill>
            <a:schemeClr val="bg1">
              <a:lumMod val="75000"/>
            </a:schemeClr>
          </a:solidFill>
          <a:miter lim="800000"/>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defRPr sz="2000" dirty="0" smtClean="0"/>
        </a:defPPr>
      </a:lstStyle>
    </a:txDef>
  </a:objectDefaults>
  <a:extraClrSchemeLst/>
</a:theme>
</file>

<file path=ppt/theme/theme4.xml><?xml version="1.0" encoding="utf-8"?>
<a:theme xmlns:a="http://schemas.openxmlformats.org/drawingml/2006/main" name="3_CVS_Health_PPT_Everyday_Widescreen_Templat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VS Heal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CVS_Health_PPT_Everyday_Widescreen_Template.pptx" id="{8CDF4370-71A4-48AD-A092-5FCF258EEEED}" vid="{E12685B5-C19D-4E20-A2BF-ADCA83038EED}"/>
    </a:ext>
  </a:extLst>
</a:theme>
</file>

<file path=ppt/theme/theme5.xml><?xml version="1.0" encoding="utf-8"?>
<a:theme xmlns:a="http://schemas.openxmlformats.org/drawingml/2006/main" name="CVS_Health_PPT_Executive_Template">
  <a:themeElements>
    <a:clrScheme name="Custom 7">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267AC0"/>
      </a:hlink>
      <a:folHlink>
        <a:srgbClr val="A5A5A5"/>
      </a:folHlink>
    </a:clrScheme>
    <a:fontScheme name="Custom 10">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2"/>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2700" cmpd="sng">
          <a:solidFill>
            <a:schemeClr val="accent6"/>
          </a:solidFill>
          <a:miter lim="800000"/>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defRPr sz="1400" dirty="0" err="1" smtClean="0">
            <a:solidFill>
              <a:schemeClr val="tx2"/>
            </a:solidFill>
          </a:defRPr>
        </a:defPPr>
      </a:lstStyle>
    </a:txDef>
  </a:objectDefaults>
  <a:extraClrSchemeLst/>
  <a:extLst>
    <a:ext uri="{05A4C25C-085E-4340-85A3-A5531E510DB2}">
      <thm15:themeFamily xmlns:thm15="http://schemas.microsoft.com/office/thememl/2012/main" name="CVS_Health_Executive_Template_01_2021_R2.pptx" id="{7DB00C49-6C37-40F6-81BC-AF37D0BF1254}" vid="{37170F2B-E903-4745-B032-0E3358C37601}"/>
    </a:ext>
  </a:extLst>
</a:theme>
</file>

<file path=ppt/theme/theme6.xml><?xml version="1.0" encoding="utf-8"?>
<a:theme xmlns:a="http://schemas.openxmlformats.org/drawingml/2006/main" name="CVS_Health_PPT_Everyday_Widescreen_Template">
  <a:themeElements>
    <a:clrScheme name="CVS Health">
      <a:dk1>
        <a:srgbClr val="000000"/>
      </a:dk1>
      <a:lt1>
        <a:sysClr val="window" lastClr="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500" dirty="0" smtClean="0">
            <a:solidFill>
              <a:schemeClr val="tx2"/>
            </a:solidFill>
          </a:defRPr>
        </a:defPPr>
      </a:lstStyle>
    </a:tx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veryday_Widescreen_Template_05_2022.pptx" id="{9804411A-D9F6-4318-B19D-A7AA8E38A660}" vid="{F2BDEB6F-CBE0-46DA-AA82-DE7A7CEF9256}"/>
    </a:ext>
  </a:extLst>
</a:theme>
</file>

<file path=ppt/theme/theme7.xml><?xml version="1.0" encoding="utf-8"?>
<a:theme xmlns:a="http://schemas.openxmlformats.org/drawingml/2006/main" name="CVS_Health_PPT_EVERYDAY_Template_v02">
  <a:themeElements>
    <a:clrScheme name="CVS Health">
      <a:dk1>
        <a:sysClr val="windowText" lastClr="000000"/>
      </a:dk1>
      <a:lt1>
        <a:sysClr val="window" lastClr="FFFFFF"/>
      </a:lt1>
      <a:dk2>
        <a:srgbClr val="CC0000"/>
      </a:dk2>
      <a:lt2>
        <a:srgbClr val="F0F0F0"/>
      </a:lt2>
      <a:accent1>
        <a:srgbClr val="7FBDEB"/>
      </a:accent1>
      <a:accent2>
        <a:srgbClr val="646464"/>
      </a:accent2>
      <a:accent3>
        <a:srgbClr val="A7CE39"/>
      </a:accent3>
      <a:accent4>
        <a:srgbClr val="37BAAB"/>
      </a:accent4>
      <a:accent5>
        <a:srgbClr val="003C54"/>
      </a:accent5>
      <a:accent6>
        <a:srgbClr val="ABABAB"/>
      </a:accent6>
      <a:hlink>
        <a:srgbClr val="37BAAB"/>
      </a:hlink>
      <a:folHlink>
        <a:srgbClr val="ABABAB"/>
      </a:folHlink>
    </a:clrScheme>
    <a:fontScheme name="CVS Healt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CC0000"/>
        </a:solidFill>
        <a:ln>
          <a:noFill/>
          <a:miter lim="800000"/>
        </a:ln>
        <a:effectLst/>
      </a:spPr>
      <a:bodyPr rtlCol="0" anchor="ctr"/>
      <a:lstStyle>
        <a:defPPr algn="ctr">
          <a:defRPr b="1"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bwMode="gray">
        <a:ln w="101600" cmpd="sng">
          <a:solidFill>
            <a:schemeClr val="bg1">
              <a:lumMod val="75000"/>
            </a:schemeClr>
          </a:solidFill>
          <a:miter lim="800000"/>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defRPr sz="2000" dirty="0" smtClean="0"/>
        </a:defPPr>
      </a:lstStyle>
    </a:txDef>
  </a:objectDefaults>
  <a:extraClrSchemeLst/>
  <a:extLst>
    <a:ext uri="{05A4C25C-085E-4340-85A3-A5531E510DB2}">
      <thm15:themeFamily xmlns:thm15="http://schemas.microsoft.com/office/thememl/2012/main" name="Master Template Digtal_Widescreen.pptx [Read-Only]" id="{916D64BE-2F35-4E03-A9B3-271FBAADCD7D}" vid="{E1E01A90-4322-427E-853C-839D320AEA41}"/>
    </a:ext>
  </a:extLst>
</a:theme>
</file>

<file path=ppt/theme/theme8.xml><?xml version="1.0" encoding="utf-8"?>
<a:theme xmlns:a="http://schemas.openxmlformats.org/drawingml/2006/main" name="CVS_Health_PPT_Executive_Template">
  <a:themeElements>
    <a:clrScheme name="CVS Health">
      <a:dk1>
        <a:srgbClr val="000000"/>
      </a:dk1>
      <a:lt1>
        <a:srgbClr val="FFFFFF"/>
      </a:lt1>
      <a:dk2>
        <a:srgbClr val="3F3F3F"/>
      </a:dk2>
      <a:lt2>
        <a:srgbClr val="C0C0C0"/>
      </a:lt2>
      <a:accent1>
        <a:srgbClr val="9E0000"/>
      </a:accent1>
      <a:accent2>
        <a:srgbClr val="CC0000"/>
      </a:accent2>
      <a:accent3>
        <a:srgbClr val="E94D4D"/>
      </a:accent3>
      <a:accent4>
        <a:srgbClr val="F7978D"/>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5"/>
        </a:solidFill>
        <a:ln>
          <a:noFill/>
          <a:miter lim="800000"/>
        </a:ln>
        <a:effectLst/>
      </a:spPr>
      <a:bodyPr rtlCol="0" anchor="ctr"/>
      <a:lstStyle>
        <a:defPPr algn="ctr">
          <a:defRPr sz="1500" b="1" dirty="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accent6"/>
          </a:solidFill>
        </a:ln>
      </a:spPr>
      <a:bodyPr/>
      <a:lstStyle/>
      <a:style>
        <a:lnRef idx="1">
          <a:schemeClr val="accent1"/>
        </a:lnRef>
        <a:fillRef idx="0">
          <a:schemeClr val="accent1"/>
        </a:fillRef>
        <a:effectRef idx="0">
          <a:schemeClr val="accent1"/>
        </a:effectRef>
        <a:fontRef idx="minor">
          <a:schemeClr val="tx1"/>
        </a:fontRef>
      </a:style>
    </a:lnDef>
  </a:objectDefaults>
  <a:extraClrSchemeLst/>
  <a:custClrLst>
    <a:custClr name="CVS Health Red">
      <a:srgbClr val="CC0000"/>
    </a:custClr>
    <a:custClr name="PPT Red Dark">
      <a:srgbClr val="9E0000"/>
    </a:custClr>
    <a:custClr name="Gray Extralight">
      <a:srgbClr val="E9E9E9"/>
    </a:custClr>
    <a:custClr name="PPT Gray Light">
      <a:srgbClr val="C0C0C0"/>
    </a:custClr>
    <a:custClr name="PPT Gray Medium">
      <a:srgbClr val="868686"/>
    </a:custClr>
    <a:custClr name="PPT Gray Dark">
      <a:srgbClr val="646464"/>
    </a:custClr>
    <a:custClr name="Aetna Violet">
      <a:srgbClr val="7D3F98"/>
    </a:custClr>
    <a:custClr name="PPT Violet Dark">
      <a:srgbClr val="563D82"/>
    </a:custClr>
    <a:custClr name="Navy Light">
      <a:srgbClr val="0A4B8C"/>
    </a:custClr>
    <a:custClr name="Navy">
      <a:srgbClr val="0B315E"/>
    </a:custClr>
    <a:custClr name="Navy Light">
      <a:srgbClr val="0A4B8C"/>
    </a:custClr>
    <a:custClr name="PPT Blue Dark">
      <a:srgbClr val="267AC0"/>
    </a:custClr>
    <a:custClr name="PPT Teal Extradark">
      <a:srgbClr val="00787E"/>
    </a:custClr>
    <a:custClr name="Teal Dark">
      <a:srgbClr val="00A78E"/>
    </a:custClr>
    <a:custClr name="PPT Gray Dark">
      <a:srgbClr val="646464"/>
    </a:custClr>
    <a:custClr name="PPT Gray Medium">
      <a:srgbClr val="868686"/>
    </a:custClr>
    <a:custClr name="PPT Green Extradark">
      <a:srgbClr val="487A10"/>
    </a:custClr>
    <a:custClr name="Green Dark">
      <a:srgbClr val="61A515"/>
    </a:custClr>
    <a:custClr name="PPT Orange Extradark">
      <a:srgbClr val="CE430C"/>
    </a:custClr>
    <a:custClr name="Orange Dark">
      <a:srgbClr val="F4642A"/>
    </a:custClr>
  </a:custClrLst>
  <a:extLst>
    <a:ext uri="{05A4C25C-085E-4340-85A3-A5531E510DB2}">
      <thm15:themeFamily xmlns:thm15="http://schemas.microsoft.com/office/thememl/2012/main" name="CVS_Health_Executive_Widescreen_Template_05_2022.pptx" id="{0B383F01-B1CC-4419-9B3D-C70BAEC9093D}" vid="{661D2AD6-3207-4564-8743-826336B903D2}"/>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VS Chart Colors">
    <a:dk1>
      <a:srgbClr val="000000"/>
    </a:dk1>
    <a:lt1>
      <a:sysClr val="window" lastClr="FFFFFF"/>
    </a:lt1>
    <a:dk2>
      <a:srgbClr val="3F3F3F"/>
    </a:dk2>
    <a:lt2>
      <a:srgbClr val="C0C0C0"/>
    </a:lt2>
    <a:accent1>
      <a:srgbClr val="0A4B8C"/>
    </a:accent1>
    <a:accent2>
      <a:srgbClr val="267AC0"/>
    </a:accent2>
    <a:accent3>
      <a:srgbClr val="00787E"/>
    </a:accent3>
    <a:accent4>
      <a:srgbClr val="00A78E"/>
    </a:accent4>
    <a:accent5>
      <a:srgbClr val="646464"/>
    </a:accent5>
    <a:accent6>
      <a:srgbClr val="868686"/>
    </a:accent6>
    <a:hlink>
      <a:srgbClr val="3F3F3F"/>
    </a:hlink>
    <a:folHlink>
      <a:srgbClr val="A5A5A5"/>
    </a:folHlink>
  </a:clrScheme>
  <a:fontScheme name="CVS Fonts">
    <a:majorFont>
      <a:latin typeface="CVS Health Sans"/>
      <a:ea typeface=""/>
      <a:cs typeface=""/>
    </a:majorFont>
    <a:minorFont>
      <a:latin typeface="CVS Health Sans"/>
      <a:ea typeface=""/>
      <a:cs typeface=""/>
    </a:minorFont>
  </a:fontScheme>
  <a:fmtScheme name="Flat">
    <a:fillStyleLst>
      <a:solidFill>
        <a:schemeClr val="phClr"/>
      </a:solidFill>
      <a:solidFill>
        <a:schemeClr val="phClr">
          <a:tint val="50000"/>
        </a:schemeClr>
      </a:solidFill>
      <a:solidFill>
        <a:schemeClr val="phClr">
          <a:shade val="65000"/>
        </a:schemeClr>
      </a:solidFill>
    </a:fillStyleLst>
    <a:lnStyleLst>
      <a:ln w="3175" cap="flat" cmpd="sng" algn="ctr">
        <a:solidFill>
          <a:schemeClr val="phClr">
            <a:shade val="65000"/>
          </a:schemeClr>
        </a:solidFill>
        <a:prstDash val="solid"/>
      </a:ln>
      <a:ln w="3175" cap="flat" cmpd="sng" algn="ctr">
        <a:solidFill>
          <a:schemeClr val="phClr"/>
        </a:solidFill>
        <a:prstDash val="solid"/>
      </a:ln>
      <a:ln w="0" cap="flat" cmpd="sng" algn="ctr">
        <a:noFill/>
      </a:ln>
    </a:lnStyleLst>
    <a:effectStyleLst>
      <a:effectStyle>
        <a:effectLst>
          <a:blur/>
        </a:effectLst>
      </a:effectStyle>
      <a:effectStyle>
        <a:effectLst>
          <a:blur/>
        </a:effectLst>
      </a:effectStyle>
      <a:effectStyle>
        <a:effectLst>
          <a:fillOverlay blend="darken">
            <a:solidFill>
              <a:schemeClr val="phClr">
                <a:shade val="30000"/>
              </a:schemeClr>
            </a:solidFill>
          </a:fillOverlay>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BE43C1DEE007549B5BF7E08F20F1E44" ma:contentTypeVersion="18" ma:contentTypeDescription="Create a new document." ma:contentTypeScope="" ma:versionID="db8f9fa2b9d8a93f046f3da30a363bf2">
  <xsd:schema xmlns:xsd="http://www.w3.org/2001/XMLSchema" xmlns:xs="http://www.w3.org/2001/XMLSchema" xmlns:p="http://schemas.microsoft.com/office/2006/metadata/properties" xmlns:ns2="4f133bc1-ffa7-4ac0-a7cb-e515fba97fac" xmlns:ns3="dff59174-e955-4aec-a0b0-e05c3328fbdf" targetNamespace="http://schemas.microsoft.com/office/2006/metadata/properties" ma:root="true" ma:fieldsID="42178b5e1cb225f61beb31acc785239d" ns2:_="" ns3:_="">
    <xsd:import namespace="4f133bc1-ffa7-4ac0-a7cb-e515fba97fac"/>
    <xsd:import namespace="dff59174-e955-4aec-a0b0-e05c3328fbd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Notes"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133bc1-ffa7-4ac0-a7cb-e515fba97f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773e5d3-86f4-436a-b35a-a9b626cf6315" ma:termSetId="09814cd3-568e-fe90-9814-8d621ff8fb84" ma:anchorId="fba54fb3-c3e1-fe81-a776-ca4b69148c4d" ma:open="true" ma:isKeyword="false">
      <xsd:complexType>
        <xsd:sequence>
          <xsd:element ref="pc:Terms" minOccurs="0" maxOccurs="1"/>
        </xsd:sequence>
      </xsd:complexType>
    </xsd:element>
    <xsd:element name="Notes" ma:index="24" nillable="true" ma:displayName="Notes" ma:format="Dropdown" ma:internalName="Notes">
      <xsd:simpleType>
        <xsd:restriction base="dms:Text">
          <xsd:maxLength value="255"/>
        </xsd:restriction>
      </xsd:simpleType>
    </xsd:element>
    <xsd:element name="Date" ma:index="25"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ff59174-e955-4aec-a0b0-e05c3328fbdf"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9879ea2-34aa-40af-892b-e4d2939de390}" ma:internalName="TaxCatchAll" ma:showField="CatchAllData" ma:web="dff59174-e955-4aec-a0b0-e05c3328fbd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Notes xmlns="4f133bc1-ffa7-4ac0-a7cb-e515fba97fac" xsi:nil="true"/>
    <SharedWithUsers xmlns="dff59174-e955-4aec-a0b0-e05c3328fbdf">
      <UserInfo>
        <DisplayName>Blake, Adam F</DisplayName>
        <AccountId>1485</AccountId>
        <AccountType/>
      </UserInfo>
      <UserInfo>
        <DisplayName>Khimani, Priya N</DisplayName>
        <AccountId>1407</AccountId>
        <AccountType/>
      </UserInfo>
      <UserInfo>
        <DisplayName>RobertsGaddipati, Prema S</DisplayName>
        <AccountId>1414</AccountId>
        <AccountType/>
      </UserInfo>
      <UserInfo>
        <DisplayName>Pallatta, Brendan</DisplayName>
        <AccountId>1493</AccountId>
        <AccountType/>
      </UserInfo>
      <UserInfo>
        <DisplayName>Asmal, Zahir</DisplayName>
        <AccountId>617</AccountId>
        <AccountType/>
      </UserInfo>
      <UserInfo>
        <DisplayName>Vanveghten, Krystal M</DisplayName>
        <AccountId>594</AccountId>
        <AccountType/>
      </UserInfo>
      <UserInfo>
        <DisplayName>Pilosi, John J</DisplayName>
        <AccountId>1497</AccountId>
        <AccountType/>
      </UserInfo>
      <UserInfo>
        <DisplayName>Eisenberg, Michelle L</DisplayName>
        <AccountId>1498</AccountId>
        <AccountType/>
      </UserInfo>
      <UserInfo>
        <DisplayName>Stenftennagel, Gary P</DisplayName>
        <AccountId>65</AccountId>
        <AccountType/>
      </UserInfo>
    </SharedWithUsers>
    <TaxCatchAll xmlns="dff59174-e955-4aec-a0b0-e05c3328fbdf" xsi:nil="true"/>
    <lcf76f155ced4ddcb4097134ff3c332f xmlns="4f133bc1-ffa7-4ac0-a7cb-e515fba97fac">
      <Terms xmlns="http://schemas.microsoft.com/office/infopath/2007/PartnerControls"/>
    </lcf76f155ced4ddcb4097134ff3c332f>
    <Date xmlns="4f133bc1-ffa7-4ac0-a7cb-e515fba97fac" xsi:nil="true"/>
  </documentManagement>
</p:properties>
</file>

<file path=customXml/itemProps1.xml><?xml version="1.0" encoding="utf-8"?>
<ds:datastoreItem xmlns:ds="http://schemas.openxmlformats.org/officeDocument/2006/customXml" ds:itemID="{E1364C40-6B34-4252-A68D-CAFE4684D8EF}">
  <ds:schemaRefs>
    <ds:schemaRef ds:uri="http://schemas.microsoft.com/sharepoint/v3/contenttype/forms"/>
  </ds:schemaRefs>
</ds:datastoreItem>
</file>

<file path=customXml/itemProps2.xml><?xml version="1.0" encoding="utf-8"?>
<ds:datastoreItem xmlns:ds="http://schemas.openxmlformats.org/officeDocument/2006/customXml" ds:itemID="{880F36FC-B4D6-4B48-B393-88434832D8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133bc1-ffa7-4ac0-a7cb-e515fba97fac"/>
    <ds:schemaRef ds:uri="dff59174-e955-4aec-a0b0-e05c3328fb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4CFDFAA-EE95-4118-B39E-05D3A20DDF41}">
  <ds:schemaRefs>
    <ds:schemaRef ds:uri="http://schemas.openxmlformats.org/package/2006/metadata/core-properties"/>
    <ds:schemaRef ds:uri="http://purl.org/dc/terms/"/>
    <ds:schemaRef ds:uri="http://schemas.microsoft.com/office/2006/documentManagement/types"/>
    <ds:schemaRef ds:uri="d91ef801-cc49-4d1b-9d99-8edba30cc470"/>
    <ds:schemaRef ds:uri="http://purl.org/dc/elements/1.1/"/>
    <ds:schemaRef ds:uri="http://purl.org/dc/dcmitype/"/>
    <ds:schemaRef ds:uri="http://schemas.microsoft.com/office/infopath/2007/PartnerControls"/>
    <ds:schemaRef ds:uri="13de5c16-9e7a-4463-82f6-a66b6e658a7d"/>
    <ds:schemaRef ds:uri="http://schemas.microsoft.com/office/2006/metadata/properties"/>
    <ds:schemaRef ds:uri="http://www.w3.org/XML/1998/namespace"/>
    <ds:schemaRef ds:uri="4f133bc1-ffa7-4ac0-a7cb-e515fba97fac"/>
    <ds:schemaRef ds:uri="dff59174-e955-4aec-a0b0-e05c3328fbdf"/>
  </ds:schemaRefs>
</ds:datastoreItem>
</file>

<file path=docProps/app.xml><?xml version="1.0" encoding="utf-8"?>
<Properties xmlns="http://schemas.openxmlformats.org/officeDocument/2006/extended-properties" xmlns:vt="http://schemas.openxmlformats.org/officeDocument/2006/docPropsVTypes">
  <Template>Wide Template Upated</Template>
  <TotalTime>0</TotalTime>
  <Words>5609</Words>
  <Application>Microsoft Office PowerPoint</Application>
  <PresentationFormat>Widescreen</PresentationFormat>
  <Paragraphs>611</Paragraphs>
  <Slides>27</Slides>
  <Notes>14</Notes>
  <HiddenSlides>0</HiddenSlides>
  <MMClips>0</MMClips>
  <ScaleCrop>false</ScaleCrop>
  <HeadingPairs>
    <vt:vector size="4" baseType="variant">
      <vt:variant>
        <vt:lpstr>Theme</vt:lpstr>
      </vt:variant>
      <vt:variant>
        <vt:i4>8</vt:i4>
      </vt:variant>
      <vt:variant>
        <vt:lpstr>Slide Titles</vt:lpstr>
      </vt:variant>
      <vt:variant>
        <vt:i4>27</vt:i4>
      </vt:variant>
    </vt:vector>
  </HeadingPairs>
  <TitlesOfParts>
    <vt:vector size="35" baseType="lpstr">
      <vt:lpstr>Wide Template Upated</vt:lpstr>
      <vt:lpstr>6_CVS_Health_PPT_Everyday_Widescreen_Template</vt:lpstr>
      <vt:lpstr>Everyday Template</vt:lpstr>
      <vt:lpstr>3_CVS_Health_PPT_Everyday_Widescreen_Template</vt:lpstr>
      <vt:lpstr>CVS_Health_PPT_Executive_Template</vt:lpstr>
      <vt:lpstr>CVS_Health_PPT_Everyday_Widescreen_Template</vt:lpstr>
      <vt:lpstr>CVS_Health_PPT_EVERYDAY_Template_v02</vt:lpstr>
      <vt:lpstr>CVS_Health_PPT_Executive_Template</vt:lpstr>
      <vt:lpstr>Digital Retail Rx PI4 Solution Demo and PI1 Candidate Review   Jan 26, 2023</vt:lpstr>
      <vt:lpstr>PI4 Demos by Customer Experience</vt:lpstr>
      <vt:lpstr>Cash Discount Tool – Search Enhancements Scheduled for Release 2/7</vt:lpstr>
      <vt:lpstr>Digital Order Tracker (DOT):  Add a sign-in &amp; create account links to error pages </vt:lpstr>
      <vt:lpstr>Unlock On Holds – Phase 2  </vt:lpstr>
      <vt:lpstr>Reduce Refill Too Soon</vt:lpstr>
      <vt:lpstr>Detailed Recent Orders On Hold Status   Scheduled for Release in early PI 1</vt:lpstr>
      <vt:lpstr>Guided Digital Pharmacy Onboarding Wizard: Web/mWeb MVP</vt:lpstr>
      <vt:lpstr>The onboarding flow will enable patients to confirm and update their contact preferences</vt:lpstr>
      <vt:lpstr>Cross-LOB consent captured in onboarding flow enables Caremark members to view their plan status on CVS.com</vt:lpstr>
      <vt:lpstr>ScriptSync Eligibility Expansion (90D, Pending state) – Live</vt:lpstr>
      <vt:lpstr>Update Promise Time Schedule - Pilot to 604 Stores</vt:lpstr>
      <vt:lpstr>Action Note Banner on the Mobile App Pharmacy Dashboard </vt:lpstr>
      <vt:lpstr>Allow Ready for pickup card to lead straight to the cart for eligible Rx (App) </vt:lpstr>
      <vt:lpstr>Barcode Pickup on Order Ready Page </vt:lpstr>
      <vt:lpstr>Rx Solution: Lean Team Highlights What we did / What’s the Impact</vt:lpstr>
      <vt:lpstr>               PI1 Candidates             PI planning 1/30 – 2/3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2022 Solution Scorecard</dc:title>
  <dc:creator>Mahima.Srivastava@CVSHealth.com</dc:creator>
  <cp:lastModifiedBy>Emerson, Jennifer</cp:lastModifiedBy>
  <cp:revision>3</cp:revision>
  <dcterms:created xsi:type="dcterms:W3CDTF">2022-02-16T22:30:21Z</dcterms:created>
  <dcterms:modified xsi:type="dcterms:W3CDTF">2025-10-15T10:16:25Z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7599526-06ca-49cc-9fa9-5307800a949a_Enabled">
    <vt:lpwstr>true</vt:lpwstr>
  </property>
  <property fmtid="{D5CDD505-2E9C-101B-9397-08002B2CF9AE}" pid="3" name="MSIP_Label_67599526-06ca-49cc-9fa9-5307800a949a_SetDate">
    <vt:lpwstr>2022-02-10T16:03:31Z</vt:lpwstr>
  </property>
  <property fmtid="{D5CDD505-2E9C-101B-9397-08002B2CF9AE}" pid="4" name="MSIP_Label_67599526-06ca-49cc-9fa9-5307800a949a_Method">
    <vt:lpwstr>Standard</vt:lpwstr>
  </property>
  <property fmtid="{D5CDD505-2E9C-101B-9397-08002B2CF9AE}" pid="5" name="MSIP_Label_67599526-06ca-49cc-9fa9-5307800a949a_Name">
    <vt:lpwstr>67599526-06ca-49cc-9fa9-5307800a949a</vt:lpwstr>
  </property>
  <property fmtid="{D5CDD505-2E9C-101B-9397-08002B2CF9AE}" pid="6" name="MSIP_Label_67599526-06ca-49cc-9fa9-5307800a949a_SiteId">
    <vt:lpwstr>fabb61b8-3afe-4e75-b934-a47f782b8cd7</vt:lpwstr>
  </property>
  <property fmtid="{D5CDD505-2E9C-101B-9397-08002B2CF9AE}" pid="7" name="MSIP_Label_67599526-06ca-49cc-9fa9-5307800a949a_ActionId">
    <vt:lpwstr>391810ee-93b9-4a23-acd2-335476a1e8af</vt:lpwstr>
  </property>
  <property fmtid="{D5CDD505-2E9C-101B-9397-08002B2CF9AE}" pid="8" name="MSIP_Label_67599526-06ca-49cc-9fa9-5307800a949a_ContentBits">
    <vt:lpwstr>0</vt:lpwstr>
  </property>
  <property fmtid="{D5CDD505-2E9C-101B-9397-08002B2CF9AE}" pid="9" name="ContentTypeId">
    <vt:lpwstr>0x010100FBE43C1DEE007549B5BF7E08F20F1E44</vt:lpwstr>
  </property>
</Properties>
</file>