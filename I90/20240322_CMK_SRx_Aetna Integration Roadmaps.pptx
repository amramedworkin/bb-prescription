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2.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theme/theme3.xml" ContentType="application/vnd.openxmlformats-officedocument.theme+xml"/>
  <Override PartName="/ppt/tags/tag11.xml" ContentType="application/vnd.openxmlformats-officedocument.presentationml.tags+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theme/theme4.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theme/theme5.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6.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Override1.xml" ContentType="application/vnd.openxmlformats-officedocument.themeOverride+xml"/>
  <Override PartName="/ppt/tags/tag29.xml" ContentType="application/vnd.openxmlformats-officedocument.presentationml.tags+xml"/>
  <Override PartName="/ppt/theme/theme7.xml" ContentType="application/vnd.openxmlformats-officedocument.them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xml" ContentType="application/vnd.openxmlformats-officedocument.presentationml.notesSlide+xml"/>
  <Override PartName="/ppt/tags/tag37.xml" ContentType="application/vnd.openxmlformats-officedocument.presentationml.tags+xml"/>
  <Override PartName="/ppt/notesSlides/notesSlide2.xml" ContentType="application/vnd.openxmlformats-officedocument.presentationml.notesSlide+xml"/>
  <Override PartName="/ppt/tags/tag38.xml" ContentType="application/vnd.openxmlformats-officedocument.presentationml.tags+xml"/>
  <Override PartName="/ppt/notesSlides/notesSlide3.xml" ContentType="application/vnd.openxmlformats-officedocument.presentationml.notesSlide+xml"/>
  <Override PartName="/ppt/tags/tag39.xml" ContentType="application/vnd.openxmlformats-officedocument.presentationml.tags+xml"/>
  <Override PartName="/ppt/notesSlides/notesSlide4.xml" ContentType="application/vnd.openxmlformats-officedocument.presentationml.notesSlide+xml"/>
  <Override PartName="/ppt/tags/tag40.xml" ContentType="application/vnd.openxmlformats-officedocument.presentationml.tags+xml"/>
  <Override PartName="/ppt/notesSlides/notesSlide5.xml" ContentType="application/vnd.openxmlformats-officedocument.presentationml.notesSlide+xml"/>
  <Override PartName="/ppt/tags/tag41.xml" ContentType="application/vnd.openxmlformats-officedocument.presentationml.tags+xml"/>
  <Override PartName="/ppt/notesSlides/notesSlide6.xml" ContentType="application/vnd.openxmlformats-officedocument.presentationml.notesSlide+xml"/>
  <Override PartName="/ppt/tags/tag4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4" r:id="rId4"/>
    <p:sldMasterId id="2147484952" r:id="rId5"/>
    <p:sldMasterId id="2147484996" r:id="rId6"/>
    <p:sldMasterId id="2147485047" r:id="rId7"/>
    <p:sldMasterId id="2147485051" r:id="rId8"/>
    <p:sldMasterId id="2147485074" r:id="rId9"/>
  </p:sldMasterIdLst>
  <p:notesMasterIdLst>
    <p:notesMasterId r:id="rId24"/>
  </p:notesMasterIdLst>
  <p:sldIdLst>
    <p:sldId id="2147483224" r:id="rId10"/>
    <p:sldId id="2147483348" r:id="rId11"/>
    <p:sldId id="2147483340" r:id="rId12"/>
    <p:sldId id="2147483067" r:id="rId13"/>
    <p:sldId id="2147483290" r:id="rId14"/>
    <p:sldId id="2147483347" r:id="rId15"/>
    <p:sldId id="2147483292" r:id="rId16"/>
    <p:sldId id="2147483066" r:id="rId17"/>
    <p:sldId id="2147483245" r:id="rId18"/>
    <p:sldId id="2147483315" r:id="rId19"/>
    <p:sldId id="2147483266" r:id="rId20"/>
    <p:sldId id="2147483349" r:id="rId21"/>
    <p:sldId id="2147483226" r:id="rId22"/>
    <p:sldId id="2147481445" r:id="rId23"/>
  </p:sldIdLst>
  <p:sldSz cx="12192000" cy="6858000"/>
  <p:notesSz cx="6858000" cy="91440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A794A73-AE42-A14F-98F1-A56766C712FE}">
          <p14:sldIdLst>
            <p14:sldId id="2147483224"/>
            <p14:sldId id="2147483348"/>
            <p14:sldId id="2147483340"/>
            <p14:sldId id="2147483067"/>
            <p14:sldId id="2147483290"/>
            <p14:sldId id="2147483347"/>
            <p14:sldId id="2147483292"/>
            <p14:sldId id="2147483066"/>
            <p14:sldId id="2147483245"/>
            <p14:sldId id="2147483315"/>
            <p14:sldId id="2147483266"/>
            <p14:sldId id="2147483349"/>
            <p14:sldId id="2147483226"/>
            <p14:sldId id="214748144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910FB04-34AC-D17F-C5C2-076DF63F614A}" name="Omeara, Derek M" initials="OM" userId="S::omearad@aetna.com::62c6682d-08c5-4117-9168-f12051736874" providerId="AD"/>
  <p188:author id="{69D89606-5686-C66E-34FE-93581C59E612}" name="DelToro, Maria T" initials="DT" userId="S::maria.deltoro2@cvshealth.com::08b00edd-905d-4ac0-b840-9051b7b19c9a" providerId="AD"/>
  <p188:author id="{4636000B-F42E-939E-111F-731D65EA65CF}" name="Skocypec, Karen" initials="SK" userId="S::karen.skocypec@cvshealth.com::edefcf41-19fc-4e21-a6ba-a708f06f5397" providerId="AD"/>
  <p188:author id="{7409BE16-9BF1-708E-1A06-00A1D8AA0963}" name="Batzner, Philip J" initials="BJ" userId="S::philip.batzner@cvshealth.com::49507a59-7d2f-4609-a5e8-c2e28bf9eb2d" providerId="AD"/>
  <p188:author id="{4CD3EA17-7379-EF17-601F-7EDF8AD32EFC}" name="Shah, Viral" initials="SV" userId="S::viral.shah2@cvshealth.com::6c57f40d-2f07-49af-8f24-ddb010c340e6" providerId="AD"/>
  <p188:author id="{F2452319-F1F7-4358-E26F-6D41B2C27AAF}" name="Sabetta, Dina J" initials="SDJ" userId="S::Dina.Sabetta@CVSHealth.com::69f03901-9edf-4b6f-9c36-2206dc8f8996" providerId="AD"/>
  <p188:author id="{127EEB1A-8D48-7F5E-D0EB-985627588AF1}" name="Mccarthy, Rachel L" initials="MRL" userId="S::Rachel.McCarthy@CVSHealth.com::21697e60-0990-4db8-b816-6ae55f94486b" providerId="AD"/>
  <p188:author id="{909F6F1E-2217-6065-260C-97DA19EC1F81}" name="Walsh, Danielle" initials="WD" userId="S::danielle.walsh@cvshealth.com::26c0be50-e250-4c78-97b0-909a84014566" providerId="AD"/>
  <p188:author id="{04AB7021-EA2A-7C2C-1F96-DB8AFE7543C2}" name="Zhou, Julie" initials="ZJ" userId="S::Julie.Zhou@CVSHealth.com::0dd7e384-6f58-48a1-b884-3b763f4ae5c6" providerId="AD"/>
  <p188:author id="{0E1A0528-0783-FC76-930F-9FC41BB64450}" name="Michelini, Justine" initials="MJ" userId="S::justine.michelini@cvshealth.com::8f8bc0db-812e-480f-9dab-d5f25a8f9723" providerId="AD"/>
  <p188:author id="{7732F52E-3237-358D-4370-054A31CC5D55}" name="Casha, Salena I" initials="CI" userId="S::salena.casha@cvshealth.com::d351244f-2c9c-477b-a05f-3399eb7f01e0" providerId="AD"/>
  <p188:author id="{A1829A2F-9B67-B4DC-9AEF-98216ECF8339}" name="Eisenberg, Michelle L" initials="EML" userId="S::Michelle.Eisenberg@CVSHealth.com::ef0c9cb8-25e6-43ea-a83d-caafd7f06b46" providerId="AD"/>
  <p188:author id="{3C4B9D30-F6D6-76E5-7E2C-61AAB83837FF}" name="Pencz, Joanna" initials="PJ" userId="S::Joanna.Pencz@CVSHealth.com::5863b47f-ef92-43f2-8b9b-68bbfa1bbf09" providerId="AD"/>
  <p188:author id="{A56CF531-E959-AE48-19D4-966024187A36}" name="yarlagadda, archana v" initials="yv" userId="S::archana.yarlagadda@cvshealth.com::6b06e0c2-b28b-452f-8c72-7c4a6594f147" providerId="AD"/>
  <p188:author id="{D46F8237-68BB-DD3D-7A5C-54606E91A074}" name="Veneziano, Livia" initials="LV" userId="S::Livia.Veneziano@CVSHealth.com::13e487e0-6727-41f4-8254-7f99caaff3dd" providerId="AD"/>
  <p188:author id="{4E68BE3A-20E8-9B64-79DD-935184F3AF24}" name="Taff, Andrew" initials="TA" userId="S::andrew.taff@cvshealth.com::4b66dd3a-c17d-47e0-8779-328048873803" providerId="AD"/>
  <p188:author id="{DD1E2D40-8233-4CFF-0742-240AA4ECAAF5}" name="Deininger, Nicholas" initials="DN" userId="S::Nicholas.Deininger@CVSHealth.com::7b1580a5-4843-474e-a017-bf9bb1f6d44e" providerId="AD"/>
  <p188:author id="{747A2A42-E348-32C9-05C7-F722F1F1869D}" name="Beltejar, Jacqueline" initials="BJ" userId="S::jacqueline.beltejar@cvshealth.com::b52a6eb8-4160-485c-91f2-7fe984162956" providerId="AD"/>
  <p188:author id="{1335EB46-0C70-4654-E935-13775256B26E}" name="Berns, Ryan T" initials="RB" userId="S::BernsR@cvshealth.com::7e401690-f7bd-48cc-92c6-b433fae42bec" providerId="AD"/>
  <p188:author id="{6DAB3F47-D980-997F-0A7A-9E84586AFE04}" name="Simoneau, Cameron" initials="" userId="S::Cameron.Simoneau@CVSHealth.com::4039b0b6-9d39-4e17-a14a-55beda9aa475" providerId="AD"/>
  <p188:author id="{8674F549-B39F-B936-7535-9EB90E4A9160}" name="Yang, Elaine (Yanjun)" initials="YE(" userId="S::YangE1@aetna.com::2a07e32b-ab45-45fb-ae79-7f93044db412" providerId="AD"/>
  <p188:author id="{912B4F4C-4374-BF22-6452-685F6985F26D}" name="Okorn, James J" initials="" userId="S::James.Okorn@CVSHealth.com::ddba6bbf-fc59-48b1-b514-8fe8acaa6177" providerId="AD"/>
  <p188:author id="{82E2B759-2DA6-04C4-5296-3836CD0DC0EF}" name="Gilligan, Ty C" initials="TG" userId="S::Ty.Gilligan@CVSHealth.com::85fb983a-8661-4b39-9fa9-a7608790f526" providerId="AD"/>
  <p188:author id="{705DA360-F778-7AD6-0997-6630E987C29E}" name="Howard, Kenneth M" initials="HM" userId="S::kenneth.howard4@cvshealth.com::9776d872-dfab-4dff-9748-8300df148e3d" providerId="AD"/>
  <p188:author id="{56619063-34C5-CAE9-9767-A1CF008B0A94}" name="Vecchione, James" initials="VJ" userId="S::James.Vecchione@CVSHealth.com::dd2017c9-a8aa-4f38-a2d5-71453a10dc16" providerId="AD"/>
  <p188:author id="{1A8A6965-08F2-5563-3EE8-45C7247A420C}" name="Kornfeind, Katelin R" initials="" userId="S::Katelin.Kornfeind@CVSHealth.com::90061708-d969-4112-b04a-2fe170942442" providerId="AD"/>
  <p188:author id="{BE7B956D-A160-BA58-C61A-F5E25C113531}" name="Chiang, Cathy" initials="CC" userId="S::cathy.chiang@cvshealth.com::e9161075-b274-4062-ac6f-de24e9a8f8ef" providerId="AD"/>
  <p188:author id="{0176E56D-FDC7-54E4-C5D1-764524D16754}" name="Gastineau, Pierre" initials="" userId="S::GastineauP@aetna.com::b922d74b-ae6d-44cb-aa97-2d58a52d7866" providerId="AD"/>
  <p188:author id="{7A68696E-E60E-CCF1-A60B-06A6AA701362}" name="Lindner, Andrea Nettie" initials="LN" userId="S::andrea.lindner@cvshealth.com::f6013a90-d227-4f1f-b766-4a2dd27b2e08" providerId="AD"/>
  <p188:author id="{2C9E7D75-C074-B14C-0FAF-B1CC77901C94}" name="Ferguson, William" initials="FW" userId="S::william.ferguson@cvshealth.com::a0b7dca5-b538-423d-a10b-e9b0bc29bb7e" providerId="AD"/>
  <p188:author id="{788F0378-402B-2D5F-92F7-A240CAC9A0AD}" name="Rachel Gates" initials="RG" userId="S::Rachel.Gates@CVSHealth.com::5ca74e6f-2094-41d8-97b3-2c62ba18498f" providerId="AD"/>
  <p188:author id="{7BD8BA79-00C5-68B7-BD48-6C7CB2313FDF}" name="Eisenberg, Michelle L" initials="EL" userId="S::michelle.eisenberg@cvshealth.com::ef0c9cb8-25e6-43ea-a83d-caafd7f06b46" providerId="AD"/>
  <p188:author id="{E243AC81-350F-9DC4-0C4D-F22AA341B4E2}" name="Salort, Ana L" initials="SL" userId="S::ana.salort@cvshealth.com::552360cc-5ae9-4842-845f-27885dbff5ad" providerId="AD"/>
  <p188:author id="{317CD686-C54B-4588-60D3-E225EC79985B}" name="Gerrits, Jamie M" initials="GJM" userId="S::GerritsJ@aetna.com::36cbf0b6-a380-41fb-9411-2d38a812501a" providerId="AD"/>
  <p188:author id="{E44A2189-B208-6BEC-CF28-34B1DBC10FA2}" name="Beltejar, Jacqueline" initials="JB" userId="S::Jacqueline.Beltejar@CVSHealth.com::b52a6eb8-4160-485c-91f2-7fe984162956" providerId="AD"/>
  <p188:author id="{C7BBE089-3B01-0E13-E0C5-D3BBC4C88D8D}" name="Howard, Kenneth M" initials="HKM" userId="S::Kenneth.Howard4@CVSHealth.com::9776d872-dfab-4dff-9748-8300df148e3d" providerId="AD"/>
  <p188:author id="{DB34A28A-233B-85BD-A70F-9EBC298C6F10}" name="Olszowy, Ellen F (AnalystDigitalOps)" initials="OEF(" userId="S::ellen.olszowy@cvshealth.com::c606bb92-3eda-4b79-816b-92ea58ff0891" providerId="AD"/>
  <p188:author id="{CA6A6D94-A330-0C8C-BCA6-39E40037DD0D}" name="Ahluwalia, Smita" initials="AS" userId="S::smita.ahluwalia@cvshealth.com::ce48433c-4d27-4145-b142-7b329cbc897f" providerId="AD"/>
  <p188:author id="{753BA496-AB6F-7C36-319F-198B254B50B0}" name="Freytag, Sarah" initials="FS" userId="S::Sarah.Freytag@CVSHealth.com::90e86f8f-4bbe-43c2-b6c5-002a19fdbc05" providerId="AD"/>
  <p188:author id="{8CFE7497-F87E-BED4-38F2-F9E672B25739}" name="Rosa, Erin M" initials="RM" userId="S::erin.rosa@cvshealth.com::47e92f8c-7f11-4041-a36f-ce54c38b0eb8" providerId="AD"/>
  <p188:author id="{709CD49B-00C4-B538-80AD-EB6F4B36C2A7}" name="Stenftennagel, Gary P" initials="SGP" userId="S::Gary.Stenftennagel@CVSHealth.com::6d8bec56-d8b8-4390-a45b-b73cfe9da6ce" providerId="AD"/>
  <p188:author id="{4AC44C9D-D8AA-91F5-369F-64E1A0C46C79}" name="Ferguson, William" initials="" userId="S::William.Ferguson@CVSHealth.com::a0b7dca5-b538-423d-a10b-e9b0bc29bb7e" providerId="AD"/>
  <p188:author id="{E4427C9D-0F20-2313-8831-FBA1C152EF4A}" name="Jackson, Taylor D" initials="JD" userId="S::taylor.jackson2@cvshealth.com::781e00d6-3c34-4189-b82e-466c05ac090d" providerId="AD"/>
  <p188:author id="{4C33D3A2-6A6F-C575-8BE5-C788475327A3}" name="Weber, Tracey D" initials="WTD" userId="S::tracey.weber@cvshealth.com::9c8f72df-4331-4f75-9baa-b2ac6a87997d" providerId="AD"/>
  <p188:author id="{62E113A3-3878-EFD0-CBA2-2217B05DF36D}" name="Ellis, Casey J" initials="ECJ" userId="S::EllisC2@aetna.com::17288c14-f6c9-408e-a9e2-1682f9703085" providerId="AD"/>
  <p188:author id="{0BD1D5A4-C212-7E1E-8E5C-7309ADD979BA}" name="Broccoli, Joseph" initials="" userId="S::Joseph.Broccoli@CVSHealth.com::b390fd87-6135-4fd4-bb0c-c67a558db25a" providerId="AD"/>
  <p188:author id="{096C82A5-546F-8823-3ED4-C25410F2C6F3}" name="Veluri, Akhila" initials="VA" userId="S::akhila.veluri@cvshealth.com::06ad6bdf-64c7-43a3-95ff-574465aa254a" providerId="AD"/>
  <p188:author id="{D9C0F2A5-B268-B0E8-BC51-1859FD32D091}" name="yarlagadda, archana v" initials="" userId="S::archana.yarlagadda@CVSHealth.com::6b06e0c2-b28b-452f-8c72-7c4a6594f147" providerId="AD"/>
  <p188:author id="{08FD1BA9-15CB-6ED9-733B-24A55467F392}" name="Ta, Sandy" initials="TS" userId="S::Sandy.Ta@CVSHealth.com::108f513a-cc8d-4119-b113-98a3990a3283" providerId="AD"/>
  <p188:author id="{7E40FEAA-FFB7-97C0-DF51-C967B9C13A2C}" name="Farrar, Neva" initials="FN" userId="S::Neva.Farrar@CVSHealth.com::b2e19950-6c06-4181-be52-1d675ea793e3" providerId="AD"/>
  <p188:author id="{C4DBD2AC-A44C-0537-0180-B13F2B13E782}" name="Freytag, Sarah" initials="FS" userId="S::sarah.freytag@cvshealth.com::90e86f8f-4bbe-43c2-b6c5-002a19fdbc05" providerId="AD"/>
  <p188:author id="{38DB40B1-72C2-2BED-0568-7F674138BEDA}" name="Baggia, Jessica" initials="" userId="S::Jessica.Baggia@CVSHealth.com::9ce0c9db-d821-4f18-80b0-a24dcce3906b" providerId="AD"/>
  <p188:author id="{35BF9DBB-21F9-31CF-A7FC-D742037C44ED}" name="Eisenberg, Jason R" initials="EJR" userId="S::jason.eisenberg@cvshealth.com::8b828194-6d2c-4632-ab24-ddf5c2bd6317" providerId="AD"/>
  <p188:author id="{C90CFFC1-A0E5-9C0C-2BC8-C113A80CF368}" name="Brooks, Meghan" initials="BM" userId="S::meghan.oneill@cvshealth.com::83688473-492b-4114-8227-d8537953ac93" providerId="AD"/>
  <p188:author id="{19FF22C2-D886-6508-3E99-B938F5712604}" name="Berns, Ryan T" initials="BT" userId="S::bernsr@cvshealth.com::7e401690-f7bd-48cc-92c6-b433fae42bec" providerId="AD"/>
  <p188:author id="{ADDFF3C6-5BF9-FE85-4E17-0A1649BC6136}" name="Shah, Viral" initials="" userId="S::Viral.Shah2@CVSHealth.com::6c57f40d-2f07-49af-8f24-ddb010c340e6" providerId="AD"/>
  <p188:author id="{E5E952D2-F97B-0912-3E93-D4C52D5173E5}" name="Veneziano, Livia" initials="VL" userId="S::livia.veneziano@cvshealth.com::13e487e0-6727-41f4-8254-7f99caaff3dd" providerId="AD"/>
  <p188:author id="{594717DC-AE91-590D-A663-3186256CE151}" name="Sly, Darcy M" initials="SM" userId="S::darcy.sly@cvshealth.com::6452bc90-a770-4e57-83c0-66c1c89d1f68" providerId="AD"/>
  <p188:author id="{46A0AEDC-33C7-F77C-433B-4C9613F1DB9D}" name="Gibalerio, Kyle" initials="GK" userId="S::kyle.gibalerio@cvshealth.com::290c3331-274f-48ac-8590-f7f69101f142" providerId="AD"/>
  <p188:author id="{F2171ADD-8DA3-7F9D-D34F-EC79EF2458D3}" name="Gilligan, Ty C" initials="GTC" userId="S::ty.gilligan@cvshealth.com::85fb983a-8661-4b39-9fa9-a7608790f526" providerId="AD"/>
  <p188:author id="{E46278DE-1F17-2102-7F0A-A34500D1B50F}" name="Gibalerio, Kyle" initials="" userId="S::Kyle.Gibalerio@CVSHealth.com::290c3331-274f-48ac-8590-f7f69101f142" providerId="AD"/>
  <p188:author id="{5D9A62E9-8012-E9C6-6EFC-842AB7A933A4}" name="Shimanek, Anna" initials="SA" userId="S::anna.shimanek@cvshealth.com::0a7603ac-7e01-419d-b728-a4e82e1588de" providerId="AD"/>
  <p188:author id="{AE2C16ED-3EE5-37FD-7687-04E4710BC3F4}" name="Weber, Tracey D" initials="" userId="S::Tracey.Weber@CVSHealth.com::9c8f72df-4331-4f75-9baa-b2ac6a87997d" providerId="AD"/>
  <p188:author id="{372788ED-2D9B-0736-8B27-5BB7139AE25A}" name="Taff, Andrew" initials="AT" userId="S::Andrew.Taff@CVSHealth.com::4b66dd3a-c17d-47e0-8779-328048873803" providerId="AD"/>
  <p188:author id="{7ED651F0-1F79-67EC-ACB7-276F118E831C}" name="Moran, Nathan" initials="MN" userId="S::Nathan.Moran@CVSHealth.com::2bcbd032-ec18-411c-8487-58b2aab3fad5" providerId="AD"/>
  <p188:author id="{887A86F6-7703-2D94-2E65-D3031930D939}" name="Okorn, James J" initials="OJ" userId="S::james.okorn@cvshealth.com::ddba6bbf-fc59-48b1-b514-8fe8acaa6177" providerId="AD"/>
  <p188:author id="{2ACF39F9-20EB-AA10-B730-5E1A5627157B}" name="Brown, Meera Kiran" initials="BMK" userId="S::meera.brown@cvshealth.com::cfee6729-6a03-4705-81d9-e29fcd6e0ebd" providerId="AD"/>
  <p188:author id="{4DC43BFD-1E1C-04C3-1648-DE9A3DD97C1D}" name="Ta, Sandy" initials="TS" userId="S::sandy.ta@cvshealth.com::108f513a-cc8d-4119-b113-98a3990a328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D2D2E"/>
    <a:srgbClr val="646464"/>
    <a:srgbClr val="0A4B8C"/>
    <a:srgbClr val="A6A6A6"/>
    <a:srgbClr val="BCE5EE"/>
    <a:srgbClr val="E2E2E2"/>
    <a:srgbClr val="D2D8E1"/>
    <a:srgbClr val="000000"/>
    <a:srgbClr val="6D6C6D"/>
    <a:srgbClr val="0021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7E7486-C3B5-4B25-B594-2BCB115DCD26}" v="16" dt="2024-03-20T20:12:12.3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40" autoAdjust="0"/>
    <p:restoredTop sz="94660"/>
  </p:normalViewPr>
  <p:slideViewPr>
    <p:cSldViewPr snapToGrid="0">
      <p:cViewPr varScale="1">
        <p:scale>
          <a:sx n="104" d="100"/>
          <a:sy n="104" d="100"/>
        </p:scale>
        <p:origin x="114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2.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theme" Target="theme/theme1.xml"/><Relationship Id="rId10" Type="http://schemas.openxmlformats.org/officeDocument/2006/relationships/slide" Target="slides/slide1.xml"/><Relationship Id="rId19" Type="http://schemas.openxmlformats.org/officeDocument/2006/relationships/slide" Target="slides/slide10.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E39613-8C84-4FE8-B4A5-73F5AE0ED92B}" type="datetimeFigureOut">
              <a:rPr lang="en-US" smtClean="0"/>
              <a:t>10/10/2025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176EF1-B222-48F6-BC32-53B413D1E433}" type="slidenum">
              <a:rPr lang="en-US" smtClean="0"/>
              <a:t>‹#›</a:t>
            </a:fld>
            <a:endParaRPr lang="en-US"/>
          </a:p>
        </p:txBody>
      </p:sp>
    </p:spTree>
    <p:extLst>
      <p:ext uri="{BB962C8B-B14F-4D97-AF65-F5344CB8AC3E}">
        <p14:creationId xmlns:p14="http://schemas.microsoft.com/office/powerpoint/2010/main" val="2684592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79C35E-2A3D-46C4-BBBA-7087AAAC1FC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7027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1AA5FAF7-39EA-4D74-8DED-5F713B0482D9}"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60695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1AA5FAF7-39EA-4D74-8DED-5F713B0482D9}"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764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1AA5FAF7-39EA-4D74-8DED-5F713B0482D9}"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37213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1AA5FAF7-39EA-4D74-8DED-5F713B0482D9}"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43418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1AA5FAF7-39EA-4D74-8DED-5F713B0482D9}"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52001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a:t>To check with Jess on whether in scope for PI2:</a:t>
            </a:r>
          </a:p>
          <a:p>
            <a:pPr marL="171450" indent="-171450">
              <a:buFontTx/>
              <a:buChar char="-"/>
            </a:pPr>
            <a:r>
              <a:rPr lang="en-US"/>
              <a:t>Experience APIs for native apps for CMK patients</a:t>
            </a:r>
          </a:p>
          <a:p>
            <a:pPr marL="171450" indent="-171450">
              <a:buFontTx/>
              <a:buChar char="-"/>
            </a:pPr>
            <a:r>
              <a:rPr lang="en-US"/>
              <a:t>Unhappy path for progressive profile (alternate methods to lookup cross-LOB profiles such as diff PII, Rx bottle scan)</a:t>
            </a:r>
          </a:p>
          <a:p>
            <a:pPr marL="171450" indent="-171450">
              <a:buFontTx/>
              <a:buChar char="-"/>
            </a:pPr>
            <a:r>
              <a:rPr lang="en-US" err="1"/>
              <a:t>Passwordless</a:t>
            </a:r>
            <a:r>
              <a:rPr lang="en-US"/>
              <a:t> create account + login</a:t>
            </a:r>
          </a:p>
          <a:p>
            <a:pPr marL="171450" indent="-171450">
              <a:buFontTx/>
              <a:buChar char="-"/>
            </a:pPr>
            <a:r>
              <a:rPr lang="en-US"/>
              <a:t>Introduce KMSI functionality</a:t>
            </a:r>
          </a:p>
          <a:p>
            <a:pPr marL="171450" indent="-171450">
              <a:buFontTx/>
              <a:buChar char="-"/>
            </a:pPr>
            <a:r>
              <a:rPr lang="en-US"/>
              <a:t>Integrating MNO and expanding phone numbers to OTP</a:t>
            </a:r>
          </a:p>
        </p:txBody>
      </p:sp>
      <p:sp>
        <p:nvSpPr>
          <p:cNvPr id="4" name="Slide Number Placeholder 3"/>
          <p:cNvSpPr>
            <a:spLocks noGrp="1"/>
          </p:cNvSpPr>
          <p:nvPr>
            <p:ph type="sldNum" sz="quarter" idx="5"/>
          </p:nvPr>
        </p:nvSpPr>
        <p:spPr/>
        <p:txBody>
          <a:bodyPr/>
          <a:lstStyle/>
          <a:p>
            <a:fld id="{6777E0F3-2CE9-5047-B209-8F00DFBD1C2B}" type="slidenum">
              <a:rPr lang="en-US" smtClean="0"/>
              <a:t>10</a:t>
            </a:fld>
            <a:endParaRPr lang="en-US"/>
          </a:p>
        </p:txBody>
      </p:sp>
    </p:spTree>
    <p:extLst>
      <p:ext uri="{BB962C8B-B14F-4D97-AF65-F5344CB8AC3E}">
        <p14:creationId xmlns:p14="http://schemas.microsoft.com/office/powerpoint/2010/main" val="2157821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a:p>
        </p:txBody>
      </p:sp>
      <p:sp>
        <p:nvSpPr>
          <p:cNvPr id="4" name="Slide Number Placeholder 3"/>
          <p:cNvSpPr>
            <a:spLocks noGrp="1"/>
          </p:cNvSpPr>
          <p:nvPr>
            <p:ph type="sldNum" sz="quarter" idx="5"/>
          </p:nvPr>
        </p:nvSpPr>
        <p:spPr/>
        <p:txBody>
          <a:bodyPr/>
          <a:lstStyle/>
          <a:p>
            <a:fld id="{6777E0F3-2CE9-5047-B209-8F00DFBD1C2B}" type="slidenum">
              <a:rPr lang="en-US" smtClean="0"/>
              <a:t>11</a:t>
            </a:fld>
            <a:endParaRPr lang="en-US"/>
          </a:p>
        </p:txBody>
      </p:sp>
    </p:spTree>
    <p:extLst>
      <p:ext uri="{BB962C8B-B14F-4D97-AF65-F5344CB8AC3E}">
        <p14:creationId xmlns:p14="http://schemas.microsoft.com/office/powerpoint/2010/main" val="32260766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tags" Target="../tags/tag5.xml"/><Relationship Id="rId7"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9" Type="http://schemas.openxmlformats.org/officeDocument/2006/relationships/image" Target="../media/image12.emf"/></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1.emf"/></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4.xml"/><Relationship Id="rId1" Type="http://schemas.openxmlformats.org/officeDocument/2006/relationships/tags" Target="../tags/tag14.xml"/><Relationship Id="rId4" Type="http://schemas.openxmlformats.org/officeDocument/2006/relationships/image" Target="../media/image1.emf"/></Relationships>
</file>

<file path=ppt/slideLayouts/_rels/slideLayout13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4.xml"/><Relationship Id="rId1" Type="http://schemas.openxmlformats.org/officeDocument/2006/relationships/tags" Target="../tags/tag15.xml"/><Relationship Id="rId4" Type="http://schemas.openxmlformats.org/officeDocument/2006/relationships/image" Target="../media/image1.emf"/></Relationships>
</file>

<file path=ppt/slideLayouts/_rels/slideLayout13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5.xml"/><Relationship Id="rId1" Type="http://schemas.openxmlformats.org/officeDocument/2006/relationships/tags" Target="../tags/tag18.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13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5.xml"/><Relationship Id="rId1" Type="http://schemas.openxmlformats.org/officeDocument/2006/relationships/tags" Target="../tags/tag19.xml"/><Relationship Id="rId4" Type="http://schemas.openxmlformats.org/officeDocument/2006/relationships/image" Target="../media/image1.emf"/></Relationships>
</file>

<file path=ppt/slideLayouts/_rels/slideLayout14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5.xml"/><Relationship Id="rId1" Type="http://schemas.openxmlformats.org/officeDocument/2006/relationships/tags" Target="../tags/tag20.xml"/><Relationship Id="rId4" Type="http://schemas.openxmlformats.org/officeDocument/2006/relationships/image" Target="../media/image1.emf"/></Relationships>
</file>

<file path=ppt/slideLayouts/_rels/slideLayout14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5.xml"/><Relationship Id="rId1" Type="http://schemas.openxmlformats.org/officeDocument/2006/relationships/tags" Target="../tags/tag21.xml"/><Relationship Id="rId4" Type="http://schemas.openxmlformats.org/officeDocument/2006/relationships/image" Target="../media/image1.emf"/></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5.xml"/><Relationship Id="rId1" Type="http://schemas.openxmlformats.org/officeDocument/2006/relationships/tags" Target="../tags/tag22.xml"/><Relationship Id="rId4" Type="http://schemas.openxmlformats.org/officeDocument/2006/relationships/image" Target="../media/image1.emf"/></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5.xml"/><Relationship Id="rId1" Type="http://schemas.openxmlformats.org/officeDocument/2006/relationships/tags" Target="../tags/tag23.xml"/><Relationship Id="rId4" Type="http://schemas.openxmlformats.org/officeDocument/2006/relationships/image" Target="../media/image1.emf"/></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5.xml"/><Relationship Id="rId1" Type="http://schemas.openxmlformats.org/officeDocument/2006/relationships/tags" Target="../tags/tag24.xml"/><Relationship Id="rId4" Type="http://schemas.openxmlformats.org/officeDocument/2006/relationships/image" Target="../media/image1.emf"/></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6.xml"/><Relationship Id="rId1" Type="http://schemas.openxmlformats.org/officeDocument/2006/relationships/tags" Target="../tags/tag26.xml"/><Relationship Id="rId4" Type="http://schemas.openxmlformats.org/officeDocument/2006/relationships/image" Target="../media/image1.emf"/></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6.xml"/><Relationship Id="rId1" Type="http://schemas.openxmlformats.org/officeDocument/2006/relationships/tags" Target="../tags/tag27.xml"/><Relationship Id="rId4" Type="http://schemas.openxmlformats.org/officeDocument/2006/relationships/image" Target="../media/image16.emf"/></Relationships>
</file>

<file path=ppt/slideLayouts/_rels/slideLayout20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6.xml"/><Relationship Id="rId1" Type="http://schemas.openxmlformats.org/officeDocument/2006/relationships/tags" Target="../tags/tag28.xml"/><Relationship Id="rId6" Type="http://schemas.microsoft.com/office/2007/relationships/hdphoto" Target="../media/hdphoto1.wdp"/><Relationship Id="rId5" Type="http://schemas.openxmlformats.org/officeDocument/2006/relationships/image" Target="../media/image18.png"/><Relationship Id="rId4" Type="http://schemas.openxmlformats.org/officeDocument/2006/relationships/image" Target="../media/image17.emf"/></Relationships>
</file>

<file path=ppt/slideLayouts/_rels/slideLayout202.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29.xml"/><Relationship Id="rId1" Type="http://schemas.openxmlformats.org/officeDocument/2006/relationships/themeOverride" Target="../theme/themeOverride1.xml"/><Relationship Id="rId5" Type="http://schemas.openxmlformats.org/officeDocument/2006/relationships/image" Target="../media/image16.emf"/><Relationship Id="rId4" Type="http://schemas.openxmlformats.org/officeDocument/2006/relationships/oleObject" Target="../embeddings/oleObject21.bin"/></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sp>
        <p:nvSpPr>
          <p:cNvPr id="22" name="Text Placeholder 4"/>
          <p:cNvSpPr>
            <a:spLocks noGrp="1"/>
          </p:cNvSpPr>
          <p:nvPr>
            <p:ph type="body" sz="quarter" idx="16" hasCustomPrompt="1"/>
          </p:nvPr>
        </p:nvSpPr>
        <p:spPr>
          <a:xfrm>
            <a:off x="557930" y="4379002"/>
            <a:ext cx="3582950" cy="1262324"/>
          </a:xfrm>
        </p:spPr>
        <p:txBody>
          <a:bodyPr/>
          <a:lstStyle>
            <a:lvl1pPr>
              <a:defRPr sz="1500" b="1">
                <a:solidFill>
                  <a:schemeClr val="tx2"/>
                </a:solidFill>
                <a:latin typeface="CVS Health Sans" panose="020B0504020202020204" pitchFamily="34" charset="0"/>
              </a:defRPr>
            </a:lvl1pPr>
            <a:lvl2pPr marL="0" indent="0">
              <a:spcBef>
                <a:spcPts val="0"/>
              </a:spcBef>
              <a:spcAft>
                <a:spcPts val="2400"/>
              </a:spcAft>
              <a:buFontTx/>
              <a:buNone/>
              <a:defRPr sz="13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pic>
        <p:nvPicPr>
          <p:cNvPr id="12" name="Graphic 11" descr="CVS Health logo.">
            <a:extLst>
              <a:ext uri="{FF2B5EF4-FFF2-40B4-BE49-F238E27FC236}">
                <a16:creationId xmlns:a16="http://schemas.microsoft.com/office/drawing/2014/main" id="{EB139D66-8476-4A6C-8269-A32651B9DC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430702"/>
            <a:ext cx="2872536" cy="350455"/>
          </a:xfrm>
          <a:prstGeom prst="rect">
            <a:avLst/>
          </a:prstGeom>
        </p:spPr>
      </p:pic>
      <p:pic>
        <p:nvPicPr>
          <p:cNvPr id="21" name="Picture 20"/>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175169" y="1016179"/>
            <a:ext cx="5222470" cy="4340047"/>
          </a:xfrm>
          <a:prstGeom prst="rect">
            <a:avLst/>
          </a:prstGeom>
        </p:spPr>
      </p:pic>
    </p:spTree>
    <p:extLst>
      <p:ext uri="{BB962C8B-B14F-4D97-AF65-F5344CB8AC3E}">
        <p14:creationId xmlns:p14="http://schemas.microsoft.com/office/powerpoint/2010/main" val="76606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sp>
        <p:nvSpPr>
          <p:cNvPr id="15" name="Text Placeholder 4"/>
          <p:cNvSpPr>
            <a:spLocks noGrp="1"/>
          </p:cNvSpPr>
          <p:nvPr>
            <p:ph type="body" sz="quarter" idx="16" hasCustomPrompt="1"/>
          </p:nvPr>
        </p:nvSpPr>
        <p:spPr>
          <a:xfrm>
            <a:off x="557930" y="4379002"/>
            <a:ext cx="3582950" cy="1262324"/>
          </a:xfrm>
        </p:spPr>
        <p:txBody>
          <a:bodyPr/>
          <a:lstStyle>
            <a:lvl1pPr>
              <a:defRPr lang="en-US" sz="1500" b="1" kern="1200" dirty="0">
                <a:solidFill>
                  <a:schemeClr val="tx2"/>
                </a:solidFill>
                <a:latin typeface="CVS Health Sans" panose="020B0504020202020204" pitchFamily="34" charset="0"/>
                <a:ea typeface="+mn-ea"/>
                <a:cs typeface="+mn-cs"/>
              </a:defRPr>
            </a:lvl1pPr>
            <a:lvl2pPr marL="0" indent="0">
              <a:spcBef>
                <a:spcPts val="0"/>
              </a:spcBef>
              <a:spcAft>
                <a:spcPts val="2400"/>
              </a:spcAft>
              <a:buFontTx/>
              <a:buNone/>
              <a:defRPr sz="13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marL="0" lvl="0" indent="0" algn="l" defTabSz="457200" rtl="0" eaLnBrk="1" latinLnBrk="0" hangingPunct="1">
              <a:lnSpc>
                <a:spcPct val="108000"/>
              </a:lnSpc>
              <a:spcBef>
                <a:spcPts val="1800"/>
              </a:spcBef>
              <a:buClrTx/>
              <a:buFont typeface="Arial"/>
              <a:buNone/>
            </a:pPr>
            <a:r>
              <a:rPr lang="en-US"/>
              <a:t>Presenter name</a:t>
            </a:r>
          </a:p>
          <a:p>
            <a:pPr lvl="1"/>
            <a:r>
              <a:rPr lang="en-US"/>
              <a:t>Presenter title</a:t>
            </a:r>
          </a:p>
          <a:p>
            <a:pPr lvl="2"/>
            <a:r>
              <a:rPr lang="en-US"/>
              <a:t>Date</a:t>
            </a:r>
          </a:p>
        </p:txBody>
      </p:sp>
      <p:pic>
        <p:nvPicPr>
          <p:cNvPr id="11" name="Graphic 10" descr="CVS Health logo.">
            <a:extLst>
              <a:ext uri="{FF2B5EF4-FFF2-40B4-BE49-F238E27FC236}">
                <a16:creationId xmlns:a16="http://schemas.microsoft.com/office/drawing/2014/main" id="{E2CF043F-8065-47E0-BB4A-3C892424CE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430702"/>
            <a:ext cx="2872536" cy="350455"/>
          </a:xfrm>
          <a:prstGeom prst="rect">
            <a:avLst/>
          </a:prstGeom>
        </p:spPr>
      </p:pic>
    </p:spTree>
    <p:extLst>
      <p:ext uri="{BB962C8B-B14F-4D97-AF65-F5344CB8AC3E}">
        <p14:creationId xmlns:p14="http://schemas.microsoft.com/office/powerpoint/2010/main" val="1251778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bg1"/>
                </a:solidFill>
              </a:defRPr>
            </a:lvl1pPr>
          </a:lstStyle>
          <a:p>
            <a:r>
              <a:rPr lang="en-US"/>
              <a:t>Click to add title</a:t>
            </a:r>
          </a:p>
        </p:txBody>
      </p:sp>
      <p:sp>
        <p:nvSpPr>
          <p:cNvPr id="15" name="Text Placeholder 4"/>
          <p:cNvSpPr>
            <a:spLocks noGrp="1"/>
          </p:cNvSpPr>
          <p:nvPr>
            <p:ph type="body" sz="quarter" idx="17" hasCustomPrompt="1"/>
          </p:nvPr>
        </p:nvSpPr>
        <p:spPr>
          <a:xfrm>
            <a:off x="557930" y="4379002"/>
            <a:ext cx="3582950" cy="1262324"/>
          </a:xfrm>
        </p:spPr>
        <p:txBody>
          <a:bodyPr/>
          <a:lstStyle>
            <a:lvl1pPr>
              <a:defRPr sz="1500" b="1">
                <a:solidFill>
                  <a:schemeClr val="bg1"/>
                </a:solidFill>
                <a:latin typeface="CVS Health Sans" panose="020B0504020202020204" pitchFamily="34" charset="0"/>
              </a:defRPr>
            </a:lvl1pPr>
            <a:lvl2pPr marL="0" indent="0">
              <a:spcBef>
                <a:spcPts val="0"/>
              </a:spcBef>
              <a:spcAft>
                <a:spcPts val="2400"/>
              </a:spcAft>
              <a:buFontTx/>
              <a:buNone/>
              <a:defRPr sz="1300">
                <a:solidFill>
                  <a:schemeClr val="bg1"/>
                </a:solidFill>
              </a:defRPr>
            </a:lvl2pPr>
            <a:lvl3pPr marL="0" indent="0">
              <a:buFontTx/>
              <a:buNone/>
              <a:defRPr sz="1200">
                <a:solidFill>
                  <a:schemeClr val="bg1"/>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pic>
        <p:nvPicPr>
          <p:cNvPr id="12" name="Graphic 11" descr="CVS Health logo in white.">
            <a:extLst>
              <a:ext uri="{FF2B5EF4-FFF2-40B4-BE49-F238E27FC236}">
                <a16:creationId xmlns:a16="http://schemas.microsoft.com/office/drawing/2014/main" id="{1A4ABFD4-BEC4-40BD-B29A-2C7FFDFAFDC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430702"/>
            <a:ext cx="2872536" cy="350455"/>
          </a:xfrm>
          <a:prstGeom prst="rect">
            <a:avLst/>
          </a:prstGeom>
        </p:spPr>
      </p:pic>
    </p:spTree>
    <p:extLst>
      <p:ext uri="{BB962C8B-B14F-4D97-AF65-F5344CB8AC3E}">
        <p14:creationId xmlns:p14="http://schemas.microsoft.com/office/powerpoint/2010/main" val="3446661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357" y="4634747"/>
            <a:ext cx="10564071" cy="795528"/>
          </a:xfrm>
        </p:spPr>
        <p:txBody>
          <a:bodyPr rIns="0" anchor="b" anchorCtr="0"/>
          <a:lstStyle>
            <a:lvl1pPr>
              <a:lnSpc>
                <a:spcPct val="90000"/>
              </a:lnSpc>
              <a:defRPr sz="4000">
                <a:solidFill>
                  <a:schemeClr val="tx2"/>
                </a:solidFill>
              </a:defRPr>
            </a:lvl1pPr>
          </a:lstStyle>
          <a:p>
            <a:r>
              <a:rPr lang="en-US"/>
              <a:t>Click to add title</a:t>
            </a:r>
          </a:p>
        </p:txBody>
      </p:sp>
      <p:sp>
        <p:nvSpPr>
          <p:cNvPr id="3" name="Subtitle 2"/>
          <p:cNvSpPr>
            <a:spLocks noGrp="1"/>
          </p:cNvSpPr>
          <p:nvPr>
            <p:ph type="subTitle" idx="1" hasCustomPrompt="1"/>
          </p:nvPr>
        </p:nvSpPr>
        <p:spPr>
          <a:xfrm>
            <a:off x="557357" y="5578043"/>
            <a:ext cx="10564071" cy="488460"/>
          </a:xfrm>
        </p:spPr>
        <p:txBody>
          <a:bodyPr/>
          <a:lstStyle>
            <a:lvl1pPr marL="0" indent="0" algn="l">
              <a:spcBef>
                <a:spcPts val="0"/>
              </a:spcBef>
              <a:buNone/>
              <a:defRPr sz="1500" b="1">
                <a:solidFill>
                  <a:schemeClr val="tx2"/>
                </a:solidFill>
              </a:defRPr>
            </a:lvl1pPr>
            <a:lvl2pPr marL="0" indent="0" algn="l">
              <a:spcBef>
                <a:spcPts val="0"/>
              </a:spcBef>
              <a:buNone/>
              <a:defRPr>
                <a:solidFill>
                  <a:schemeClr val="tx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presenter information</a:t>
            </a:r>
          </a:p>
          <a:p>
            <a:pPr lvl="1"/>
            <a:r>
              <a:rPr lang="en-US"/>
              <a:t>Title here</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sz="quarter" idx="18" hasCustomPrompt="1"/>
          </p:nvPr>
        </p:nvSpPr>
        <p:spPr>
          <a:xfrm>
            <a:off x="8835800" y="6371584"/>
            <a:ext cx="2798793" cy="201168"/>
          </a:xfrm>
          <a:prstGeom prst="rect">
            <a:avLst/>
          </a:prstGeom>
        </p:spPr>
        <p:txBody>
          <a:bodyPr>
            <a:noAutofit/>
          </a:bodyPr>
          <a:lstStyle>
            <a:lvl1pPr algn="r">
              <a:defRPr sz="1200" b="0">
                <a:solidFill>
                  <a:schemeClr val="tx2"/>
                </a:solidFill>
                <a:latin typeface="+mn-lt"/>
              </a:defRPr>
            </a:lvl1pPr>
            <a:lvl2pPr algn="r">
              <a:defRPr b="1">
                <a:solidFill>
                  <a:schemeClr val="tx2"/>
                </a:solidFill>
                <a:latin typeface="+mn-lt"/>
              </a:defRPr>
            </a:lvl2pPr>
          </a:lstStyle>
          <a:p>
            <a:pPr lvl="0"/>
            <a:r>
              <a:rPr lang="en-US"/>
              <a:t>Click to add date</a:t>
            </a:r>
          </a:p>
          <a:p>
            <a:pPr lvl="1"/>
            <a:endParaRPr lang="en-US"/>
          </a:p>
        </p:txBody>
      </p:sp>
      <p:pic>
        <p:nvPicPr>
          <p:cNvPr id="5" name="Graphic 4" descr="CVS Health logo in white.">
            <a:extLst>
              <a:ext uri="{FF2B5EF4-FFF2-40B4-BE49-F238E27FC236}">
                <a16:creationId xmlns:a16="http://schemas.microsoft.com/office/drawing/2014/main" id="{463D5C17-C939-4A2E-BEF3-DFD46A1A908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430702"/>
            <a:ext cx="2872536" cy="350455"/>
          </a:xfrm>
          <a:prstGeom prst="rect">
            <a:avLst/>
          </a:prstGeom>
        </p:spPr>
      </p:pic>
    </p:spTree>
    <p:extLst>
      <p:ext uri="{BB962C8B-B14F-4D97-AF65-F5344CB8AC3E}">
        <p14:creationId xmlns:p14="http://schemas.microsoft.com/office/powerpoint/2010/main" val="3031791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8475144-A8AF-4C31-A022-05A109EC64D7}"/>
              </a:ext>
            </a:extLst>
          </p:cNvPr>
          <p:cNvSpPr/>
          <p:nvPr userDrawn="1"/>
        </p:nvSpPr>
        <p:spPr>
          <a:xfrm>
            <a:off x="1" y="4350554"/>
            <a:ext cx="12192000" cy="2507447"/>
          </a:xfrm>
          <a:prstGeom prst="rect">
            <a:avLst/>
          </a:prstGeom>
          <a:solidFill>
            <a:srgbClr val="0B31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latin typeface="+mn-lt"/>
            </a:endParaRPr>
          </a:p>
        </p:txBody>
      </p:sp>
      <p:sp>
        <p:nvSpPr>
          <p:cNvPr id="2" name="Title 1"/>
          <p:cNvSpPr>
            <a:spLocks noGrp="1"/>
          </p:cNvSpPr>
          <p:nvPr>
            <p:ph type="ctrTitle" hasCustomPrompt="1"/>
          </p:nvPr>
        </p:nvSpPr>
        <p:spPr>
          <a:xfrm>
            <a:off x="557357" y="4634747"/>
            <a:ext cx="10564071" cy="795528"/>
          </a:xfrm>
        </p:spPr>
        <p:txBody>
          <a:bodyPr rIns="0" anchor="b" anchorCtr="0"/>
          <a:lstStyle>
            <a:lvl1pPr>
              <a:lnSpc>
                <a:spcPct val="90000"/>
              </a:lnSpc>
              <a:defRPr sz="4000">
                <a:solidFill>
                  <a:schemeClr val="bg1"/>
                </a:solidFill>
              </a:defRPr>
            </a:lvl1pPr>
          </a:lstStyle>
          <a:p>
            <a:r>
              <a:rPr lang="en-US"/>
              <a:t>Click to add title</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sz="quarter" idx="18" hasCustomPrompt="1"/>
          </p:nvPr>
        </p:nvSpPr>
        <p:spPr>
          <a:xfrm>
            <a:off x="8835800" y="6371584"/>
            <a:ext cx="2798793" cy="201168"/>
          </a:xfrm>
          <a:prstGeom prst="rect">
            <a:avLst/>
          </a:prstGeom>
        </p:spPr>
        <p:txBody>
          <a:bodyPr>
            <a:noAutofit/>
          </a:bodyPr>
          <a:lstStyle>
            <a:lvl1pPr algn="r">
              <a:defRPr sz="1200" b="0">
                <a:solidFill>
                  <a:schemeClr val="bg1"/>
                </a:solidFill>
                <a:latin typeface="+mn-lt"/>
              </a:defRPr>
            </a:lvl1pPr>
            <a:lvl2pPr algn="r">
              <a:defRPr b="1">
                <a:solidFill>
                  <a:schemeClr val="bg1"/>
                </a:solidFill>
                <a:latin typeface="+mn-lt"/>
              </a:defRPr>
            </a:lvl2pPr>
          </a:lstStyle>
          <a:p>
            <a:pPr lvl="0"/>
            <a:r>
              <a:rPr lang="en-US"/>
              <a:t>Click to add date</a:t>
            </a:r>
          </a:p>
          <a:p>
            <a:pPr lvl="1"/>
            <a:endParaRPr lang="en-US"/>
          </a:p>
        </p:txBody>
      </p:sp>
      <p:pic>
        <p:nvPicPr>
          <p:cNvPr id="13" name="Graphic 12" descr="CVS Health logo.">
            <a:extLst>
              <a:ext uri="{FF2B5EF4-FFF2-40B4-BE49-F238E27FC236}">
                <a16:creationId xmlns:a16="http://schemas.microsoft.com/office/drawing/2014/main" id="{5669E773-2D25-4E2A-A2CC-EB0688AE5B8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430702"/>
            <a:ext cx="2872536" cy="350455"/>
          </a:xfrm>
          <a:prstGeom prst="rect">
            <a:avLst/>
          </a:prstGeom>
        </p:spPr>
      </p:pic>
      <p:sp>
        <p:nvSpPr>
          <p:cNvPr id="8" name="Subtitle 2">
            <a:extLst>
              <a:ext uri="{FF2B5EF4-FFF2-40B4-BE49-F238E27FC236}">
                <a16:creationId xmlns:a16="http://schemas.microsoft.com/office/drawing/2014/main" id="{85EBBC54-9455-4FAF-8A7A-A2C1CCBAE409}"/>
              </a:ext>
            </a:extLst>
          </p:cNvPr>
          <p:cNvSpPr>
            <a:spLocks noGrp="1"/>
          </p:cNvSpPr>
          <p:nvPr>
            <p:ph type="subTitle" idx="1" hasCustomPrompt="1"/>
          </p:nvPr>
        </p:nvSpPr>
        <p:spPr>
          <a:xfrm>
            <a:off x="557357" y="5578043"/>
            <a:ext cx="10564071" cy="488460"/>
          </a:xfrm>
        </p:spPr>
        <p:txBody>
          <a:bodyPr/>
          <a:lstStyle>
            <a:lvl1pPr marL="0" indent="0" algn="l">
              <a:spcBef>
                <a:spcPts val="0"/>
              </a:spcBef>
              <a:buNone/>
              <a:defRPr sz="1500" b="1">
                <a:solidFill>
                  <a:schemeClr val="bg1"/>
                </a:solidFill>
              </a:defRPr>
            </a:lvl1pPr>
            <a:lvl2pPr marL="0" indent="0" algn="l">
              <a:spcBef>
                <a:spcPts val="0"/>
              </a:spcBef>
              <a:buNone/>
              <a:defRPr>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presenter information</a:t>
            </a:r>
          </a:p>
          <a:p>
            <a:pPr lvl="1"/>
            <a:r>
              <a:rPr lang="en-US"/>
              <a:t>Title here</a:t>
            </a:r>
          </a:p>
        </p:txBody>
      </p:sp>
    </p:spTree>
    <p:extLst>
      <p:ext uri="{BB962C8B-B14F-4D97-AF65-F5344CB8AC3E}">
        <p14:creationId xmlns:p14="http://schemas.microsoft.com/office/powerpoint/2010/main" val="975196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sp>
        <p:nvSpPr>
          <p:cNvPr id="15" name="Text Placeholder 4"/>
          <p:cNvSpPr>
            <a:spLocks noGrp="1"/>
          </p:cNvSpPr>
          <p:nvPr>
            <p:ph type="body" sz="quarter" idx="17" hasCustomPrompt="1"/>
          </p:nvPr>
        </p:nvSpPr>
        <p:spPr>
          <a:xfrm>
            <a:off x="557930" y="4379002"/>
            <a:ext cx="3582950" cy="1262324"/>
          </a:xfrm>
        </p:spPr>
        <p:txBody>
          <a:bodyPr/>
          <a:lstStyle>
            <a:lvl1pPr>
              <a:defRPr lang="en-US" sz="1500" b="1" kern="1200" dirty="0">
                <a:solidFill>
                  <a:schemeClr val="tx2"/>
                </a:solidFill>
                <a:latin typeface="CVS Health Sans" panose="020B0504020202020204" pitchFamily="34" charset="0"/>
                <a:ea typeface="+mn-ea"/>
                <a:cs typeface="+mn-cs"/>
              </a:defRPr>
            </a:lvl1pPr>
            <a:lvl2pPr marL="0" indent="0">
              <a:spcBef>
                <a:spcPts val="0"/>
              </a:spcBef>
              <a:spcAft>
                <a:spcPts val="2400"/>
              </a:spcAft>
              <a:buFontTx/>
              <a:buNone/>
              <a:defRPr sz="13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marL="0" lvl="0" indent="0" algn="l" defTabSz="457200" rtl="0" eaLnBrk="1" latinLnBrk="0" hangingPunct="1">
              <a:lnSpc>
                <a:spcPct val="108000"/>
              </a:lnSpc>
              <a:spcBef>
                <a:spcPts val="1800"/>
              </a:spcBef>
              <a:buClrTx/>
              <a:buFont typeface="Arial"/>
              <a:buNone/>
            </a:pPr>
            <a:r>
              <a:rPr lang="en-US"/>
              <a:t>Presenter name</a:t>
            </a:r>
          </a:p>
          <a:p>
            <a:pPr lvl="1"/>
            <a:r>
              <a:rPr lang="en-US"/>
              <a:t>Presenter title</a:t>
            </a:r>
          </a:p>
          <a:p>
            <a:pPr lvl="2"/>
            <a:r>
              <a:rPr lang="en-US"/>
              <a:t>Date</a:t>
            </a:r>
          </a:p>
        </p:txBody>
      </p:sp>
      <p:pic>
        <p:nvPicPr>
          <p:cNvPr id="11" name="Graphic 10" descr="CVS Health logo.">
            <a:extLst>
              <a:ext uri="{FF2B5EF4-FFF2-40B4-BE49-F238E27FC236}">
                <a16:creationId xmlns:a16="http://schemas.microsoft.com/office/drawing/2014/main" id="{95320D2B-25CE-401D-AF25-18BF33EDD66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430702"/>
            <a:ext cx="2872536" cy="350455"/>
          </a:xfrm>
          <a:prstGeom prst="rect">
            <a:avLst/>
          </a:prstGeom>
        </p:spPr>
      </p:pic>
    </p:spTree>
    <p:extLst>
      <p:ext uri="{BB962C8B-B14F-4D97-AF65-F5344CB8AC3E}">
        <p14:creationId xmlns:p14="http://schemas.microsoft.com/office/powerpoint/2010/main" val="2257855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7 Parter-brande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FF5A7F6-20C2-4507-801C-E1C205928513}"/>
              </a:ext>
            </a:extLst>
          </p:cNvPr>
          <p:cNvSpPr>
            <a:spLocks noGrp="1"/>
          </p:cNvSpPr>
          <p:nvPr>
            <p:ph type="ctrTitle" hasCustomPrompt="1"/>
          </p:nvPr>
        </p:nvSpPr>
        <p:spPr>
          <a:xfrm>
            <a:off x="557931" y="1637977"/>
            <a:ext cx="4682948" cy="2011680"/>
          </a:xfrm>
        </p:spPr>
        <p:txBody>
          <a:bodyPr rIns="0" anchor="b" anchorCtr="0"/>
          <a:lstStyle>
            <a:lvl1pPr>
              <a:lnSpc>
                <a:spcPct val="90000"/>
              </a:lnSpc>
              <a:defRPr sz="4000">
                <a:solidFill>
                  <a:schemeClr val="tx2"/>
                </a:solidFill>
              </a:defRPr>
            </a:lvl1pPr>
          </a:lstStyle>
          <a:p>
            <a:r>
              <a:rPr lang="en-US"/>
              <a:t>Click to add title</a:t>
            </a:r>
          </a:p>
        </p:txBody>
      </p:sp>
      <p:sp>
        <p:nvSpPr>
          <p:cNvPr id="12" name="Text Placeholder 4">
            <a:extLst>
              <a:ext uri="{FF2B5EF4-FFF2-40B4-BE49-F238E27FC236}">
                <a16:creationId xmlns:a16="http://schemas.microsoft.com/office/drawing/2014/main" id="{CD005736-4228-4541-9830-748A037770AC}"/>
              </a:ext>
            </a:extLst>
          </p:cNvPr>
          <p:cNvSpPr>
            <a:spLocks noGrp="1"/>
          </p:cNvSpPr>
          <p:nvPr>
            <p:ph type="body" sz="quarter" idx="17" hasCustomPrompt="1"/>
          </p:nvPr>
        </p:nvSpPr>
        <p:spPr>
          <a:xfrm>
            <a:off x="557930" y="3886593"/>
            <a:ext cx="3582950" cy="1262324"/>
          </a:xfrm>
        </p:spPr>
        <p:txBody>
          <a:bodyPr/>
          <a:lstStyle>
            <a:lvl1pPr>
              <a:defRPr lang="en-US" sz="1500" b="1" kern="1200" dirty="0">
                <a:solidFill>
                  <a:schemeClr val="tx2"/>
                </a:solidFill>
                <a:latin typeface="CVS Health Sans" panose="020B0504020202020204" pitchFamily="34" charset="0"/>
                <a:ea typeface="+mn-ea"/>
                <a:cs typeface="+mn-cs"/>
              </a:defRPr>
            </a:lvl1pPr>
            <a:lvl2pPr marL="0" indent="0">
              <a:spcBef>
                <a:spcPts val="0"/>
              </a:spcBef>
              <a:spcAft>
                <a:spcPts val="2400"/>
              </a:spcAft>
              <a:buFontTx/>
              <a:buNone/>
              <a:defRPr sz="13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marL="0" lvl="0" indent="0" algn="l" defTabSz="457200" rtl="0" eaLnBrk="1" latinLnBrk="0" hangingPunct="1">
              <a:lnSpc>
                <a:spcPct val="108000"/>
              </a:lnSpc>
              <a:spcBef>
                <a:spcPts val="1800"/>
              </a:spcBef>
              <a:buClrTx/>
              <a:buFont typeface="Arial"/>
              <a:buNone/>
            </a:pPr>
            <a:r>
              <a:rPr lang="en-US"/>
              <a:t>Presenter name</a:t>
            </a:r>
          </a:p>
          <a:p>
            <a:pPr lvl="1"/>
            <a:r>
              <a:rPr lang="en-US"/>
              <a:t>Presenter title</a:t>
            </a:r>
          </a:p>
          <a:p>
            <a:pPr lvl="2"/>
            <a:r>
              <a:rPr lang="en-US"/>
              <a:t>Date</a:t>
            </a:r>
          </a:p>
        </p:txBody>
      </p:sp>
      <p:pic>
        <p:nvPicPr>
          <p:cNvPr id="13" name="Graphic 12" descr="CVS Health logo.">
            <a:extLst>
              <a:ext uri="{FF2B5EF4-FFF2-40B4-BE49-F238E27FC236}">
                <a16:creationId xmlns:a16="http://schemas.microsoft.com/office/drawing/2014/main" id="{23593BEE-172F-4A3B-8A76-6967A64A44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5836063"/>
            <a:ext cx="2872536" cy="350455"/>
          </a:xfrm>
          <a:prstGeom prst="rect">
            <a:avLst/>
          </a:prstGeom>
        </p:spPr>
      </p:pic>
      <p:sp>
        <p:nvSpPr>
          <p:cNvPr id="3" name="Picture Placeholder 2">
            <a:extLst>
              <a:ext uri="{FF2B5EF4-FFF2-40B4-BE49-F238E27FC236}">
                <a16:creationId xmlns:a16="http://schemas.microsoft.com/office/drawing/2014/main" id="{356871D9-AE12-49B5-A916-42628F61B8D9}"/>
              </a:ext>
            </a:extLst>
          </p:cNvPr>
          <p:cNvSpPr>
            <a:spLocks noGrp="1"/>
          </p:cNvSpPr>
          <p:nvPr>
            <p:ph type="pic" sz="quarter" idx="21" hasCustomPrompt="1"/>
          </p:nvPr>
        </p:nvSpPr>
        <p:spPr>
          <a:xfrm>
            <a:off x="549347" y="566377"/>
            <a:ext cx="1463421" cy="649224"/>
          </a:xfrm>
          <a:solidFill>
            <a:schemeClr val="bg2"/>
          </a:solidFill>
        </p:spPr>
        <p:txBody>
          <a:bodyPr anchor="ctr"/>
          <a:lstStyle>
            <a:lvl1pPr algn="ctr">
              <a:defRPr sz="1100"/>
            </a:lvl1pPr>
          </a:lstStyle>
          <a:p>
            <a:r>
              <a:rPr lang="en-US"/>
              <a:t>PARTNER LOGO</a:t>
            </a:r>
          </a:p>
        </p:txBody>
      </p:sp>
    </p:spTree>
    <p:extLst>
      <p:ext uri="{BB962C8B-B14F-4D97-AF65-F5344CB8AC3E}">
        <p14:creationId xmlns:p14="http://schemas.microsoft.com/office/powerpoint/2010/main" val="220682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15A95E4-50A0-4442-B665-9A342851EB0B}"/>
              </a:ext>
            </a:extLst>
          </p:cNvPr>
          <p:cNvSpPr>
            <a:spLocks noGrp="1"/>
          </p:cNvSpPr>
          <p:nvPr>
            <p:ph type="title" hasCustomPrompt="1"/>
          </p:nvPr>
        </p:nvSpPr>
        <p:spPr>
          <a:xfrm>
            <a:off x="557929" y="530351"/>
            <a:ext cx="9667726" cy="713232"/>
          </a:xfrm>
        </p:spPr>
        <p:txBody>
          <a:bodyPr/>
          <a:lstStyle>
            <a:lvl1pPr>
              <a:defRPr sz="4800">
                <a:solidFill>
                  <a:schemeClr val="accent6"/>
                </a:solidFill>
              </a:defRPr>
            </a:lvl1pPr>
          </a:lstStyle>
          <a:p>
            <a:r>
              <a:rPr lang="en-US"/>
              <a:t>Agenda</a:t>
            </a:r>
          </a:p>
        </p:txBody>
      </p:sp>
      <p:sp>
        <p:nvSpPr>
          <p:cNvPr id="5" name="Text Placeholder 4"/>
          <p:cNvSpPr>
            <a:spLocks noGrp="1"/>
          </p:cNvSpPr>
          <p:nvPr>
            <p:ph type="body" sz="quarter" idx="15" hasCustomPrompt="1"/>
          </p:nvPr>
        </p:nvSpPr>
        <p:spPr>
          <a:xfrm>
            <a:off x="557929" y="1755739"/>
            <a:ext cx="8588453" cy="3985305"/>
          </a:xfrm>
        </p:spPr>
        <p:txBody>
          <a:bodyPr/>
          <a:lstStyle>
            <a:lvl1pPr>
              <a:lnSpc>
                <a:spcPct val="100000"/>
              </a:lnSpc>
              <a:spcBef>
                <a:spcPts val="1800"/>
              </a:spcBef>
              <a:spcAft>
                <a:spcPts val="0"/>
              </a:spcAft>
              <a:defRPr sz="1800" b="1">
                <a:solidFill>
                  <a:schemeClr val="tx2"/>
                </a:solidFill>
                <a:latin typeface="+mn-lt"/>
              </a:defRPr>
            </a:lvl1pPr>
            <a:lvl2pPr marL="0" indent="0">
              <a:spcBef>
                <a:spcPts val="0"/>
              </a:spcBef>
              <a:spcAft>
                <a:spcPts val="0"/>
              </a:spcAft>
              <a:buNone/>
              <a:defRPr sz="1300">
                <a:solidFill>
                  <a:schemeClr val="tx2"/>
                </a:solidFill>
                <a:latin typeface="+mn-lt"/>
              </a:defRPr>
            </a:lvl2pPr>
            <a:lvl3pPr marL="177800" indent="-177800">
              <a:spcBef>
                <a:spcPts val="600"/>
              </a:spcBef>
              <a:buFont typeface="Arial" panose="020B0604020202020204" pitchFamily="34" charset="0"/>
              <a:buChar char="•"/>
              <a:defRPr sz="1300" baseline="0">
                <a:latin typeface="+mn-lt"/>
              </a:defRPr>
            </a:lvl3pPr>
            <a:lvl4pPr marL="342900" indent="-165100">
              <a:spcBef>
                <a:spcPts val="600"/>
              </a:spcBef>
              <a:buFont typeface="Arial" panose="020B0604020202020204" pitchFamily="34" charset="0"/>
              <a:buChar char="–"/>
              <a:defRPr sz="1300" baseline="0">
                <a:latin typeface="+mn-lt"/>
              </a:defRPr>
            </a:lvl4pPr>
            <a:lvl5pPr marL="520700" indent="-177800">
              <a:spcBef>
                <a:spcPts val="600"/>
              </a:spcBef>
              <a:buFont typeface="Arial" panose="020B0604020202020204" pitchFamily="34" charset="0"/>
              <a:buChar char="•"/>
              <a:defRPr sz="1300">
                <a:latin typeface="+mn-lt"/>
              </a:defRPr>
            </a:lvl5pPr>
            <a:lvl6pPr marL="685800" indent="-165100">
              <a:spcBef>
                <a:spcPts val="600"/>
              </a:spcBef>
              <a:buFont typeface="Arial" panose="020B0604020202020204" pitchFamily="34" charset="0"/>
              <a:buChar char="–"/>
              <a:defRPr sz="1300" baseline="0">
                <a:latin typeface="+mn-lt"/>
              </a:defRPr>
            </a:lvl6pPr>
            <a:lvl7pPr marL="863600" indent="-177800">
              <a:spcBef>
                <a:spcPts val="600"/>
              </a:spcBef>
              <a:buFont typeface="Arial" panose="020B0604020202020204" pitchFamily="34" charset="0"/>
              <a:buChar char="•"/>
              <a:defRPr sz="1300">
                <a:latin typeface="+mn-lt"/>
              </a:defRPr>
            </a:lvl7pPr>
            <a:lvl8pPr marL="1028700" indent="-165100">
              <a:spcBef>
                <a:spcPts val="600"/>
              </a:spcBef>
              <a:buFont typeface="Arial" panose="020B0604020202020204" pitchFamily="34" charset="0"/>
              <a:buChar char="–"/>
              <a:defRPr sz="1300">
                <a:latin typeface="+mn-lt"/>
              </a:defRPr>
            </a:lvl8pPr>
            <a:lvl9pPr marL="1206500" indent="-177800">
              <a:spcBef>
                <a:spcPts val="600"/>
              </a:spcBef>
              <a:buFont typeface="Arial" panose="020B0604020202020204" pitchFamily="34" charset="0"/>
              <a:buChar char="•"/>
              <a:defRPr sz="1300" baseline="0">
                <a:latin typeface="+mn-lt"/>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519756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561DB31-BA0E-469A-88AC-4C37BFB0BE7E}"/>
              </a:ext>
            </a:extLst>
          </p:cNvPr>
          <p:cNvSpPr>
            <a:spLocks noGrp="1"/>
          </p:cNvSpPr>
          <p:nvPr>
            <p:ph type="title" hasCustomPrompt="1"/>
          </p:nvPr>
        </p:nvSpPr>
        <p:spPr>
          <a:xfrm>
            <a:off x="557929" y="530351"/>
            <a:ext cx="9667726" cy="713232"/>
          </a:xfrm>
        </p:spPr>
        <p:txBody>
          <a:bodyPr/>
          <a:lstStyle>
            <a:lvl1pPr>
              <a:defRPr sz="4800">
                <a:solidFill>
                  <a:schemeClr val="accent6"/>
                </a:solidFill>
              </a:defRPr>
            </a:lvl1pPr>
          </a:lstStyle>
          <a:p>
            <a:r>
              <a:rPr lang="en-US"/>
              <a:t>Agenda</a:t>
            </a:r>
          </a:p>
        </p:txBody>
      </p:sp>
      <p:sp>
        <p:nvSpPr>
          <p:cNvPr id="4" name="Text Placeholder 19">
            <a:extLst>
              <a:ext uri="{FF2B5EF4-FFF2-40B4-BE49-F238E27FC236}">
                <a16:creationId xmlns:a16="http://schemas.microsoft.com/office/drawing/2014/main" id="{CD3DA619-C657-4377-909C-6D3A110F550F}"/>
              </a:ext>
            </a:extLst>
          </p:cNvPr>
          <p:cNvSpPr>
            <a:spLocks noGrp="1"/>
          </p:cNvSpPr>
          <p:nvPr>
            <p:ph type="body" sz="quarter" idx="10" hasCustomPrompt="1"/>
          </p:nvPr>
        </p:nvSpPr>
        <p:spPr>
          <a:xfrm>
            <a:off x="1513652" y="1756549"/>
            <a:ext cx="3914652" cy="3614737"/>
          </a:xfrm>
          <a:prstGeom prst="rect">
            <a:avLst/>
          </a:prstGeom>
        </p:spPr>
        <p:txBody>
          <a:bodyPr/>
          <a:lstStyle>
            <a:lvl1pPr>
              <a:lnSpc>
                <a:spcPct val="100000"/>
              </a:lnSpc>
              <a:spcBef>
                <a:spcPts val="1800"/>
              </a:spcBef>
              <a:spcAft>
                <a:spcPts val="1800"/>
              </a:spcAft>
              <a:defRPr sz="2000" b="1">
                <a:solidFill>
                  <a:schemeClr val="tx2"/>
                </a:solidFill>
                <a:latin typeface="+mn-lt"/>
              </a:defRPr>
            </a:lvl1pPr>
            <a:lvl2pPr marL="0" indent="0">
              <a:spcBef>
                <a:spcPts val="0"/>
              </a:spcBef>
              <a:spcAft>
                <a:spcPts val="300"/>
              </a:spcAft>
              <a:buNone/>
              <a:tabLst>
                <a:tab pos="568325" algn="r"/>
                <a:tab pos="1028700" algn="l"/>
              </a:tabLst>
              <a:defRPr sz="1300" b="1">
                <a:solidFill>
                  <a:schemeClr val="tx2"/>
                </a:solidFill>
                <a:latin typeface="+mn-lt"/>
              </a:defRPr>
            </a:lvl2pPr>
            <a:lvl3pPr marL="1028700" indent="0">
              <a:spcBef>
                <a:spcPts val="0"/>
              </a:spcBef>
              <a:spcAft>
                <a:spcPts val="1800"/>
              </a:spcAft>
              <a:buNone/>
              <a:defRPr sz="1300">
                <a:solidFill>
                  <a:schemeClr val="tx2"/>
                </a:solidFill>
                <a:latin typeface="+mn-lt"/>
              </a:defRPr>
            </a:lvl3pPr>
            <a:lvl4pPr marL="0" indent="0">
              <a:spcBef>
                <a:spcPts val="0"/>
              </a:spcBef>
              <a:spcAft>
                <a:spcPts val="900"/>
              </a:spcAft>
              <a:buNone/>
              <a:defRPr sz="1300" i="1">
                <a:solidFill>
                  <a:schemeClr val="tx2"/>
                </a:solidFill>
                <a:latin typeface="+mn-lt"/>
              </a:defRPr>
            </a:lvl4pPr>
            <a:lvl5pPr marL="0" indent="0">
              <a:spcBef>
                <a:spcPts val="0"/>
              </a:spcBef>
              <a:spcAft>
                <a:spcPts val="900"/>
              </a:spcAft>
              <a:buFont typeface="Arial" panose="020B0604020202020204" pitchFamily="34" charset="0"/>
              <a:buNone/>
              <a:defRPr sz="1400">
                <a:solidFill>
                  <a:schemeClr val="tx2"/>
                </a:solidFill>
                <a:latin typeface="+mn-lt"/>
              </a:defRPr>
            </a:lvl5pPr>
          </a:lstStyle>
          <a:p>
            <a:pPr lvl="0"/>
            <a:r>
              <a:rPr lang="en-US"/>
              <a:t>Click to edit header</a:t>
            </a:r>
          </a:p>
          <a:p>
            <a:pPr lvl="1"/>
            <a:r>
              <a:rPr lang="en-US"/>
              <a:t>Tab to Time then tab to Agenda item</a:t>
            </a:r>
          </a:p>
          <a:p>
            <a:pPr lvl="2"/>
            <a:r>
              <a:rPr lang="en-US"/>
              <a:t>Speaker name and topic</a:t>
            </a:r>
          </a:p>
          <a:p>
            <a:pPr lvl="3"/>
            <a:r>
              <a:rPr lang="en-US"/>
              <a:t>Additional information</a:t>
            </a:r>
          </a:p>
        </p:txBody>
      </p:sp>
      <p:sp>
        <p:nvSpPr>
          <p:cNvPr id="6" name="Text Placeholder 19">
            <a:extLst>
              <a:ext uri="{FF2B5EF4-FFF2-40B4-BE49-F238E27FC236}">
                <a16:creationId xmlns:a16="http://schemas.microsoft.com/office/drawing/2014/main" id="{99D62640-4C2F-4EEE-8702-E19D55A9718A}"/>
              </a:ext>
            </a:extLst>
          </p:cNvPr>
          <p:cNvSpPr>
            <a:spLocks noGrp="1"/>
          </p:cNvSpPr>
          <p:nvPr>
            <p:ph type="body" sz="quarter" idx="11" hasCustomPrompt="1"/>
          </p:nvPr>
        </p:nvSpPr>
        <p:spPr>
          <a:xfrm>
            <a:off x="6293091" y="1756549"/>
            <a:ext cx="3912531" cy="3614737"/>
          </a:xfrm>
          <a:prstGeom prst="rect">
            <a:avLst/>
          </a:prstGeom>
        </p:spPr>
        <p:txBody>
          <a:bodyPr/>
          <a:lstStyle>
            <a:lvl1pPr>
              <a:lnSpc>
                <a:spcPct val="100000"/>
              </a:lnSpc>
              <a:spcBef>
                <a:spcPts val="1800"/>
              </a:spcBef>
              <a:spcAft>
                <a:spcPts val="1800"/>
              </a:spcAft>
              <a:defRPr sz="2000" b="1">
                <a:solidFill>
                  <a:schemeClr val="tx2"/>
                </a:solidFill>
                <a:latin typeface="+mn-lt"/>
              </a:defRPr>
            </a:lvl1pPr>
            <a:lvl2pPr marL="0" indent="0">
              <a:spcBef>
                <a:spcPts val="0"/>
              </a:spcBef>
              <a:spcAft>
                <a:spcPts val="300"/>
              </a:spcAft>
              <a:buNone/>
              <a:tabLst>
                <a:tab pos="568325" algn="r"/>
                <a:tab pos="1028700" algn="l"/>
              </a:tabLst>
              <a:defRPr sz="1300" b="1">
                <a:solidFill>
                  <a:schemeClr val="tx2"/>
                </a:solidFill>
                <a:latin typeface="+mn-lt"/>
              </a:defRPr>
            </a:lvl2pPr>
            <a:lvl3pPr marL="1028700" indent="0">
              <a:spcBef>
                <a:spcPts val="0"/>
              </a:spcBef>
              <a:spcAft>
                <a:spcPts val="1800"/>
              </a:spcAft>
              <a:buNone/>
              <a:defRPr sz="1300">
                <a:solidFill>
                  <a:schemeClr val="tx2"/>
                </a:solidFill>
                <a:latin typeface="+mn-lt"/>
              </a:defRPr>
            </a:lvl3pPr>
            <a:lvl4pPr marL="0" indent="0">
              <a:spcBef>
                <a:spcPts val="0"/>
              </a:spcBef>
              <a:spcAft>
                <a:spcPts val="900"/>
              </a:spcAft>
              <a:buNone/>
              <a:defRPr sz="1300" i="1">
                <a:solidFill>
                  <a:schemeClr val="tx2"/>
                </a:solidFill>
                <a:latin typeface="+mn-lt"/>
              </a:defRPr>
            </a:lvl4pPr>
            <a:lvl5pPr marL="0" indent="0">
              <a:spcBef>
                <a:spcPts val="0"/>
              </a:spcBef>
              <a:spcAft>
                <a:spcPts val="900"/>
              </a:spcAft>
              <a:buFont typeface="Arial" panose="020B0604020202020204" pitchFamily="34" charset="0"/>
              <a:buNone/>
              <a:defRPr sz="1400">
                <a:solidFill>
                  <a:schemeClr val="tx2"/>
                </a:solidFill>
                <a:latin typeface="+mn-lt"/>
              </a:defRPr>
            </a:lvl5pPr>
          </a:lstStyle>
          <a:p>
            <a:pPr lvl="0"/>
            <a:r>
              <a:rPr lang="en-US"/>
              <a:t>Click to edit header</a:t>
            </a:r>
          </a:p>
          <a:p>
            <a:pPr lvl="1"/>
            <a:r>
              <a:rPr lang="en-US"/>
              <a:t>Tab to Time then tab to Agenda item</a:t>
            </a:r>
          </a:p>
          <a:p>
            <a:pPr lvl="2"/>
            <a:r>
              <a:rPr lang="en-US"/>
              <a:t>Speaker name and topic</a:t>
            </a:r>
          </a:p>
          <a:p>
            <a:pPr lvl="3"/>
            <a:r>
              <a:rPr lang="en-US"/>
              <a:t>Additional information</a:t>
            </a:r>
          </a:p>
        </p:txBody>
      </p:sp>
    </p:spTree>
    <p:extLst>
      <p:ext uri="{BB962C8B-B14F-4D97-AF65-F5344CB8AC3E}">
        <p14:creationId xmlns:p14="http://schemas.microsoft.com/office/powerpoint/2010/main" val="915021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re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a:defRPr sz="3200" b="1">
                <a:solidFill>
                  <a:schemeClr val="accent2"/>
                </a:solidFill>
                <a:latin typeface="+mj-lt"/>
              </a:defRPr>
            </a:lvl1pPr>
          </a:lstStyle>
          <a:p>
            <a:r>
              <a:rPr lang="en-US"/>
              <a:t>Click to edit title for divider</a:t>
            </a:r>
          </a:p>
        </p:txBody>
      </p:sp>
    </p:spTree>
    <p:extLst>
      <p:ext uri="{BB962C8B-B14F-4D97-AF65-F5344CB8AC3E}">
        <p14:creationId xmlns:p14="http://schemas.microsoft.com/office/powerpoint/2010/main" val="4173338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userDrawn="1"/>
        </p:nvSpPr>
        <p:spPr>
          <a:xfrm>
            <a:off x="1"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defTabSz="457200" rtl="0" eaLnBrk="1" latinLnBrk="0" hangingPunct="1">
              <a:lnSpc>
                <a:spcPct val="90000"/>
              </a:lnSpc>
              <a:spcBef>
                <a:spcPct val="0"/>
              </a:spcBef>
              <a:buNone/>
              <a:defRPr lang="en-US" sz="3200" b="1" kern="1200" dirty="0">
                <a:solidFill>
                  <a:schemeClr val="bg1"/>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16865283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nav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0111EDB-A7DC-4D3C-BA73-E639327B03EF}"/>
              </a:ext>
            </a:extLst>
          </p:cNvPr>
          <p:cNvSpPr/>
          <p:nvPr userDrawn="1"/>
        </p:nvSpPr>
        <p:spPr>
          <a:xfrm>
            <a:off x="1" y="0"/>
            <a:ext cx="12192000" cy="6858000"/>
          </a:xfrm>
          <a:prstGeom prst="rect">
            <a:avLst/>
          </a:prstGeom>
          <a:solidFill>
            <a:srgbClr val="0B31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A8DD2AFC-8349-4DB3-855A-645AB85DF6B0}"/>
              </a:ext>
            </a:extLst>
          </p:cNvPr>
          <p:cNvSpPr>
            <a:spLocks noGrp="1"/>
          </p:cNvSpPr>
          <p:nvPr>
            <p:ph type="title" hasCustomPrompt="1"/>
          </p:nvPr>
        </p:nvSpPr>
        <p:spPr>
          <a:xfrm>
            <a:off x="3232111" y="3022967"/>
            <a:ext cx="5727776" cy="812066"/>
          </a:xfrm>
        </p:spPr>
        <p:txBody>
          <a:bodyPr rIns="0" anchor="ctr"/>
          <a:lstStyle>
            <a:lvl1pPr algn="ctr" defTabSz="457200" rtl="0" eaLnBrk="1" latinLnBrk="0" hangingPunct="1">
              <a:lnSpc>
                <a:spcPct val="90000"/>
              </a:lnSpc>
              <a:spcBef>
                <a:spcPct val="0"/>
              </a:spcBef>
              <a:buNone/>
              <a:defRPr lang="en-US" sz="3200" b="1" kern="1200" dirty="0">
                <a:solidFill>
                  <a:schemeClr val="bg1"/>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1107142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white">
    <p:spTree>
      <p:nvGrpSpPr>
        <p:cNvPr id="1" name=""/>
        <p:cNvGrpSpPr/>
        <p:nvPr/>
      </p:nvGrpSpPr>
      <p:grpSpPr>
        <a:xfrm>
          <a:off x="0" y="0"/>
          <a:ext cx="0" cy="0"/>
          <a:chOff x="0" y="0"/>
          <a:chExt cx="0" cy="0"/>
        </a:xfrm>
      </p:grpSpPr>
      <p:pic>
        <p:nvPicPr>
          <p:cNvPr id="5" name="Picture 4" descr="Light heart pattern background.">
            <a:extLst>
              <a:ext uri="{FF2B5EF4-FFF2-40B4-BE49-F238E27FC236}">
                <a16:creationId xmlns:a16="http://schemas.microsoft.com/office/drawing/2014/main" id="{DCF51F69-B135-440B-B1C1-8877F65D92E0}"/>
              </a:ext>
            </a:extLst>
          </p:cNvPr>
          <p:cNvPicPr>
            <a:picLocks noChangeAspect="1"/>
          </p:cNvPicPr>
          <p:nvPr userDrawn="1"/>
        </p:nvPicPr>
        <p:blipFill rotWithShape="1">
          <a:blip r:embed="rId2"/>
          <a:srcRect l="444" t="-1" b="507"/>
          <a:stretch/>
        </p:blipFill>
        <p:spPr>
          <a:xfrm>
            <a:off x="-64" y="0"/>
            <a:ext cx="12192127" cy="6858000"/>
          </a:xfrm>
          <a:prstGeom prst="rect">
            <a:avLst/>
          </a:prstGeom>
        </p:spPr>
      </p:pic>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defTabSz="457200" rtl="0" eaLnBrk="1" latinLnBrk="0" hangingPunct="1">
              <a:lnSpc>
                <a:spcPct val="90000"/>
              </a:lnSpc>
              <a:spcBef>
                <a:spcPct val="0"/>
              </a:spcBef>
              <a:buNone/>
              <a:defRPr lang="en-US" sz="3200" b="1" kern="1200" dirty="0">
                <a:solidFill>
                  <a:schemeClr val="accent2"/>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23208972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dark">
    <p:spTree>
      <p:nvGrpSpPr>
        <p:cNvPr id="1" name=""/>
        <p:cNvGrpSpPr/>
        <p:nvPr/>
      </p:nvGrpSpPr>
      <p:grpSpPr>
        <a:xfrm>
          <a:off x="0" y="0"/>
          <a:ext cx="0" cy="0"/>
          <a:chOff x="0" y="0"/>
          <a:chExt cx="0" cy="0"/>
        </a:xfrm>
      </p:grpSpPr>
      <p:pic>
        <p:nvPicPr>
          <p:cNvPr id="3" name="Picture 2" descr="Dark heart pattern background.">
            <a:extLst>
              <a:ext uri="{FF2B5EF4-FFF2-40B4-BE49-F238E27FC236}">
                <a16:creationId xmlns:a16="http://schemas.microsoft.com/office/drawing/2014/main" id="{A370D62A-AB1A-457C-AF9D-8363B2583D12}"/>
              </a:ext>
            </a:extLst>
          </p:cNvPr>
          <p:cNvPicPr>
            <a:picLocks noChangeAspect="1"/>
          </p:cNvPicPr>
          <p:nvPr userDrawn="1"/>
        </p:nvPicPr>
        <p:blipFill>
          <a:blip r:embed="rId2"/>
          <a:stretch>
            <a:fillRect/>
          </a:stretch>
        </p:blipFill>
        <p:spPr>
          <a:xfrm>
            <a:off x="782" y="0"/>
            <a:ext cx="12190438" cy="6858000"/>
          </a:xfrm>
          <a:prstGeom prst="rect">
            <a:avLst/>
          </a:prstGeom>
        </p:spPr>
      </p:pic>
      <p:sp>
        <p:nvSpPr>
          <p:cNvPr id="4" name="Title 1">
            <a:extLst>
              <a:ext uri="{FF2B5EF4-FFF2-40B4-BE49-F238E27FC236}">
                <a16:creationId xmlns:a16="http://schemas.microsoft.com/office/drawing/2014/main" id="{ABD1AEB8-3322-4E67-A702-83F309202013}"/>
              </a:ext>
            </a:extLst>
          </p:cNvPr>
          <p:cNvSpPr>
            <a:spLocks noGrp="1"/>
          </p:cNvSpPr>
          <p:nvPr>
            <p:ph type="title" hasCustomPrompt="1"/>
          </p:nvPr>
        </p:nvSpPr>
        <p:spPr>
          <a:xfrm>
            <a:off x="3232111" y="3022967"/>
            <a:ext cx="5727776" cy="812066"/>
          </a:xfrm>
        </p:spPr>
        <p:txBody>
          <a:bodyPr rIns="0" anchor="ctr"/>
          <a:lstStyle>
            <a:lvl1pPr algn="ctr" defTabSz="457200" rtl="0" eaLnBrk="1" latinLnBrk="0" hangingPunct="1">
              <a:lnSpc>
                <a:spcPct val="90000"/>
              </a:lnSpc>
              <a:spcBef>
                <a:spcPct val="0"/>
              </a:spcBef>
              <a:buNone/>
              <a:defRPr lang="en-US" sz="3200" b="1" kern="1200" dirty="0">
                <a:solidFill>
                  <a:schemeClr val="bg1"/>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24538219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without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a:t>Click to add title for one-column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defRPr cap="none" baseline="0">
                <a:solidFill>
                  <a:schemeClr val="tx2"/>
                </a:solidFill>
              </a:defRPr>
            </a:lvl1pPr>
            <a:lvl2pPr>
              <a:defRPr>
                <a:solidFill>
                  <a:schemeClr val="tx2"/>
                </a:solidFill>
              </a:defRPr>
            </a:lvl2pPr>
            <a:lvl3pPr>
              <a:defRPr baseline="0">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10053161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one-column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lnSpc>
                <a:spcPct val="100000"/>
              </a:lnSpc>
              <a:buClr>
                <a:schemeClr val="tx1"/>
              </a:buClr>
              <a:defRPr sz="1800" b="1" cap="none" baseline="0">
                <a:solidFill>
                  <a:schemeClr val="tx2"/>
                </a:solidFill>
                <a:latin typeface="+mn-lt"/>
              </a:defRPr>
            </a:lvl1pPr>
            <a:lvl2pPr marL="0" indent="0">
              <a:buClr>
                <a:schemeClr val="tx1"/>
              </a:buClr>
              <a:buNone/>
              <a:defRPr sz="1300" baseline="0">
                <a:solidFill>
                  <a:schemeClr val="tx2"/>
                </a:solidFill>
              </a:defRPr>
            </a:lvl2pPr>
            <a:lvl3pPr marL="171450" indent="-171450">
              <a:spcBef>
                <a:spcPts val="1200"/>
              </a:spcBef>
              <a:buClr>
                <a:schemeClr val="tx1"/>
              </a:buClr>
              <a:buFont typeface="Arial" panose="020B0604020202020204" pitchFamily="34" charset="0"/>
              <a:buChar char="•"/>
              <a:defRPr sz="1300" baseline="0">
                <a:solidFill>
                  <a:schemeClr val="tx2"/>
                </a:solidFill>
              </a:defRPr>
            </a:lvl3pPr>
            <a:lvl4pPr marL="342900" indent="-171450">
              <a:buClr>
                <a:schemeClr val="tx1"/>
              </a:buClr>
              <a:buFont typeface="Arial" panose="020B0604020202020204" pitchFamily="34" charset="0"/>
              <a:buChar char="–"/>
              <a:defRPr sz="1300" baseline="0">
                <a:solidFill>
                  <a:schemeClr val="tx2"/>
                </a:solidFill>
              </a:defRPr>
            </a:lvl4pPr>
            <a:lvl5pPr marL="515938" indent="-173038">
              <a:buClr>
                <a:schemeClr val="tx1"/>
              </a:buClr>
              <a:buFont typeface="Arial" panose="020B0604020202020204" pitchFamily="34" charset="0"/>
              <a:buChar char="•"/>
              <a:defRPr sz="1300">
                <a:solidFill>
                  <a:schemeClr val="tx2"/>
                </a:solidFill>
              </a:defRPr>
            </a:lvl5pPr>
            <a:lvl6pPr marL="687388"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2388132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two-column layout</a:t>
            </a:r>
          </a:p>
        </p:txBody>
      </p:sp>
      <p:sp>
        <p:nvSpPr>
          <p:cNvPr id="3" name="Content Placeholder 2"/>
          <p:cNvSpPr>
            <a:spLocks noGrp="1"/>
          </p:cNvSpPr>
          <p:nvPr>
            <p:ph sz="half" idx="1" hasCustomPrompt="1"/>
          </p:nvPr>
        </p:nvSpPr>
        <p:spPr bwMode="gray">
          <a:xfrm>
            <a:off x="557929" y="1767532"/>
            <a:ext cx="5238478" cy="3973512"/>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baseline="0" dirty="0" smtClean="0">
                <a:solidFill>
                  <a:schemeClr val="tx2"/>
                </a:solidFill>
              </a:defRPr>
            </a:lvl2pPr>
            <a:lvl3pPr marL="171450" indent="-171450">
              <a:spcBef>
                <a:spcPts val="1200"/>
              </a:spcBef>
              <a:buClr>
                <a:schemeClr val="tx1"/>
              </a:buClr>
              <a:buFont typeface="Arial" panose="020B0604020202020204" pitchFamily="34" charset="0"/>
              <a:buChar char="•"/>
              <a:defRPr lang="en-US" sz="1300" baseline="0" dirty="0" smtClean="0">
                <a:solidFill>
                  <a:schemeClr val="tx2"/>
                </a:solidFill>
              </a:defRPr>
            </a:lvl3pPr>
            <a:lvl4pPr marL="342900" indent="-171450">
              <a:buClr>
                <a:schemeClr val="tx1"/>
              </a:buClr>
              <a:buFont typeface="Arial" panose="020B0604020202020204" pitchFamily="34" charset="0"/>
              <a:buChar char="–"/>
              <a:defRPr lang="en-US" sz="1300" baseline="0" dirty="0" smtClean="0">
                <a:solidFill>
                  <a:schemeClr val="tx2"/>
                </a:solidFill>
              </a:defRPr>
            </a:lvl4pPr>
            <a:lvl5pPr marL="514350" indent="-171450">
              <a:buClr>
                <a:schemeClr val="tx1"/>
              </a:buClr>
              <a:buFont typeface="Arial" panose="020B0604020202020204" pitchFamily="34" charset="0"/>
              <a:buChar char="•"/>
              <a:defRPr lang="en-US" sz="1300" dirty="0">
                <a:solidFill>
                  <a:schemeClr val="tx2"/>
                </a:solidFill>
              </a:defRPr>
            </a:lvl5pPr>
            <a:lvl6pPr marL="685800"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5" name="Content Placeholder 2"/>
          <p:cNvSpPr>
            <a:spLocks noGrp="1"/>
          </p:cNvSpPr>
          <p:nvPr>
            <p:ph sz="half" idx="10" hasCustomPrompt="1"/>
          </p:nvPr>
        </p:nvSpPr>
        <p:spPr bwMode="gray">
          <a:xfrm>
            <a:off x="6384175" y="1767532"/>
            <a:ext cx="5238478" cy="3973512"/>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baseline="0" dirty="0" smtClean="0">
                <a:solidFill>
                  <a:schemeClr val="tx2"/>
                </a:solidFill>
              </a:defRPr>
            </a:lvl2pPr>
            <a:lvl3pPr marL="171450" indent="-171450">
              <a:spcBef>
                <a:spcPts val="1200"/>
              </a:spcBef>
              <a:buClr>
                <a:schemeClr val="tx1"/>
              </a:buClr>
              <a:buFont typeface="Arial" panose="020B0604020202020204" pitchFamily="34" charset="0"/>
              <a:buChar char="•"/>
              <a:defRPr lang="en-US" sz="1300" baseline="0" dirty="0" smtClean="0">
                <a:solidFill>
                  <a:schemeClr val="tx2"/>
                </a:solidFill>
              </a:defRPr>
            </a:lvl3pPr>
            <a:lvl4pPr marL="342900" indent="-171450">
              <a:buClr>
                <a:schemeClr val="tx1"/>
              </a:buClr>
              <a:buFont typeface="Arial" panose="020B0604020202020204" pitchFamily="34" charset="0"/>
              <a:buChar char="–"/>
              <a:defRPr lang="en-US" sz="1300" baseline="0" dirty="0" smtClean="0">
                <a:solidFill>
                  <a:schemeClr val="tx2"/>
                </a:solidFill>
              </a:defRPr>
            </a:lvl4pPr>
            <a:lvl5pPr marL="514350" indent="-171450">
              <a:buClr>
                <a:schemeClr val="tx1"/>
              </a:buClr>
              <a:buFont typeface="Arial" panose="020B0604020202020204" pitchFamily="34" charset="0"/>
              <a:buChar char="•"/>
              <a:defRPr lang="en-US" sz="1300" dirty="0">
                <a:solidFill>
                  <a:schemeClr val="tx2"/>
                </a:solidFill>
              </a:defRPr>
            </a:lvl5pPr>
            <a:lvl6pPr marL="685800"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41512525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three-column layout</a:t>
            </a:r>
          </a:p>
        </p:txBody>
      </p:sp>
      <p:sp>
        <p:nvSpPr>
          <p:cNvPr id="3" name="Content Placeholder 2"/>
          <p:cNvSpPr>
            <a:spLocks noGrp="1"/>
          </p:cNvSpPr>
          <p:nvPr>
            <p:ph sz="half" idx="1" hasCustomPrompt="1"/>
          </p:nvPr>
        </p:nvSpPr>
        <p:spPr bwMode="gray">
          <a:xfrm>
            <a:off x="557930" y="1764792"/>
            <a:ext cx="3434085"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6" name="Content Placeholder 2"/>
          <p:cNvSpPr>
            <a:spLocks noGrp="1"/>
          </p:cNvSpPr>
          <p:nvPr>
            <p:ph sz="half" idx="10" hasCustomPrompt="1"/>
          </p:nvPr>
        </p:nvSpPr>
        <p:spPr bwMode="gray">
          <a:xfrm>
            <a:off x="4371971" y="1764792"/>
            <a:ext cx="3434085"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1" hasCustomPrompt="1"/>
          </p:nvPr>
        </p:nvSpPr>
        <p:spPr bwMode="gray">
          <a:xfrm>
            <a:off x="8186012" y="1764792"/>
            <a:ext cx="3434085"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1219631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four-column layout</a:t>
            </a:r>
          </a:p>
        </p:txBody>
      </p:sp>
      <p:sp>
        <p:nvSpPr>
          <p:cNvPr id="3" name="Content Placeholder 2"/>
          <p:cNvSpPr>
            <a:spLocks noGrp="1"/>
          </p:cNvSpPr>
          <p:nvPr>
            <p:ph sz="half" idx="1" hasCustomPrompt="1"/>
          </p:nvPr>
        </p:nvSpPr>
        <p:spPr bwMode="gray">
          <a:xfrm>
            <a:off x="557929" y="1764792"/>
            <a:ext cx="2506109"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0" hasCustomPrompt="1"/>
          </p:nvPr>
        </p:nvSpPr>
        <p:spPr bwMode="gray">
          <a:xfrm>
            <a:off x="3411600" y="1764792"/>
            <a:ext cx="2506109"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8" name="Content Placeholder 2"/>
          <p:cNvSpPr>
            <a:spLocks noGrp="1"/>
          </p:cNvSpPr>
          <p:nvPr>
            <p:ph sz="half" idx="11" hasCustomPrompt="1"/>
          </p:nvPr>
        </p:nvSpPr>
        <p:spPr bwMode="gray">
          <a:xfrm>
            <a:off x="6256125" y="1764792"/>
            <a:ext cx="2506109"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9" name="Content Placeholder 2"/>
          <p:cNvSpPr>
            <a:spLocks noGrp="1"/>
          </p:cNvSpPr>
          <p:nvPr>
            <p:ph sz="half" idx="12" hasCustomPrompt="1"/>
          </p:nvPr>
        </p:nvSpPr>
        <p:spPr bwMode="gray">
          <a:xfrm>
            <a:off x="9100650" y="1764792"/>
            <a:ext cx="2506109"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1269939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ive Content Journe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five-column journey layout</a:t>
            </a:r>
          </a:p>
        </p:txBody>
      </p:sp>
      <p:sp>
        <p:nvSpPr>
          <p:cNvPr id="8" name="Content Placeholder 2"/>
          <p:cNvSpPr>
            <a:spLocks noGrp="1"/>
          </p:cNvSpPr>
          <p:nvPr>
            <p:ph sz="half" idx="1" hasCustomPrompt="1"/>
          </p:nvPr>
        </p:nvSpPr>
        <p:spPr bwMode="gray">
          <a:xfrm>
            <a:off x="1064941"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9" name="Content Placeholder 2"/>
          <p:cNvSpPr>
            <a:spLocks noGrp="1"/>
          </p:cNvSpPr>
          <p:nvPr>
            <p:ph sz="half" idx="10" hasCustomPrompt="1"/>
          </p:nvPr>
        </p:nvSpPr>
        <p:spPr bwMode="gray">
          <a:xfrm>
            <a:off x="3153647"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11" name="Content Placeholder 2"/>
          <p:cNvSpPr>
            <a:spLocks noGrp="1"/>
          </p:cNvSpPr>
          <p:nvPr>
            <p:ph sz="half" idx="11" hasCustomPrompt="1"/>
          </p:nvPr>
        </p:nvSpPr>
        <p:spPr bwMode="gray">
          <a:xfrm>
            <a:off x="5242353"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12" name="Content Placeholder 2"/>
          <p:cNvSpPr>
            <a:spLocks noGrp="1"/>
          </p:cNvSpPr>
          <p:nvPr>
            <p:ph sz="half" idx="12" hasCustomPrompt="1"/>
          </p:nvPr>
        </p:nvSpPr>
        <p:spPr bwMode="gray">
          <a:xfrm>
            <a:off x="7331059"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14" name="Content Placeholder 2"/>
          <p:cNvSpPr>
            <a:spLocks noGrp="1"/>
          </p:cNvSpPr>
          <p:nvPr>
            <p:ph sz="half" idx="13" hasCustomPrompt="1"/>
          </p:nvPr>
        </p:nvSpPr>
        <p:spPr bwMode="gray">
          <a:xfrm>
            <a:off x="9419765"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Tree>
    <p:extLst>
      <p:ext uri="{BB962C8B-B14F-4D97-AF65-F5344CB8AC3E}">
        <p14:creationId xmlns:p14="http://schemas.microsoft.com/office/powerpoint/2010/main" val="22402021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ull page char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2"/>
                </a:solidFill>
              </a:defRPr>
            </a:lvl1pPr>
          </a:lstStyle>
          <a:p>
            <a:r>
              <a:rPr lang="en-US"/>
              <a:t>Click to add title for chart layout</a:t>
            </a:r>
          </a:p>
        </p:txBody>
      </p:sp>
      <p:sp>
        <p:nvSpPr>
          <p:cNvPr id="9" name="Content Placeholder 3">
            <a:extLst>
              <a:ext uri="{FF2B5EF4-FFF2-40B4-BE49-F238E27FC236}">
                <a16:creationId xmlns:a16="http://schemas.microsoft.com/office/drawing/2014/main" id="{579139DC-E144-408E-AD8A-E4105642CD13}"/>
              </a:ext>
            </a:extLst>
          </p:cNvPr>
          <p:cNvSpPr>
            <a:spLocks noGrp="1"/>
          </p:cNvSpPr>
          <p:nvPr>
            <p:ph sz="quarter" idx="10"/>
          </p:nvPr>
        </p:nvSpPr>
        <p:spPr>
          <a:xfrm>
            <a:off x="1570035" y="1752601"/>
            <a:ext cx="9051932" cy="2975735"/>
          </a:xfrm>
        </p:spPr>
        <p:txBody>
          <a:bodyPr/>
          <a:lstStyle>
            <a:lvl1pPr>
              <a:defRPr>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6766014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hart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2"/>
                </a:solidFill>
              </a:defRPr>
            </a:lvl1pPr>
          </a:lstStyle>
          <a:p>
            <a:r>
              <a:rPr lang="en-US"/>
              <a:t>Click to add title for chart with text layout</a:t>
            </a:r>
          </a:p>
        </p:txBody>
      </p:sp>
      <p:sp>
        <p:nvSpPr>
          <p:cNvPr id="13" name="Content Placeholder 2"/>
          <p:cNvSpPr>
            <a:spLocks noGrp="1"/>
          </p:cNvSpPr>
          <p:nvPr>
            <p:ph idx="1" hasCustomPrompt="1"/>
          </p:nvPr>
        </p:nvSpPr>
        <p:spPr bwMode="gray">
          <a:xfrm>
            <a:off x="557928" y="1767531"/>
            <a:ext cx="3439040" cy="2971800"/>
          </a:xfrm>
        </p:spPr>
        <p:txBody>
          <a:bodyPr/>
          <a:lstStyle>
            <a:lvl1pPr>
              <a:lnSpc>
                <a:spcPct val="100000"/>
              </a:lnSpc>
              <a:buClrTx/>
              <a:defRPr lang="en-US" sz="1800" b="1" kern="1200" cap="none" baseline="0" dirty="0">
                <a:solidFill>
                  <a:schemeClr val="tx2"/>
                </a:solidFill>
                <a:latin typeface="+mn-lt"/>
                <a:ea typeface="+mn-ea"/>
                <a:cs typeface="+mn-cs"/>
              </a:defRPr>
            </a:lvl1pPr>
            <a:lvl2pPr marL="0" indent="0">
              <a:buClrTx/>
              <a:buNone/>
              <a:defRPr baseline="0">
                <a:solidFill>
                  <a:schemeClr val="tx2"/>
                </a:solidFill>
              </a:defRPr>
            </a:lvl2pPr>
            <a:lvl3pPr marL="177800" indent="-177800">
              <a:spcBef>
                <a:spcPts val="1200"/>
              </a:spcBef>
              <a:buClrTx/>
              <a:buFont typeface="Arial" panose="020B0604020202020204" pitchFamily="34" charset="0"/>
              <a:buChar char="•"/>
              <a:defRPr sz="1300" baseline="0">
                <a:solidFill>
                  <a:schemeClr val="tx2"/>
                </a:solidFill>
              </a:defRPr>
            </a:lvl3pPr>
            <a:lvl4pPr marL="342900" indent="-165100">
              <a:buClrTx/>
              <a:buFont typeface="Arial" panose="020B0604020202020204" pitchFamily="34" charset="0"/>
              <a:buChar char="–"/>
              <a:defRPr sz="1300">
                <a:solidFill>
                  <a:schemeClr val="tx2"/>
                </a:solidFill>
              </a:defRPr>
            </a:lvl4pPr>
            <a:lvl5pPr marL="515938" indent="-173038">
              <a:buClrTx/>
              <a:buFont typeface="Arial" panose="020B0604020202020204" pitchFamily="34" charset="0"/>
              <a:buChar char="•"/>
              <a:defRPr sz="1300">
                <a:solidFill>
                  <a:schemeClr val="tx2"/>
                </a:solidFill>
              </a:defRPr>
            </a:lvl5pPr>
            <a:lvl6pPr marL="687388" indent="-171450">
              <a:buClrTx/>
              <a:buFont typeface="Arial" panose="020B0604020202020204" pitchFamily="34" charset="0"/>
              <a:buChar char="–"/>
              <a:defRPr sz="1300">
                <a:solidFill>
                  <a:schemeClr val="tx2"/>
                </a:solidFill>
              </a:defRPr>
            </a:lvl6pPr>
            <a:lvl7pPr marL="860425" indent="-173038">
              <a:buClrTx/>
              <a:buFont typeface="Arial" panose="020B0604020202020204" pitchFamily="34" charset="0"/>
              <a:buChar char="•"/>
              <a:defRPr sz="1300"/>
            </a:lvl7pPr>
            <a:lvl8pPr marL="1031875" indent="-171450">
              <a:buClrTx/>
              <a:buFont typeface="Arial" panose="020B0604020202020204" pitchFamily="34" charset="0"/>
              <a:buChar char="–"/>
              <a:defRPr sz="1300"/>
            </a:lvl8pPr>
            <a:lvl9pPr marL="1203325" indent="-171450">
              <a:buClrTx/>
              <a:buFont typeface="Arial" panose="020B0604020202020204" pitchFamily="34" charset="0"/>
              <a:buChar char="•"/>
              <a:defRPr sz="1300" baseline="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3">
            <a:extLst>
              <a:ext uri="{FF2B5EF4-FFF2-40B4-BE49-F238E27FC236}">
                <a16:creationId xmlns:a16="http://schemas.microsoft.com/office/drawing/2014/main" id="{579139DC-E144-408E-AD8A-E4105642CD13}"/>
              </a:ext>
            </a:extLst>
          </p:cNvPr>
          <p:cNvSpPr>
            <a:spLocks noGrp="1"/>
          </p:cNvSpPr>
          <p:nvPr>
            <p:ph sz="quarter" idx="10"/>
          </p:nvPr>
        </p:nvSpPr>
        <p:spPr>
          <a:xfrm>
            <a:off x="4447653" y="1764793"/>
            <a:ext cx="7174286" cy="2975735"/>
          </a:xfrm>
        </p:spPr>
        <p:txBody>
          <a:bodyPr>
            <a:noAutofit/>
          </a:bodyPr>
          <a:lstStyle>
            <a:lvl1pPr>
              <a:defRPr>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20040415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comparison slide</a:t>
            </a:r>
          </a:p>
        </p:txBody>
      </p:sp>
      <p:sp>
        <p:nvSpPr>
          <p:cNvPr id="15" name="Content Placeholder 3"/>
          <p:cNvSpPr>
            <a:spLocks noGrp="1"/>
          </p:cNvSpPr>
          <p:nvPr>
            <p:ph sz="half" idx="2" hasCustomPrompt="1"/>
          </p:nvPr>
        </p:nvSpPr>
        <p:spPr>
          <a:xfrm>
            <a:off x="1253474" y="3718012"/>
            <a:ext cx="3493918" cy="2023033"/>
          </a:xfrm>
          <a:noFill/>
        </p:spPr>
        <p:txBody>
          <a:bodyPr lIns="0" tIns="0" rIns="0" bIns="0"/>
          <a:lstStyle>
            <a:lvl1pPr marL="0" indent="0" algn="ctr">
              <a:lnSpc>
                <a:spcPct val="100000"/>
              </a:lnSpc>
              <a:spcBef>
                <a:spcPts val="1200"/>
              </a:spcBef>
              <a:buClrTx/>
              <a:buFont typeface="Arial"/>
              <a:buNone/>
              <a:defRPr sz="1800" b="1">
                <a:solidFill>
                  <a:schemeClr val="accent2"/>
                </a:solidFill>
                <a:latin typeface="+mn-lt"/>
              </a:defRPr>
            </a:lvl1pPr>
            <a:lvl2pPr marL="0" indent="0" algn="ctr">
              <a:spcBef>
                <a:spcPts val="1200"/>
              </a:spcBef>
              <a:buClrTx/>
              <a:buFontTx/>
              <a:buNone/>
              <a:defRPr sz="1500">
                <a:solidFill>
                  <a:schemeClr val="tx2"/>
                </a:solidFill>
              </a:defRPr>
            </a:lvl2pPr>
            <a:lvl3pPr marL="404813" indent="-173038">
              <a:spcBef>
                <a:spcPts val="600"/>
              </a:spcBef>
              <a:buClrTx/>
              <a:buFont typeface="Arial" panose="020B0604020202020204" pitchFamily="34" charset="0"/>
              <a:buChar char="•"/>
              <a:defRPr sz="1600">
                <a:solidFill>
                  <a:schemeClr val="tx2"/>
                </a:solidFill>
              </a:defRPr>
            </a:lvl3pPr>
            <a:lvl4pPr marL="631825" indent="-174625">
              <a:spcBef>
                <a:spcPts val="600"/>
              </a:spcBef>
              <a:buClrTx/>
              <a:buFont typeface="Arial" panose="020B0604020202020204" pitchFamily="34" charset="0"/>
              <a:buChar char="•"/>
              <a:defRPr sz="1600">
                <a:solidFill>
                  <a:schemeClr val="tx2"/>
                </a:solidFill>
              </a:defRPr>
            </a:lvl4pPr>
            <a:lvl5pPr marL="804863" indent="-173038">
              <a:spcBef>
                <a:spcPts val="600"/>
              </a:spcBef>
              <a:buClrTx/>
              <a:buFont typeface="Arial" panose="020B0604020202020204" pitchFamily="34" charset="0"/>
              <a:buChar char="–"/>
              <a:defRPr sz="1600">
                <a:solidFill>
                  <a:schemeClr val="tx2"/>
                </a:solidFill>
              </a:defRPr>
            </a:lvl5pPr>
            <a:lvl6pPr marL="977900" indent="-177800">
              <a:buClrTx/>
              <a:defRPr sz="1600"/>
            </a:lvl6pPr>
            <a:lvl7pPr marL="1143000" indent="-165100">
              <a:buClrTx/>
              <a:defRPr sz="1600"/>
            </a:lvl7pPr>
            <a:lvl8pPr marL="1320800" indent="-177800">
              <a:buClrTx/>
              <a:defRPr sz="1600"/>
            </a:lvl8pPr>
            <a:lvl9pPr>
              <a:defRPr sz="1600"/>
            </a:lvl9pPr>
          </a:lstStyle>
          <a:p>
            <a:pPr lvl="0"/>
            <a:r>
              <a:rPr lang="en-US"/>
              <a:t>Header</a:t>
            </a:r>
          </a:p>
          <a:p>
            <a:pPr lvl="1"/>
            <a:r>
              <a:rPr lang="en-US"/>
              <a:t>First-level</a:t>
            </a:r>
          </a:p>
        </p:txBody>
      </p:sp>
      <p:sp>
        <p:nvSpPr>
          <p:cNvPr id="11" name="Rectangle 10">
            <a:extLst>
              <a:ext uri="{FF2B5EF4-FFF2-40B4-BE49-F238E27FC236}">
                <a16:creationId xmlns:a16="http://schemas.microsoft.com/office/drawing/2014/main" id="{65139F72-CEC0-495F-8477-192D60A880E2}"/>
              </a:ext>
            </a:extLst>
          </p:cNvPr>
          <p:cNvSpPr/>
          <p:nvPr userDrawn="1"/>
        </p:nvSpPr>
        <p:spPr>
          <a:xfrm>
            <a:off x="6096000" y="0"/>
            <a:ext cx="609600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16" name="Content Placeholder 5"/>
          <p:cNvSpPr>
            <a:spLocks noGrp="1"/>
          </p:cNvSpPr>
          <p:nvPr>
            <p:ph sz="quarter" idx="4" hasCustomPrompt="1"/>
          </p:nvPr>
        </p:nvSpPr>
        <p:spPr>
          <a:xfrm>
            <a:off x="7380297" y="3718012"/>
            <a:ext cx="3493918" cy="2023033"/>
          </a:xfrm>
          <a:noFill/>
        </p:spPr>
        <p:txBody>
          <a:bodyPr lIns="0" tIns="0" rIns="0" bIns="0"/>
          <a:lstStyle>
            <a:lvl1pPr marL="0" indent="0" algn="ctr">
              <a:lnSpc>
                <a:spcPct val="100000"/>
              </a:lnSpc>
              <a:spcBef>
                <a:spcPts val="1200"/>
              </a:spcBef>
              <a:buClrTx/>
              <a:buFont typeface="Arial"/>
              <a:buNone/>
              <a:defRPr sz="1800" b="1">
                <a:solidFill>
                  <a:schemeClr val="accent2"/>
                </a:solidFill>
                <a:latin typeface="+mn-lt"/>
              </a:defRPr>
            </a:lvl1pPr>
            <a:lvl2pPr marL="0" indent="0" algn="ctr">
              <a:spcBef>
                <a:spcPts val="1200"/>
              </a:spcBef>
              <a:buClrTx/>
              <a:buFontTx/>
              <a:buNone/>
              <a:defRPr sz="1500">
                <a:solidFill>
                  <a:schemeClr val="tx2"/>
                </a:solidFill>
              </a:defRPr>
            </a:lvl2pPr>
            <a:lvl3pPr marL="231775" indent="0">
              <a:spcBef>
                <a:spcPts val="600"/>
              </a:spcBef>
              <a:buClrTx/>
              <a:buFont typeface="Arial" panose="020B0604020202020204" pitchFamily="34" charset="0"/>
              <a:buNone/>
              <a:defRPr sz="1600">
                <a:solidFill>
                  <a:schemeClr val="bg1"/>
                </a:solidFill>
              </a:defRPr>
            </a:lvl3pPr>
            <a:lvl4pPr marL="631825" indent="-174625">
              <a:spcBef>
                <a:spcPts val="600"/>
              </a:spcBef>
              <a:buClrTx/>
              <a:buFont typeface="Arial" panose="020B0604020202020204" pitchFamily="34" charset="0"/>
              <a:buChar char="•"/>
              <a:defRPr sz="1600">
                <a:solidFill>
                  <a:schemeClr val="bg1"/>
                </a:solidFill>
              </a:defRPr>
            </a:lvl4pPr>
            <a:lvl5pPr marL="804863" indent="-173038">
              <a:spcBef>
                <a:spcPts val="600"/>
              </a:spcBef>
              <a:buClrTx/>
              <a:buFont typeface="Arial" panose="020B0604020202020204" pitchFamily="34" charset="0"/>
              <a:buChar char="–"/>
              <a:defRPr sz="1600">
                <a:solidFill>
                  <a:schemeClr val="bg1"/>
                </a:solidFill>
              </a:defRPr>
            </a:lvl5pPr>
            <a:lvl6pPr>
              <a:spcBef>
                <a:spcPts val="600"/>
              </a:spcBef>
              <a:buClrTx/>
              <a:defRPr sz="1600">
                <a:solidFill>
                  <a:schemeClr val="bg1"/>
                </a:solidFill>
              </a:defRPr>
            </a:lvl6pPr>
            <a:lvl7pPr>
              <a:spcBef>
                <a:spcPts val="600"/>
              </a:spcBef>
              <a:buClrTx/>
              <a:defRPr sz="1600">
                <a:solidFill>
                  <a:schemeClr val="bg1"/>
                </a:solidFill>
              </a:defRPr>
            </a:lvl7pPr>
            <a:lvl8pPr>
              <a:spcBef>
                <a:spcPts val="600"/>
              </a:spcBef>
              <a:buClrTx/>
              <a:defRPr sz="1600">
                <a:solidFill>
                  <a:schemeClr val="bg1"/>
                </a:solidFill>
              </a:defRPr>
            </a:lvl8pPr>
            <a:lvl9pPr>
              <a:defRPr sz="1600"/>
            </a:lvl9pPr>
          </a:lstStyle>
          <a:p>
            <a:pPr lvl="0"/>
            <a:r>
              <a:rPr lang="en-US"/>
              <a:t>Header</a:t>
            </a:r>
          </a:p>
          <a:p>
            <a:pPr lvl="1"/>
            <a:r>
              <a:rPr lang="en-US"/>
              <a:t>First-level</a:t>
            </a:r>
          </a:p>
        </p:txBody>
      </p:sp>
      <p:pic>
        <p:nvPicPr>
          <p:cNvPr id="7" name="Graphic 6" descr="CVS Health logo.">
            <a:extLst>
              <a:ext uri="{FF2B5EF4-FFF2-40B4-BE49-F238E27FC236}">
                <a16:creationId xmlns:a16="http://schemas.microsoft.com/office/drawing/2014/main" id="{99394496-8368-4B56-8235-99713340C2D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2229411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and image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a:t>
            </a:r>
            <a:br>
              <a:rPr lang="en-US"/>
            </a:br>
            <a:r>
              <a:rPr lang="en-US"/>
              <a:t>for image and text slide</a:t>
            </a:r>
          </a:p>
        </p:txBody>
      </p:sp>
      <p:sp>
        <p:nvSpPr>
          <p:cNvPr id="6" name="Content Placeholder 2"/>
          <p:cNvSpPr>
            <a:spLocks noGrp="1"/>
          </p:cNvSpPr>
          <p:nvPr>
            <p:ph idx="1" hasCustomPrompt="1"/>
          </p:nvPr>
        </p:nvSpPr>
        <p:spPr bwMode="gray">
          <a:xfrm>
            <a:off x="557929" y="1765300"/>
            <a:ext cx="4884168" cy="3977640"/>
          </a:xfrm>
        </p:spPr>
        <p:txBody>
          <a:bodyPr/>
          <a:lstStyle>
            <a:lvl1pPr>
              <a:defRPr cap="none" baseline="0">
                <a:solidFill>
                  <a:schemeClr val="tx2"/>
                </a:solidFill>
              </a:defRPr>
            </a:lvl1pPr>
            <a:lvl2pPr>
              <a:defRPr baseline="0">
                <a:solidFill>
                  <a:schemeClr val="tx2"/>
                </a:solidFill>
              </a:defRPr>
            </a:lvl2pPr>
            <a:lvl3pPr>
              <a:defRPr>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609600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pic>
        <p:nvPicPr>
          <p:cNvPr id="5" name="Graphic 4" descr="CVS Health logo in white.">
            <a:extLst>
              <a:ext uri="{FF2B5EF4-FFF2-40B4-BE49-F238E27FC236}">
                <a16:creationId xmlns:a16="http://schemas.microsoft.com/office/drawing/2014/main" id="{8163FE3F-97F2-42A9-B07A-B67697B4DB0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37665973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and image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33589" y="530351"/>
            <a:ext cx="4884168" cy="713232"/>
          </a:xfrm>
        </p:spPr>
        <p:txBody>
          <a:bodyPr/>
          <a:lstStyle>
            <a:lvl1pPr>
              <a:defRPr>
                <a:solidFill>
                  <a:schemeClr val="tx2"/>
                </a:solidFill>
              </a:defRPr>
            </a:lvl1pPr>
          </a:lstStyle>
          <a:p>
            <a:r>
              <a:rPr lang="en-US"/>
              <a:t>Click to add title </a:t>
            </a:r>
            <a:br>
              <a:rPr lang="en-US"/>
            </a:br>
            <a:r>
              <a:rPr lang="en-US"/>
              <a:t>for image and text slide</a:t>
            </a:r>
          </a:p>
        </p:txBody>
      </p:sp>
      <p:sp>
        <p:nvSpPr>
          <p:cNvPr id="6" name="Content Placeholder 2"/>
          <p:cNvSpPr>
            <a:spLocks noGrp="1"/>
          </p:cNvSpPr>
          <p:nvPr>
            <p:ph idx="1" hasCustomPrompt="1"/>
          </p:nvPr>
        </p:nvSpPr>
        <p:spPr bwMode="gray">
          <a:xfrm>
            <a:off x="6740693" y="1765300"/>
            <a:ext cx="4884168" cy="3977640"/>
          </a:xfrm>
        </p:spPr>
        <p:txBody>
          <a:bodyPr/>
          <a:lstStyle>
            <a:lvl1pPr>
              <a:buClrTx/>
              <a:defRPr cap="none" baseline="0">
                <a:solidFill>
                  <a:schemeClr val="tx2"/>
                </a:solidFill>
              </a:defRPr>
            </a:lvl1pPr>
            <a:lvl2pPr>
              <a:buClrTx/>
              <a:defRPr>
                <a:solidFill>
                  <a:schemeClr val="tx2"/>
                </a:solidFill>
              </a:defRPr>
            </a:lvl2pPr>
            <a:lvl3pPr>
              <a:buClrTx/>
              <a:defRPr>
                <a:solidFill>
                  <a:schemeClr val="tx2"/>
                </a:solidFill>
              </a:defRPr>
            </a:lvl3pPr>
            <a:lvl4pPr>
              <a:buClrTx/>
              <a:defRPr>
                <a:solidFill>
                  <a:schemeClr val="tx2"/>
                </a:solidFill>
              </a:defRPr>
            </a:lvl4pPr>
            <a:lvl5pPr>
              <a:buClrTx/>
              <a:defRPr>
                <a:solidFill>
                  <a:schemeClr val="tx2"/>
                </a:solidFill>
              </a:defRPr>
            </a:lvl5pPr>
            <a:lvl6pPr>
              <a:buClrTx/>
              <a:defRPr/>
            </a:lvl6pPr>
            <a:lvl7pPr>
              <a:buClrTx/>
              <a:defRPr/>
            </a:lvl7pPr>
            <a:lvl8pPr>
              <a:buClrTx/>
              <a:defRPr/>
            </a:lvl8pPr>
            <a:lvl9pPr>
              <a:buClrTx/>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spTree>
    <p:extLst>
      <p:ext uri="{BB962C8B-B14F-4D97-AF65-F5344CB8AC3E}">
        <p14:creationId xmlns:p14="http://schemas.microsoft.com/office/powerpoint/2010/main" val="27361244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and Infographic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text and infographic</a:t>
            </a:r>
          </a:p>
        </p:txBody>
      </p:sp>
      <p:sp>
        <p:nvSpPr>
          <p:cNvPr id="6" name="Content Placeholder 2"/>
          <p:cNvSpPr>
            <a:spLocks noGrp="1"/>
          </p:cNvSpPr>
          <p:nvPr>
            <p:ph idx="1" hasCustomPrompt="1"/>
          </p:nvPr>
        </p:nvSpPr>
        <p:spPr bwMode="gray">
          <a:xfrm>
            <a:off x="557929" y="1767532"/>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8" name="Rectangle 7">
            <a:extLst>
              <a:ext uri="{FF2B5EF4-FFF2-40B4-BE49-F238E27FC236}">
                <a16:creationId xmlns:a16="http://schemas.microsoft.com/office/drawing/2014/main" id="{65139F72-CEC0-495F-8477-192D60A880E2}"/>
              </a:ext>
            </a:extLst>
          </p:cNvPr>
          <p:cNvSpPr/>
          <p:nvPr userDrawn="1"/>
        </p:nvSpPr>
        <p:spPr>
          <a:xfrm>
            <a:off x="6096000" y="0"/>
            <a:ext cx="609600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pic>
        <p:nvPicPr>
          <p:cNvPr id="7" name="Graphic 6" descr="CVS Health logo.">
            <a:extLst>
              <a:ext uri="{FF2B5EF4-FFF2-40B4-BE49-F238E27FC236}">
                <a16:creationId xmlns:a16="http://schemas.microsoft.com/office/drawing/2014/main" id="{B59DA53D-FB46-42C9-9A73-236B2FE105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11295636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Infographic Right 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272A0B-3F66-4BE5-ABC2-DBBCAA26670E}"/>
              </a:ext>
            </a:extLst>
          </p:cNvPr>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text and infographic</a:t>
            </a:r>
          </a:p>
        </p:txBody>
      </p:sp>
      <p:sp>
        <p:nvSpPr>
          <p:cNvPr id="4" name="Content Placeholder 2">
            <a:extLst>
              <a:ext uri="{FF2B5EF4-FFF2-40B4-BE49-F238E27FC236}">
                <a16:creationId xmlns:a16="http://schemas.microsoft.com/office/drawing/2014/main" id="{1964CD8D-F9FC-4E28-9F6A-6AB51FF354D5}"/>
              </a:ext>
            </a:extLst>
          </p:cNvPr>
          <p:cNvSpPr>
            <a:spLocks noGrp="1"/>
          </p:cNvSpPr>
          <p:nvPr>
            <p:ph idx="1" hasCustomPrompt="1"/>
          </p:nvPr>
        </p:nvSpPr>
        <p:spPr bwMode="gray">
          <a:xfrm>
            <a:off x="557929" y="1767532"/>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5" name="Rectangle 4">
            <a:extLst>
              <a:ext uri="{FF2B5EF4-FFF2-40B4-BE49-F238E27FC236}">
                <a16:creationId xmlns:a16="http://schemas.microsoft.com/office/drawing/2014/main" id="{2AA3D8E1-3CCE-42A5-88D6-38F615FADD4D}"/>
              </a:ext>
            </a:extLst>
          </p:cNvPr>
          <p:cNvSpPr/>
          <p:nvPr userDrawn="1"/>
        </p:nvSpPr>
        <p:spPr>
          <a:xfrm>
            <a:off x="6096000" y="0"/>
            <a:ext cx="609600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pic>
        <p:nvPicPr>
          <p:cNvPr id="6" name="Graphic 5" descr="CVS Health logo.">
            <a:extLst>
              <a:ext uri="{FF2B5EF4-FFF2-40B4-BE49-F238E27FC236}">
                <a16:creationId xmlns:a16="http://schemas.microsoft.com/office/drawing/2014/main" id="{C97A688A-13B1-4480-9A65-4362859FCDA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240431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or high impact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1764792"/>
            <a:ext cx="4701240" cy="1463040"/>
          </a:xfrm>
        </p:spPr>
        <p:txBody>
          <a:bodyPr rIns="0" anchor="b"/>
          <a:lstStyle>
            <a:lvl1pPr marL="171450" indent="-171450">
              <a:lnSpc>
                <a:spcPct val="95000"/>
              </a:lnSpc>
              <a:tabLst>
                <a:tab pos="171450" algn="l"/>
              </a:tabLst>
              <a:defRPr>
                <a:solidFill>
                  <a:schemeClr val="tx2"/>
                </a:solidFill>
              </a:defRPr>
            </a:lvl1pPr>
          </a:lstStyle>
          <a:p>
            <a:r>
              <a:rPr lang="en-US"/>
              <a:t>“	Click to add quote with image. Image should reflect the content of the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713418" y="3590383"/>
            <a:ext cx="4573191" cy="161925"/>
          </a:xfrm>
          <a:prstGeom prst="rect">
            <a:avLst/>
          </a:prstGeom>
          <a:noFill/>
        </p:spPr>
        <p:txBody>
          <a:bodyPr>
            <a:noAutofit/>
          </a:bodyPr>
          <a:lstStyle>
            <a:lvl1pPr>
              <a:defRPr sz="1300" cap="none" baseline="0">
                <a:solidFill>
                  <a:schemeClr val="tx2"/>
                </a:solidFill>
              </a:defRPr>
            </a:lvl1pPr>
          </a:lstStyle>
          <a:p>
            <a:pPr lvl="0"/>
            <a:r>
              <a:rPr lang="en-US"/>
              <a:t>Click to add author</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609600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pic>
        <p:nvPicPr>
          <p:cNvPr id="5" name="Graphic 4" descr="CVS Health logo in white.">
            <a:extLst>
              <a:ext uri="{FF2B5EF4-FFF2-40B4-BE49-F238E27FC236}">
                <a16:creationId xmlns:a16="http://schemas.microsoft.com/office/drawing/2014/main" id="{5C21479B-88BC-46B4-90DB-3F9721D742E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9365939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or high impac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12868" y="2180108"/>
            <a:ext cx="7170763" cy="1463040"/>
          </a:xfrm>
        </p:spPr>
        <p:txBody>
          <a:bodyPr rIns="0"/>
          <a:lstStyle>
            <a:lvl1pPr>
              <a:defRPr>
                <a:solidFill>
                  <a:schemeClr val="tx2"/>
                </a:solidFill>
              </a:defRPr>
            </a:lvl1pPr>
          </a:lstStyle>
          <a:p>
            <a:r>
              <a:rPr lang="en-US"/>
              <a:t>Click to add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2512867" y="4020922"/>
            <a:ext cx="4573191" cy="161925"/>
          </a:xfrm>
          <a:prstGeom prst="rect">
            <a:avLst/>
          </a:prstGeom>
          <a:noFill/>
        </p:spPr>
        <p:txBody>
          <a:bodyPr>
            <a:noAutofit/>
          </a:bodyPr>
          <a:lstStyle>
            <a:lvl1pPr>
              <a:defRPr sz="1300" cap="all" baseline="0">
                <a:solidFill>
                  <a:schemeClr val="tx2"/>
                </a:solidFill>
              </a:defRPr>
            </a:lvl1pPr>
          </a:lstStyle>
          <a:p>
            <a:pPr lvl="0"/>
            <a:r>
              <a:rPr lang="en-US"/>
              <a:t>click to add AUTHOR</a:t>
            </a:r>
          </a:p>
        </p:txBody>
      </p:sp>
    </p:spTree>
    <p:extLst>
      <p:ext uri="{BB962C8B-B14F-4D97-AF65-F5344CB8AC3E}">
        <p14:creationId xmlns:p14="http://schemas.microsoft.com/office/powerpoint/2010/main" val="26488541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Next step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5CE5400-9551-4441-A3A1-727FA1855083}"/>
              </a:ext>
            </a:extLst>
          </p:cNvPr>
          <p:cNvSpPr>
            <a:spLocks noGrp="1"/>
          </p:cNvSpPr>
          <p:nvPr>
            <p:ph type="title" hasCustomPrompt="1"/>
          </p:nvPr>
        </p:nvSpPr>
        <p:spPr>
          <a:xfrm>
            <a:off x="557929" y="530351"/>
            <a:ext cx="9667726" cy="713232"/>
          </a:xfrm>
        </p:spPr>
        <p:txBody>
          <a:bodyPr/>
          <a:lstStyle>
            <a:lvl1pPr>
              <a:defRPr sz="4800">
                <a:solidFill>
                  <a:schemeClr val="accent6"/>
                </a:solidFill>
              </a:defRPr>
            </a:lvl1pPr>
          </a:lstStyle>
          <a:p>
            <a:r>
              <a:rPr lang="en-US"/>
              <a:t>Next steps</a:t>
            </a:r>
          </a:p>
        </p:txBody>
      </p:sp>
      <p:sp>
        <p:nvSpPr>
          <p:cNvPr id="5" name="Content Placeholder 2"/>
          <p:cNvSpPr>
            <a:spLocks noGrp="1"/>
          </p:cNvSpPr>
          <p:nvPr>
            <p:ph sz="half" idx="1" hasCustomPrompt="1"/>
          </p:nvPr>
        </p:nvSpPr>
        <p:spPr bwMode="gray">
          <a:xfrm>
            <a:off x="1970635" y="2110424"/>
            <a:ext cx="2506109" cy="3630620"/>
          </a:xfrm>
        </p:spPr>
        <p:txBody>
          <a:bodyPr vert="horz" lIns="0" tIns="0" rIns="0" bIns="0" rtlCol="0">
            <a:noAutofit/>
          </a:bodyPr>
          <a:lstStyle>
            <a:lvl1pPr algn="ctr">
              <a:lnSpc>
                <a:spcPct val="100000"/>
              </a:lnSpc>
              <a:buClrTx/>
              <a:defRPr lang="en-US" sz="3200" b="1" kern="1200" cap="none" baseline="0" dirty="0">
                <a:solidFill>
                  <a:schemeClr val="accent2"/>
                </a:solidFill>
                <a:latin typeface="+mn-lt"/>
                <a:ea typeface="+mn-ea"/>
                <a:cs typeface="+mn-cs"/>
              </a:defRPr>
            </a:lvl1pPr>
            <a:lvl2pPr marL="0" indent="0" algn="ctr">
              <a:spcBef>
                <a:spcPts val="4200"/>
              </a:spcBef>
              <a:buClrTx/>
              <a:buNone/>
              <a:defRPr lang="en-US" sz="1300" dirty="0" smtClean="0">
                <a:solidFill>
                  <a:schemeClr val="tx2"/>
                </a:solidFill>
              </a:defRPr>
            </a:lvl2pPr>
            <a:lvl3pPr marL="174625" indent="-174625" algn="l">
              <a:spcBef>
                <a:spcPts val="1200"/>
              </a:spcBef>
              <a:buClrTx/>
              <a:buFont typeface="Arial" panose="020B0604020202020204" pitchFamily="34" charset="0"/>
              <a:buChar char="•"/>
              <a:defRPr lang="en-US" sz="1300" baseline="0" dirty="0" smtClean="0">
                <a:solidFill>
                  <a:schemeClr val="tx2"/>
                </a:solidFill>
              </a:defRPr>
            </a:lvl3pPr>
            <a:lvl4pPr marL="347663" indent="-173038" algn="l">
              <a:buClrTx/>
              <a:buFont typeface="Arial" panose="020B0604020202020204" pitchFamily="34" charset="0"/>
              <a:buChar char="–"/>
              <a:defRPr lang="en-US" sz="1300" baseline="0" dirty="0" smtClean="0">
                <a:solidFill>
                  <a:schemeClr val="tx2"/>
                </a:solidFill>
              </a:defRPr>
            </a:lvl4pPr>
            <a:lvl5pPr marL="511175" indent="-163513" algn="l">
              <a:buClrTx/>
              <a:buFont typeface="Arial" panose="020B0604020202020204" pitchFamily="34" charset="0"/>
              <a:buChar char="•"/>
              <a:defRPr lang="en-US" sz="1300" dirty="0">
                <a:solidFill>
                  <a:schemeClr val="tx2"/>
                </a:solidFill>
              </a:defRPr>
            </a:lvl5pPr>
            <a:lvl6pPr marL="685800" indent="-174625" algn="l">
              <a:buClrTx/>
              <a:buFont typeface="Arial" panose="020B0604020202020204" pitchFamily="34" charset="0"/>
              <a:buChar char="–"/>
              <a:defRPr sz="1300" baseline="0">
                <a:solidFill>
                  <a:schemeClr val="tx2"/>
                </a:solidFill>
              </a:defRPr>
            </a:lvl6pPr>
            <a:lvl7pPr marL="860425" indent="-173038" algn="l">
              <a:buClrTx/>
              <a:buFont typeface="Arial" panose="020B0604020202020204" pitchFamily="34" charset="0"/>
              <a:buChar char="•"/>
              <a:defRPr sz="1300"/>
            </a:lvl7pPr>
            <a:lvl8pPr marL="1031875" indent="-171450" algn="l">
              <a:buClrTx/>
              <a:buFont typeface="Arial" panose="020B0604020202020204" pitchFamily="34" charset="0"/>
              <a:buChar char="–"/>
              <a:defRPr sz="1300"/>
            </a:lvl8pPr>
            <a:lvl9pPr marL="1203325" indent="-171450" algn="l">
              <a:buClrTx/>
              <a:buFont typeface="Arial" panose="020B0604020202020204" pitchFamily="34" charset="0"/>
              <a:buChar char="•"/>
              <a:defRPr sz="1300"/>
            </a:lvl9pPr>
          </a:lstStyle>
          <a:p>
            <a:pPr marL="0" lvl="0" indent="0" algn="ctr" defTabSz="457200" rtl="0" eaLnBrk="1" latinLnBrk="0" hangingPunct="1">
              <a:lnSpc>
                <a:spcPct val="108000"/>
              </a:lnSpc>
              <a:spcBef>
                <a:spcPts val="1800"/>
              </a:spcBef>
              <a:buClrTx/>
              <a:buFont typeface="Arial"/>
              <a:buNone/>
            </a:pPr>
            <a:r>
              <a:rPr lang="en-US"/>
              <a:t>1</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
        <p:nvSpPr>
          <p:cNvPr id="6" name="Content Placeholder 2"/>
          <p:cNvSpPr>
            <a:spLocks noGrp="1"/>
          </p:cNvSpPr>
          <p:nvPr>
            <p:ph sz="half" idx="10" hasCustomPrompt="1"/>
          </p:nvPr>
        </p:nvSpPr>
        <p:spPr bwMode="gray">
          <a:xfrm>
            <a:off x="4820143" y="2110424"/>
            <a:ext cx="2506109" cy="3630620"/>
          </a:xfrm>
        </p:spPr>
        <p:txBody>
          <a:bodyPr vert="horz" lIns="0" tIns="0" rIns="0" bIns="0" rtlCol="0">
            <a:noAutofit/>
          </a:bodyPr>
          <a:lstStyle>
            <a:lvl1pPr algn="ctr">
              <a:lnSpc>
                <a:spcPct val="100000"/>
              </a:lnSpc>
              <a:buClrTx/>
              <a:defRPr lang="en-US" sz="3200" b="1" kern="1200" cap="none" baseline="0" dirty="0">
                <a:solidFill>
                  <a:schemeClr val="accent2"/>
                </a:solidFill>
                <a:latin typeface="+mn-lt"/>
                <a:ea typeface="+mn-ea"/>
                <a:cs typeface="+mn-cs"/>
              </a:defRPr>
            </a:lvl1pPr>
            <a:lvl2pPr marL="0" indent="0" algn="ctr">
              <a:spcBef>
                <a:spcPts val="4200"/>
              </a:spcBef>
              <a:buClrTx/>
              <a:buNone/>
              <a:defRPr lang="en-US" sz="1300" dirty="0" smtClean="0">
                <a:solidFill>
                  <a:schemeClr val="tx2"/>
                </a:solidFill>
              </a:defRPr>
            </a:lvl2pPr>
            <a:lvl3pPr marL="174625" indent="-174625" algn="l">
              <a:spcBef>
                <a:spcPts val="1200"/>
              </a:spcBef>
              <a:buClrTx/>
              <a:buFont typeface="Arial" panose="020B0604020202020204" pitchFamily="34" charset="0"/>
              <a:buChar char="•"/>
              <a:defRPr lang="en-US" sz="1300" baseline="0" dirty="0" smtClean="0">
                <a:solidFill>
                  <a:schemeClr val="tx2"/>
                </a:solidFill>
              </a:defRPr>
            </a:lvl3pPr>
            <a:lvl4pPr marL="347663" indent="-173038" algn="l">
              <a:buClrTx/>
              <a:buFont typeface="Arial" panose="020B0604020202020204" pitchFamily="34" charset="0"/>
              <a:buChar char="–"/>
              <a:defRPr lang="en-US" sz="1300" baseline="0" dirty="0" smtClean="0">
                <a:solidFill>
                  <a:schemeClr val="tx2"/>
                </a:solidFill>
              </a:defRPr>
            </a:lvl4pPr>
            <a:lvl5pPr marL="511175" indent="-163513" algn="l">
              <a:buClrTx/>
              <a:buFont typeface="Arial" panose="020B0604020202020204" pitchFamily="34" charset="0"/>
              <a:buChar char="•"/>
              <a:defRPr lang="en-US" sz="1300" dirty="0">
                <a:solidFill>
                  <a:schemeClr val="tx2"/>
                </a:solidFill>
              </a:defRPr>
            </a:lvl5pPr>
            <a:lvl6pPr marL="685800" indent="-174625" algn="l">
              <a:buClrTx/>
              <a:buFont typeface="Arial" panose="020B0604020202020204" pitchFamily="34" charset="0"/>
              <a:buChar char="–"/>
              <a:defRPr sz="1300" baseline="0">
                <a:solidFill>
                  <a:schemeClr val="tx2"/>
                </a:solidFill>
              </a:defRPr>
            </a:lvl6pPr>
            <a:lvl7pPr marL="860425" indent="-173038" algn="l">
              <a:buClrTx/>
              <a:buFont typeface="Arial" panose="020B0604020202020204" pitchFamily="34" charset="0"/>
              <a:buChar char="•"/>
              <a:defRPr sz="1300"/>
            </a:lvl7pPr>
            <a:lvl8pPr marL="1031875" indent="-171450" algn="l">
              <a:buClrTx/>
              <a:buFont typeface="Arial" panose="020B0604020202020204" pitchFamily="34" charset="0"/>
              <a:buChar char="–"/>
              <a:defRPr sz="1300"/>
            </a:lvl8pPr>
            <a:lvl9pPr marL="1203325" indent="-171450" algn="l">
              <a:buClrTx/>
              <a:buFont typeface="Arial" panose="020B0604020202020204" pitchFamily="34" charset="0"/>
              <a:buChar char="•"/>
              <a:defRPr sz="1300"/>
            </a:lvl9pPr>
          </a:lstStyle>
          <a:p>
            <a:pPr marL="0" lvl="0" indent="0" algn="ctr" defTabSz="457200" rtl="0" eaLnBrk="1" latinLnBrk="0" hangingPunct="1">
              <a:lnSpc>
                <a:spcPct val="108000"/>
              </a:lnSpc>
              <a:spcBef>
                <a:spcPts val="1800"/>
              </a:spcBef>
              <a:buClrTx/>
              <a:buFont typeface="Arial"/>
              <a:buNone/>
            </a:pPr>
            <a:r>
              <a:rPr lang="en-US"/>
              <a:t>2</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
        <p:nvSpPr>
          <p:cNvPr id="10" name="Content Placeholder 2"/>
          <p:cNvSpPr>
            <a:spLocks noGrp="1"/>
          </p:cNvSpPr>
          <p:nvPr>
            <p:ph sz="half" idx="11" hasCustomPrompt="1"/>
          </p:nvPr>
        </p:nvSpPr>
        <p:spPr bwMode="gray">
          <a:xfrm>
            <a:off x="7664668" y="2110424"/>
            <a:ext cx="2506109" cy="3630620"/>
          </a:xfrm>
        </p:spPr>
        <p:txBody>
          <a:bodyPr vert="horz" lIns="0" tIns="0" rIns="0" bIns="0" rtlCol="0">
            <a:noAutofit/>
          </a:bodyPr>
          <a:lstStyle>
            <a:lvl1pPr algn="ctr">
              <a:lnSpc>
                <a:spcPct val="105000"/>
              </a:lnSpc>
              <a:buClrTx/>
              <a:defRPr lang="en-US" sz="3200" b="1" kern="1200" cap="none" baseline="0" dirty="0">
                <a:solidFill>
                  <a:schemeClr val="accent2"/>
                </a:solidFill>
                <a:latin typeface="+mn-lt"/>
                <a:ea typeface="+mn-ea"/>
                <a:cs typeface="+mn-cs"/>
              </a:defRPr>
            </a:lvl1pPr>
            <a:lvl2pPr marL="0" indent="0" algn="ctr">
              <a:spcBef>
                <a:spcPts val="4200"/>
              </a:spcBef>
              <a:buClrTx/>
              <a:buNone/>
              <a:defRPr lang="en-US" sz="1300" dirty="0" smtClean="0">
                <a:solidFill>
                  <a:schemeClr val="tx2"/>
                </a:solidFill>
              </a:defRPr>
            </a:lvl2pPr>
            <a:lvl3pPr marL="174625" indent="-174625" algn="l">
              <a:spcBef>
                <a:spcPts val="1200"/>
              </a:spcBef>
              <a:buClrTx/>
              <a:buFont typeface="Arial" panose="020B0604020202020204" pitchFamily="34" charset="0"/>
              <a:buChar char="•"/>
              <a:defRPr lang="en-US" sz="1300" baseline="0" dirty="0" smtClean="0">
                <a:solidFill>
                  <a:schemeClr val="tx2"/>
                </a:solidFill>
              </a:defRPr>
            </a:lvl3pPr>
            <a:lvl4pPr marL="347663" indent="-173038" algn="l">
              <a:buClrTx/>
              <a:buFont typeface="Arial" panose="020B0604020202020204" pitchFamily="34" charset="0"/>
              <a:buChar char="–"/>
              <a:defRPr lang="en-US" sz="1300" baseline="0" dirty="0" smtClean="0">
                <a:solidFill>
                  <a:schemeClr val="tx2"/>
                </a:solidFill>
              </a:defRPr>
            </a:lvl4pPr>
            <a:lvl5pPr marL="511175" indent="-163513" algn="l">
              <a:buClrTx/>
              <a:buFont typeface="Arial" panose="020B0604020202020204" pitchFamily="34" charset="0"/>
              <a:buChar char="•"/>
              <a:defRPr lang="en-US" sz="1300" dirty="0">
                <a:solidFill>
                  <a:schemeClr val="tx2"/>
                </a:solidFill>
              </a:defRPr>
            </a:lvl5pPr>
            <a:lvl6pPr marL="685800" indent="-174625" algn="l">
              <a:buClrTx/>
              <a:buFont typeface="Arial" panose="020B0604020202020204" pitchFamily="34" charset="0"/>
              <a:buChar char="–"/>
              <a:defRPr sz="1300" baseline="0">
                <a:solidFill>
                  <a:schemeClr val="tx2"/>
                </a:solidFill>
              </a:defRPr>
            </a:lvl6pPr>
            <a:lvl7pPr marL="860425" indent="-173038" algn="l">
              <a:buClrTx/>
              <a:buFont typeface="Arial" panose="020B0604020202020204" pitchFamily="34" charset="0"/>
              <a:buChar char="•"/>
              <a:defRPr sz="1300"/>
            </a:lvl7pPr>
            <a:lvl8pPr marL="1031875" indent="-171450" algn="l">
              <a:buClrTx/>
              <a:buFont typeface="Arial" panose="020B0604020202020204" pitchFamily="34" charset="0"/>
              <a:buChar char="–"/>
              <a:defRPr sz="1300"/>
            </a:lvl8pPr>
            <a:lvl9pPr marL="1203325" indent="-171450" algn="l">
              <a:buClrTx/>
              <a:buFont typeface="Arial" panose="020B0604020202020204" pitchFamily="34" charset="0"/>
              <a:buChar char="•"/>
              <a:defRPr sz="1300"/>
            </a:lvl9pPr>
          </a:lstStyle>
          <a:p>
            <a:pPr marL="0" lvl="0" indent="0" algn="ctr" defTabSz="457200" rtl="0" eaLnBrk="1" latinLnBrk="0" hangingPunct="1">
              <a:lnSpc>
                <a:spcPct val="108000"/>
              </a:lnSpc>
              <a:spcBef>
                <a:spcPts val="1800"/>
              </a:spcBef>
              <a:buClrTx/>
              <a:buFont typeface="Arial"/>
              <a:buNone/>
            </a:pPr>
            <a:r>
              <a:rPr lang="en-US"/>
              <a:t>3</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Tree>
    <p:extLst>
      <p:ext uri="{BB962C8B-B14F-4D97-AF65-F5344CB8AC3E}">
        <p14:creationId xmlns:p14="http://schemas.microsoft.com/office/powerpoint/2010/main" val="19250093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18200F-1EB3-4B0D-BB1C-940C25A49887}"/>
              </a:ext>
            </a:extLst>
          </p:cNvPr>
          <p:cNvSpPr>
            <a:spLocks noGrp="1"/>
          </p:cNvSpPr>
          <p:nvPr>
            <p:ph type="title" hasCustomPrompt="1"/>
          </p:nvPr>
        </p:nvSpPr>
        <p:spPr>
          <a:xfrm>
            <a:off x="557929" y="530351"/>
            <a:ext cx="9667726" cy="713232"/>
          </a:xfrm>
        </p:spPr>
        <p:txBody>
          <a:bodyPr/>
          <a:lstStyle>
            <a:lvl1pPr>
              <a:defRPr sz="4800">
                <a:solidFill>
                  <a:schemeClr val="accent6"/>
                </a:solidFill>
              </a:defRPr>
            </a:lvl1pPr>
          </a:lstStyle>
          <a:p>
            <a:r>
              <a:rPr lang="en-US"/>
              <a:t>In closing</a:t>
            </a:r>
          </a:p>
        </p:txBody>
      </p:sp>
      <p:sp>
        <p:nvSpPr>
          <p:cNvPr id="4" name="Content Placeholder 2"/>
          <p:cNvSpPr>
            <a:spLocks noGrp="1"/>
          </p:cNvSpPr>
          <p:nvPr>
            <p:ph idx="1" hasCustomPrompt="1"/>
          </p:nvPr>
        </p:nvSpPr>
        <p:spPr bwMode="gray">
          <a:xfrm>
            <a:off x="557929" y="1767532"/>
            <a:ext cx="8588453" cy="3977640"/>
          </a:xfrm>
        </p:spPr>
        <p:txBody>
          <a:bodyPr/>
          <a:lstStyle>
            <a:lvl1pPr>
              <a:lnSpc>
                <a:spcPct val="100000"/>
              </a:lnSpc>
              <a:buClrTx/>
              <a:defRPr lang="en-US" sz="1800" b="1" kern="1200" cap="none" baseline="0" dirty="0">
                <a:solidFill>
                  <a:schemeClr val="tx2"/>
                </a:solidFill>
                <a:latin typeface="+mn-lt"/>
                <a:ea typeface="+mn-ea"/>
                <a:cs typeface="+mn-cs"/>
              </a:defRPr>
            </a:lvl1pPr>
            <a:lvl2pPr marL="0" indent="0">
              <a:buClrTx/>
              <a:buFontTx/>
              <a:buNone/>
              <a:defRPr baseline="0">
                <a:solidFill>
                  <a:schemeClr val="tx2"/>
                </a:solidFill>
              </a:defRPr>
            </a:lvl2pPr>
            <a:lvl3pPr marL="173038" indent="-173038">
              <a:buClrTx/>
              <a:buFont typeface="Arial" panose="020B0604020202020204" pitchFamily="34" charset="0"/>
              <a:buChar char="•"/>
              <a:defRPr baseline="0">
                <a:solidFill>
                  <a:schemeClr val="tx2"/>
                </a:solidFill>
              </a:defRPr>
            </a:lvl3pPr>
            <a:lvl4pPr marL="347663" indent="-174625">
              <a:buClrTx/>
              <a:buFont typeface="Arial" panose="020B0604020202020204" pitchFamily="34" charset="0"/>
              <a:buChar char="–"/>
              <a:defRPr>
                <a:solidFill>
                  <a:schemeClr val="tx2"/>
                </a:solidFill>
              </a:defRPr>
            </a:lvl4pPr>
            <a:lvl5pPr marL="509588" indent="-161925">
              <a:buClrTx/>
              <a:buFont typeface="Arial" panose="020B0604020202020204" pitchFamily="34" charset="0"/>
              <a:buChar char="•"/>
              <a:defRPr baseline="0">
                <a:solidFill>
                  <a:schemeClr val="tx2"/>
                </a:solidFill>
              </a:defRPr>
            </a:lvl5pPr>
            <a:lvl6pPr marL="682625" indent="-173038">
              <a:buClrTx/>
              <a:buFont typeface="Arial" panose="020B0604020202020204" pitchFamily="34" charset="0"/>
              <a:buChar char="–"/>
              <a:defRPr/>
            </a:lvl6pPr>
            <a:lvl7pPr marL="857250" indent="-174625">
              <a:buClrTx/>
              <a:buFont typeface="Arial" panose="020B0604020202020204" pitchFamily="34" charset="0"/>
              <a:buChar char="•"/>
              <a:defRPr/>
            </a:lvl7pPr>
            <a:lvl8pPr marL="1030288" indent="-173038">
              <a:buClrTx/>
              <a:buFont typeface="Arial" panose="020B0604020202020204" pitchFamily="34" charset="0"/>
              <a:buChar char="–"/>
              <a:defRPr/>
            </a:lvl8pPr>
            <a:lvl9pPr marL="1203325" indent="-173038">
              <a:buClrTx/>
              <a:buFont typeface="Arial" panose="020B0604020202020204" pitchFamily="34" charset="0"/>
              <a:buChar char="•"/>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5882748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a:t>Click to add title</a:t>
            </a:r>
          </a:p>
        </p:txBody>
      </p:sp>
    </p:spTree>
    <p:extLst>
      <p:ext uri="{BB962C8B-B14F-4D97-AF65-F5344CB8AC3E}">
        <p14:creationId xmlns:p14="http://schemas.microsoft.com/office/powerpoint/2010/main" val="10538247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502446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Accessibilit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51F70-C83F-4915-A55C-CF9D7C4CEB76}"/>
              </a:ext>
            </a:extLst>
          </p:cNvPr>
          <p:cNvSpPr>
            <a:spLocks noGrp="1"/>
          </p:cNvSpPr>
          <p:nvPr>
            <p:ph type="title" hasCustomPrompt="1"/>
          </p:nvPr>
        </p:nvSpPr>
        <p:spPr>
          <a:xfrm>
            <a:off x="557930" y="-344516"/>
            <a:ext cx="11026126" cy="264306"/>
          </a:xfrm>
        </p:spPr>
        <p:txBody>
          <a:bodyPr anchor="b"/>
          <a:lstStyle>
            <a:lvl1pPr>
              <a:defRPr sz="1400"/>
            </a:lvl1pPr>
          </a:lstStyle>
          <a:p>
            <a:r>
              <a:rPr lang="en-US"/>
              <a:t>Title for slide built on the blank accessibility master</a:t>
            </a:r>
          </a:p>
        </p:txBody>
      </p:sp>
    </p:spTree>
    <p:extLst>
      <p:ext uri="{BB962C8B-B14F-4D97-AF65-F5344CB8AC3E}">
        <p14:creationId xmlns:p14="http://schemas.microsoft.com/office/powerpoint/2010/main" val="6874229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osing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AD57F1C3-026C-4E29-99D9-D207AB9AE851}"/>
              </a:ext>
            </a:extLst>
          </p:cNvPr>
          <p:cNvSpPr>
            <a:spLocks noGrp="1"/>
          </p:cNvSpPr>
          <p:nvPr>
            <p:ph type="pic" sz="quarter" idx="16" hasCustomPrompt="1"/>
          </p:nvPr>
        </p:nvSpPr>
        <p:spPr>
          <a:xfrm>
            <a:off x="1" y="0"/>
            <a:ext cx="12192000" cy="6858000"/>
          </a:xfrm>
          <a:prstGeom prst="rect">
            <a:avLst/>
          </a:prstGeom>
          <a:solidFill>
            <a:schemeClr val="bg1">
              <a:lumMod val="85000"/>
            </a:schemeClr>
          </a:solidFill>
        </p:spPr>
        <p:txBody>
          <a:bodyPr anchor="ctr"/>
          <a:lstStyle>
            <a:lvl1pPr marL="0" marR="0" indent="0" algn="ctr" defTabSz="457200" rtl="0" eaLnBrk="1" fontAlgn="auto" latinLnBrk="0" hangingPunct="1">
              <a:lnSpc>
                <a:spcPct val="100000"/>
              </a:lnSpc>
              <a:spcBef>
                <a:spcPts val="0"/>
              </a:spcBef>
              <a:spcAft>
                <a:spcPts val="0"/>
              </a:spcAft>
              <a:buClrTx/>
              <a:buSzTx/>
              <a:buFont typeface="Arial"/>
              <a:buNone/>
              <a:tabLst/>
              <a:defRPr>
                <a:solidFill>
                  <a:schemeClr val="accent6"/>
                </a:solidFill>
                <a:latin typeface="CVS Health Sans" panose="020B0504020202020204" pitchFamily="34" charset="0"/>
              </a:defRPr>
            </a:lvl1pPr>
          </a:lstStyle>
          <a:p>
            <a:r>
              <a:rPr lang="en-US"/>
              <a:t>BE SURE IMAGE IS </a:t>
            </a:r>
            <a:br>
              <a:rPr lang="en-US"/>
            </a:br>
            <a:r>
              <a:rPr lang="en-US"/>
              <a:t>DARK ENOUGH SO TYPE AND </a:t>
            </a:r>
            <a:br>
              <a:rPr lang="en-US"/>
            </a:br>
            <a:r>
              <a:rPr lang="en-US"/>
              <a:t>LOGO ARE READABLE</a:t>
            </a:r>
          </a:p>
          <a:p>
            <a:br>
              <a:rPr lang="en-US"/>
            </a:br>
            <a:r>
              <a:rPr lang="en-US"/>
              <a:t>Be sure to send image to </a:t>
            </a:r>
            <a:br>
              <a:rPr lang="en-US"/>
            </a:br>
            <a:r>
              <a:rPr lang="en-US"/>
              <a:t>back so logo sits on top of image</a:t>
            </a:r>
            <a:br>
              <a:rPr lang="en-US"/>
            </a:br>
            <a:br>
              <a:rPr lang="en-US"/>
            </a:br>
            <a:br>
              <a:rPr lang="en-US"/>
            </a:br>
            <a:br>
              <a:rPr lang="en-US"/>
            </a:br>
            <a:br>
              <a:rPr lang="en-US"/>
            </a:br>
            <a:br>
              <a:rPr lang="en-US"/>
            </a:br>
            <a:br>
              <a:rPr lang="en-US"/>
            </a:br>
            <a:br>
              <a:rPr lang="en-US"/>
            </a:br>
            <a:br>
              <a:rPr lang="en-US"/>
            </a:br>
            <a:endParaRPr lang="en-US"/>
          </a:p>
        </p:txBody>
      </p:sp>
      <p:sp>
        <p:nvSpPr>
          <p:cNvPr id="8" name="Title 7">
            <a:extLst>
              <a:ext uri="{FF2B5EF4-FFF2-40B4-BE49-F238E27FC236}">
                <a16:creationId xmlns:a16="http://schemas.microsoft.com/office/drawing/2014/main" id="{1C551DC1-11AC-42C9-8CB3-4FB83FD45BC9}"/>
              </a:ext>
            </a:extLst>
          </p:cNvPr>
          <p:cNvSpPr>
            <a:spLocks noGrp="1"/>
          </p:cNvSpPr>
          <p:nvPr>
            <p:ph type="title" hasCustomPrompt="1"/>
          </p:nvPr>
        </p:nvSpPr>
        <p:spPr>
          <a:xfrm>
            <a:off x="847938" y="1188272"/>
            <a:ext cx="3775713" cy="713232"/>
          </a:xfrm>
        </p:spPr>
        <p:txBody>
          <a:bodyPr/>
          <a:lstStyle>
            <a:lvl1pPr>
              <a:defRPr sz="4800">
                <a:solidFill>
                  <a:schemeClr val="bg1"/>
                </a:solidFill>
              </a:defRPr>
            </a:lvl1pPr>
          </a:lstStyle>
          <a:p>
            <a:r>
              <a:rPr lang="en-US"/>
              <a:t>Closing slide</a:t>
            </a:r>
          </a:p>
        </p:txBody>
      </p:sp>
      <p:pic>
        <p:nvPicPr>
          <p:cNvPr id="4" name="Graphic 3" descr="CVS Health logo.">
            <a:extLst>
              <a:ext uri="{FF2B5EF4-FFF2-40B4-BE49-F238E27FC236}">
                <a16:creationId xmlns:a16="http://schemas.microsoft.com/office/drawing/2014/main" id="{4241CE38-4CEB-4E8B-816C-5C169EC9AE0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317693472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C86AF3C-6D1C-4D8B-80F4-510F140C3483}"/>
              </a:ext>
            </a:extLst>
          </p:cNvPr>
          <p:cNvSpPr>
            <a:spLocks noGrp="1"/>
          </p:cNvSpPr>
          <p:nvPr>
            <p:ph type="title" hasCustomPrompt="1"/>
          </p:nvPr>
        </p:nvSpPr>
        <p:spPr>
          <a:xfrm>
            <a:off x="1098732" y="3017954"/>
            <a:ext cx="9994538" cy="713232"/>
          </a:xfrm>
        </p:spPr>
        <p:txBody>
          <a:bodyPr/>
          <a:lstStyle>
            <a:lvl1pPr algn="ctr">
              <a:defRPr sz="5400">
                <a:solidFill>
                  <a:schemeClr val="accent2"/>
                </a:solidFill>
              </a:defRPr>
            </a:lvl1pPr>
          </a:lstStyle>
          <a:p>
            <a:r>
              <a:rPr lang="en-US"/>
              <a:t>Closing slide</a:t>
            </a:r>
          </a:p>
        </p:txBody>
      </p:sp>
    </p:spTree>
    <p:extLst>
      <p:ext uri="{BB962C8B-B14F-4D97-AF65-F5344CB8AC3E}">
        <p14:creationId xmlns:p14="http://schemas.microsoft.com/office/powerpoint/2010/main" val="38965532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VS logo on white">
    <p:spTree>
      <p:nvGrpSpPr>
        <p:cNvPr id="1" name=""/>
        <p:cNvGrpSpPr/>
        <p:nvPr/>
      </p:nvGrpSpPr>
      <p:grpSpPr>
        <a:xfrm>
          <a:off x="0" y="0"/>
          <a:ext cx="0" cy="0"/>
          <a:chOff x="0" y="0"/>
          <a:chExt cx="0" cy="0"/>
        </a:xfrm>
      </p:grpSpPr>
      <p:pic>
        <p:nvPicPr>
          <p:cNvPr id="12" name="Graphic 11" descr="CVS Health logo.">
            <a:extLst>
              <a:ext uri="{FF2B5EF4-FFF2-40B4-BE49-F238E27FC236}">
                <a16:creationId xmlns:a16="http://schemas.microsoft.com/office/drawing/2014/main" id="{3B724D08-4F05-4A11-9EB9-CD3B1FE6110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826318" y="3030094"/>
            <a:ext cx="6539366" cy="797815"/>
          </a:xfrm>
          <a:prstGeom prst="rect">
            <a:avLst/>
          </a:prstGeom>
        </p:spPr>
      </p:pic>
      <p:sp>
        <p:nvSpPr>
          <p:cNvPr id="11" name="Rectangle 10">
            <a:extLst>
              <a:ext uri="{FF2B5EF4-FFF2-40B4-BE49-F238E27FC236}">
                <a16:creationId xmlns:a16="http://schemas.microsoft.com/office/drawing/2014/main" id="{E1268719-E45D-4DB9-A5CE-3920E9240B44}"/>
              </a:ext>
            </a:extLst>
          </p:cNvPr>
          <p:cNvSpPr/>
          <p:nvPr userDrawn="1"/>
        </p:nvSpPr>
        <p:spPr>
          <a:xfrm>
            <a:off x="1" y="5779008"/>
            <a:ext cx="12192000" cy="10789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13" name="Title 1">
            <a:extLst>
              <a:ext uri="{FF2B5EF4-FFF2-40B4-BE49-F238E27FC236}">
                <a16:creationId xmlns:a16="http://schemas.microsoft.com/office/drawing/2014/main" id="{67519E24-EA44-44E4-8587-7A08DC99D588}"/>
              </a:ext>
            </a:extLst>
          </p:cNvPr>
          <p:cNvSpPr>
            <a:spLocks noGrp="1"/>
          </p:cNvSpPr>
          <p:nvPr>
            <p:ph type="title" hasCustomPrompt="1"/>
          </p:nvPr>
        </p:nvSpPr>
        <p:spPr>
          <a:xfrm>
            <a:off x="557930" y="-347472"/>
            <a:ext cx="11026126" cy="264306"/>
          </a:xfrm>
        </p:spPr>
        <p:txBody>
          <a:bodyPr anchor="b"/>
          <a:lstStyle>
            <a:lvl1pPr>
              <a:defRPr sz="1400">
                <a:solidFill>
                  <a:schemeClr val="tx2"/>
                </a:solidFill>
              </a:defRPr>
            </a:lvl1pPr>
          </a:lstStyle>
          <a:p>
            <a:r>
              <a:rPr lang="en-US"/>
              <a:t>CVS Health logo on white background</a:t>
            </a:r>
          </a:p>
        </p:txBody>
      </p:sp>
    </p:spTree>
    <p:extLst>
      <p:ext uri="{BB962C8B-B14F-4D97-AF65-F5344CB8AC3E}">
        <p14:creationId xmlns:p14="http://schemas.microsoft.com/office/powerpoint/2010/main" val="8893968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VS logo on re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268719-E45D-4DB9-A5CE-3920E9240B44}"/>
              </a:ext>
            </a:extLst>
          </p:cNvPr>
          <p:cNvSpPr/>
          <p:nvPr userDrawn="1"/>
        </p:nvSpPr>
        <p:spPr>
          <a:xfrm>
            <a:off x="1" y="0"/>
            <a:ext cx="12192000" cy="6858000"/>
          </a:xfrm>
          <a:prstGeom prst="rect">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11" name="Title 1">
            <a:extLst>
              <a:ext uri="{FF2B5EF4-FFF2-40B4-BE49-F238E27FC236}">
                <a16:creationId xmlns:a16="http://schemas.microsoft.com/office/drawing/2014/main" id="{E33B14B6-B371-42B3-8BC3-E203B9570C03}"/>
              </a:ext>
            </a:extLst>
          </p:cNvPr>
          <p:cNvSpPr>
            <a:spLocks noGrp="1"/>
          </p:cNvSpPr>
          <p:nvPr>
            <p:ph type="title" hasCustomPrompt="1"/>
          </p:nvPr>
        </p:nvSpPr>
        <p:spPr>
          <a:xfrm>
            <a:off x="557930" y="-347472"/>
            <a:ext cx="11026126" cy="264306"/>
          </a:xfrm>
        </p:spPr>
        <p:txBody>
          <a:bodyPr anchor="b"/>
          <a:lstStyle>
            <a:lvl1pPr>
              <a:defRPr sz="1400">
                <a:solidFill>
                  <a:schemeClr val="tx2"/>
                </a:solidFill>
              </a:defRPr>
            </a:lvl1pPr>
          </a:lstStyle>
          <a:p>
            <a:r>
              <a:rPr lang="en-US"/>
              <a:t>CVS Health logo on red background</a:t>
            </a:r>
          </a:p>
        </p:txBody>
      </p:sp>
      <p:pic>
        <p:nvPicPr>
          <p:cNvPr id="12" name="Graphic 11" descr="CVS Health logo in white.">
            <a:extLst>
              <a:ext uri="{FF2B5EF4-FFF2-40B4-BE49-F238E27FC236}">
                <a16:creationId xmlns:a16="http://schemas.microsoft.com/office/drawing/2014/main" id="{B559DD0B-4B08-444F-A6AA-A5A2ED14742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826318" y="3030094"/>
            <a:ext cx="6539366" cy="797815"/>
          </a:xfrm>
          <a:prstGeom prst="rect">
            <a:avLst/>
          </a:prstGeom>
        </p:spPr>
      </p:pic>
    </p:spTree>
    <p:extLst>
      <p:ext uri="{BB962C8B-B14F-4D97-AF65-F5344CB8AC3E}">
        <p14:creationId xmlns:p14="http://schemas.microsoft.com/office/powerpoint/2010/main" val="321512347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924573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5_Title and Content without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649224"/>
            <a:ext cx="9667726" cy="713232"/>
          </a:xfrm>
        </p:spPr>
        <p:txBody>
          <a:bodyPr/>
          <a:lstStyle>
            <a:lvl1pPr>
              <a:defRPr>
                <a:solidFill>
                  <a:schemeClr val="tx2"/>
                </a:solidFill>
              </a:defRPr>
            </a:lvl1pPr>
          </a:lstStyle>
          <a:p>
            <a:r>
              <a:rPr lang="en-US"/>
              <a:t>Click to add title for one-column layout</a:t>
            </a:r>
          </a:p>
        </p:txBody>
      </p:sp>
      <p:sp>
        <p:nvSpPr>
          <p:cNvPr id="4" name="Content Placeholder 2"/>
          <p:cNvSpPr>
            <a:spLocks noGrp="1"/>
          </p:cNvSpPr>
          <p:nvPr>
            <p:ph idx="1" hasCustomPrompt="1"/>
          </p:nvPr>
        </p:nvSpPr>
        <p:spPr bwMode="gray">
          <a:xfrm>
            <a:off x="557929" y="1776585"/>
            <a:ext cx="8588453" cy="3977640"/>
          </a:xfrm>
        </p:spPr>
        <p:txBody>
          <a:bodyPr/>
          <a:lstStyle>
            <a:lvl1pPr>
              <a:defRPr sz="1500" cap="none" baseline="0">
                <a:solidFill>
                  <a:schemeClr val="tx2"/>
                </a:solidFill>
              </a:defRPr>
            </a:lvl1pPr>
            <a:lvl2pPr marL="171450" indent="-171450">
              <a:defRPr sz="1500">
                <a:solidFill>
                  <a:schemeClr val="tx2"/>
                </a:solidFill>
              </a:defRPr>
            </a:lvl2pPr>
            <a:lvl3pPr marL="347663" indent="-176213">
              <a:spcBef>
                <a:spcPts val="600"/>
              </a:spcBef>
              <a:buFont typeface="Arial" panose="020B0604020202020204" pitchFamily="34" charset="0"/>
              <a:buChar char="–"/>
              <a:defRPr sz="1500">
                <a:solidFill>
                  <a:schemeClr val="tx2"/>
                </a:solidFill>
              </a:defRPr>
            </a:lvl3pPr>
            <a:lvl4pPr marL="509588" indent="-161925">
              <a:spcBef>
                <a:spcPts val="600"/>
              </a:spcBef>
              <a:defRPr sz="1500">
                <a:solidFill>
                  <a:schemeClr val="tx2"/>
                </a:solidFill>
              </a:defRPr>
            </a:lvl4pPr>
            <a:lvl5pPr marL="682625" indent="-173038">
              <a:spcBef>
                <a:spcPts val="600"/>
              </a:spcBef>
              <a:defRPr sz="1500">
                <a:solidFill>
                  <a:schemeClr val="tx2"/>
                </a:solidFill>
              </a:defRPr>
            </a:lvl5pPr>
            <a:lvl6pPr marL="857250" indent="-174625">
              <a:defRPr sz="1500"/>
            </a:lvl6pPr>
            <a:lvl7pPr marL="1030288" indent="-173038">
              <a:spcBef>
                <a:spcPts val="600"/>
              </a:spcBef>
              <a:buFont typeface="Arial" panose="020B0604020202020204" pitchFamily="34" charset="0"/>
              <a:buChar char="–"/>
              <a:defRPr sz="1500" baseline="0">
                <a:solidFill>
                  <a:schemeClr val="tx2"/>
                </a:solidFill>
              </a:defRPr>
            </a:lvl7pPr>
            <a:lvl8pPr marL="1203325" indent="-174625">
              <a:spcBef>
                <a:spcPts val="600"/>
              </a:spcBef>
              <a:buFont typeface="Arial" panose="020B0604020202020204" pitchFamily="34" charset="0"/>
              <a:buChar char="•"/>
              <a:defRPr sz="1500">
                <a:solidFill>
                  <a:schemeClr val="tx2"/>
                </a:solidFill>
              </a:defRPr>
            </a:lvl8pPr>
            <a:lvl9pPr marL="1377950" indent="-174625">
              <a:spcBef>
                <a:spcPts val="600"/>
              </a:spcBef>
              <a:buFont typeface="Arial" panose="020B0604020202020204" pitchFamily="34" charset="0"/>
              <a:buChar char="–"/>
              <a:defRPr sz="1500" baseline="0">
                <a:solidFill>
                  <a:schemeClr val="tx2"/>
                </a:solidFill>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318772364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6C42718-30DC-4BF5-83B8-F07AB67E7F2D}"/>
              </a:ext>
            </a:extLst>
          </p:cNvPr>
          <p:cNvSpPr>
            <a:spLocks noGrp="1"/>
          </p:cNvSpPr>
          <p:nvPr>
            <p:ph type="body" sz="quarter" idx="10"/>
          </p:nvPr>
        </p:nvSpPr>
        <p:spPr>
          <a:xfrm>
            <a:off x="609601" y="2298702"/>
            <a:ext cx="10982633" cy="830997"/>
          </a:xfrm>
        </p:spPr>
        <p:txBody>
          <a:bodyPr/>
          <a:lstStyle>
            <a:lvl1pPr marL="0" indent="0">
              <a:buClr>
                <a:schemeClr val="bg1"/>
              </a:buClr>
              <a:buNone/>
              <a:defRPr sz="4799">
                <a:solidFill>
                  <a:schemeClr val="bg1"/>
                </a:solidFill>
              </a:defRPr>
            </a:lvl1pPr>
          </a:lstStyle>
          <a:p>
            <a:pPr lvl="0"/>
            <a:endParaRPr lang="en-US"/>
          </a:p>
        </p:txBody>
      </p:sp>
    </p:spTree>
    <p:extLst>
      <p:ext uri="{BB962C8B-B14F-4D97-AF65-F5344CB8AC3E}">
        <p14:creationId xmlns:p14="http://schemas.microsoft.com/office/powerpoint/2010/main" val="22758888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hree points">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CFACB8A6-3813-48D2-B8CE-038DD1E42B32}"/>
              </a:ext>
            </a:extLst>
          </p:cNvPr>
          <p:cNvSpPr/>
          <p:nvPr userDrawn="1"/>
        </p:nvSpPr>
        <p:spPr>
          <a:xfrm>
            <a:off x="1" y="6241774"/>
            <a:ext cx="5587246" cy="616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a:latin typeface="+mn-lt"/>
              <a:cs typeface="Arial" panose="020B0604020202020204" pitchFamily="34" charset="0"/>
            </a:endParaRPr>
          </a:p>
        </p:txBody>
      </p:sp>
      <p:sp>
        <p:nvSpPr>
          <p:cNvPr id="23" name="Rectangle 22">
            <a:extLst>
              <a:ext uri="{FF2B5EF4-FFF2-40B4-BE49-F238E27FC236}">
                <a16:creationId xmlns:a16="http://schemas.microsoft.com/office/drawing/2014/main" id="{B5FE79D5-35B2-49F2-B15D-DA1A165F3786}"/>
              </a:ext>
            </a:extLst>
          </p:cNvPr>
          <p:cNvSpPr/>
          <p:nvPr userDrawn="1"/>
        </p:nvSpPr>
        <p:spPr>
          <a:xfrm>
            <a:off x="4062895" y="0"/>
            <a:ext cx="405815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a:latin typeface="+mn-lt"/>
              <a:cs typeface="Arial" panose="020B0604020202020204" pitchFamily="34" charset="0"/>
            </a:endParaRPr>
          </a:p>
        </p:txBody>
      </p:sp>
      <p:sp>
        <p:nvSpPr>
          <p:cNvPr id="22" name="Rectangle 21">
            <a:extLst>
              <a:ext uri="{FF2B5EF4-FFF2-40B4-BE49-F238E27FC236}">
                <a16:creationId xmlns:a16="http://schemas.microsoft.com/office/drawing/2014/main" id="{D8E8E372-A3D9-43BC-A3BE-4011C8DA5B98}"/>
              </a:ext>
            </a:extLst>
          </p:cNvPr>
          <p:cNvSpPr/>
          <p:nvPr userDrawn="1"/>
        </p:nvSpPr>
        <p:spPr>
          <a:xfrm>
            <a:off x="8121046" y="0"/>
            <a:ext cx="4070953"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a:latin typeface="+mn-lt"/>
              <a:cs typeface="Arial" panose="020B0604020202020204" pitchFamily="34" charset="0"/>
            </a:endParaRPr>
          </a:p>
        </p:txBody>
      </p:sp>
      <p:sp>
        <p:nvSpPr>
          <p:cNvPr id="25" name="Title 1">
            <a:extLst>
              <a:ext uri="{FF2B5EF4-FFF2-40B4-BE49-F238E27FC236}">
                <a16:creationId xmlns:a16="http://schemas.microsoft.com/office/drawing/2014/main" id="{430E9904-95CA-4355-B234-1DDA8EC1512E}"/>
              </a:ext>
            </a:extLst>
          </p:cNvPr>
          <p:cNvSpPr>
            <a:spLocks noGrp="1"/>
          </p:cNvSpPr>
          <p:nvPr>
            <p:ph type="title" hasCustomPrompt="1"/>
          </p:nvPr>
        </p:nvSpPr>
        <p:spPr>
          <a:xfrm>
            <a:off x="579707" y="1"/>
            <a:ext cx="2959073" cy="6425581"/>
          </a:xfrm>
        </p:spPr>
        <p:txBody>
          <a:bodyPr anchor="ctr"/>
          <a:lstStyle>
            <a:lvl1pPr>
              <a:defRPr>
                <a:solidFill>
                  <a:schemeClr val="tx2"/>
                </a:solidFill>
              </a:defRPr>
            </a:lvl1pPr>
          </a:lstStyle>
          <a:p>
            <a:r>
              <a:rPr lang="en-US"/>
              <a:t>Click to add title here for two panel comparison slide</a:t>
            </a:r>
          </a:p>
        </p:txBody>
      </p:sp>
      <p:sp>
        <p:nvSpPr>
          <p:cNvPr id="21" name="Content Placeholder 3">
            <a:extLst>
              <a:ext uri="{FF2B5EF4-FFF2-40B4-BE49-F238E27FC236}">
                <a16:creationId xmlns:a16="http://schemas.microsoft.com/office/drawing/2014/main" id="{3E63A43E-9184-464B-AD62-08609C3C2EFC}"/>
              </a:ext>
            </a:extLst>
          </p:cNvPr>
          <p:cNvSpPr>
            <a:spLocks noGrp="1"/>
          </p:cNvSpPr>
          <p:nvPr>
            <p:ph sz="half" idx="2" hasCustomPrompt="1"/>
          </p:nvPr>
        </p:nvSpPr>
        <p:spPr bwMode="gray">
          <a:xfrm>
            <a:off x="4907514" y="2971853"/>
            <a:ext cx="2368913" cy="2592183"/>
          </a:xfrm>
        </p:spPr>
        <p:txBody>
          <a:bodyPr vert="horz" lIns="0" tIns="0" rIns="0" bIns="0" rtlCol="0">
            <a:noAutofit/>
          </a:bodyPr>
          <a:lstStyle>
            <a:lvl1pPr algn="ctr">
              <a:lnSpc>
                <a:spcPct val="100000"/>
              </a:lnSpc>
              <a:buClrTx/>
              <a:defRPr lang="en-US" sz="1800" b="1" kern="1200" cap="none" baseline="0" dirty="0">
                <a:solidFill>
                  <a:schemeClr val="tx2"/>
                </a:solidFill>
                <a:latin typeface="+mn-lt"/>
                <a:ea typeface="+mn-ea"/>
                <a:cs typeface="+mn-cs"/>
              </a:defRPr>
            </a:lvl1pPr>
            <a:lvl2pPr marL="0" indent="0" algn="ctr">
              <a:spcBef>
                <a:spcPts val="1800"/>
              </a:spcBef>
              <a:buClrTx/>
              <a:buFontTx/>
              <a:buNone/>
              <a:defRPr lang="en-US" sz="1500" baseline="0" dirty="0" smtClean="0">
                <a:solidFill>
                  <a:schemeClr val="tx2"/>
                </a:solidFill>
              </a:defRPr>
            </a:lvl2pPr>
            <a:lvl3pPr marL="171450" indent="0">
              <a:buClrTx/>
              <a:buFont typeface="Arial" panose="020B0604020202020204" pitchFamily="34" charset="0"/>
              <a:buNone/>
              <a:defRPr lang="en-US" sz="1600" baseline="0" dirty="0" smtClean="0">
                <a:solidFill>
                  <a:schemeClr val="tx2"/>
                </a:solidFill>
              </a:defRPr>
            </a:lvl3pPr>
            <a:lvl4pPr>
              <a:buClrTx/>
              <a:defRPr lang="en-US" sz="1600" baseline="0" dirty="0" smtClean="0">
                <a:solidFill>
                  <a:schemeClr val="tx2"/>
                </a:solidFill>
              </a:defRPr>
            </a:lvl4pPr>
            <a:lvl5pPr>
              <a:buClrTx/>
              <a:defRPr lang="en-US" sz="1600" baseline="0" dirty="0">
                <a:solidFill>
                  <a:schemeClr val="tx2"/>
                </a:solidFill>
              </a:defRPr>
            </a:lvl5pPr>
            <a:lvl6pPr>
              <a:buClrTx/>
              <a:defRPr sz="1600" baseline="0">
                <a:solidFill>
                  <a:schemeClr val="tx2"/>
                </a:solidFill>
              </a:defRPr>
            </a:lvl6pPr>
            <a:lvl7pPr>
              <a:buClrTx/>
              <a:defRPr sz="1600" baseline="0">
                <a:solidFill>
                  <a:schemeClr val="tx2"/>
                </a:solidFill>
              </a:defRPr>
            </a:lvl7pPr>
            <a:lvl8pPr>
              <a:buClrTx/>
              <a:defRPr sz="1600" baseline="0">
                <a:solidFill>
                  <a:schemeClr val="tx2"/>
                </a:solidFill>
              </a:defRPr>
            </a:lvl8pPr>
            <a:lvl9pPr>
              <a:buClrTx/>
              <a:defRPr sz="1600">
                <a:solidFill>
                  <a:schemeClr val="tx2"/>
                </a:solidFill>
              </a:defRPr>
            </a:lvl9pPr>
          </a:lstStyle>
          <a:p>
            <a:pPr marL="0" lvl="0" indent="0" algn="ctr" defTabSz="457200" rtl="0" eaLnBrk="1" latinLnBrk="0" hangingPunct="1">
              <a:lnSpc>
                <a:spcPct val="100000"/>
              </a:lnSpc>
              <a:spcBef>
                <a:spcPts val="1800"/>
              </a:spcBef>
              <a:buClrTx/>
              <a:buFont typeface="Arial"/>
              <a:buNone/>
            </a:pPr>
            <a:r>
              <a:rPr lang="en-US"/>
              <a:t>Header</a:t>
            </a:r>
          </a:p>
          <a:p>
            <a:pPr lvl="1"/>
            <a:r>
              <a:rPr lang="en-US"/>
              <a:t>First-level</a:t>
            </a:r>
          </a:p>
        </p:txBody>
      </p:sp>
      <p:sp>
        <p:nvSpPr>
          <p:cNvPr id="24" name="Content Placeholder 3">
            <a:extLst>
              <a:ext uri="{FF2B5EF4-FFF2-40B4-BE49-F238E27FC236}">
                <a16:creationId xmlns:a16="http://schemas.microsoft.com/office/drawing/2014/main" id="{6C89E4A5-6F21-4ECD-BCA6-5B29AF1FC1C0}"/>
              </a:ext>
            </a:extLst>
          </p:cNvPr>
          <p:cNvSpPr>
            <a:spLocks noGrp="1"/>
          </p:cNvSpPr>
          <p:nvPr>
            <p:ph sz="half" idx="18" hasCustomPrompt="1"/>
          </p:nvPr>
        </p:nvSpPr>
        <p:spPr bwMode="gray">
          <a:xfrm>
            <a:off x="8972065" y="2971853"/>
            <a:ext cx="2368913" cy="2592183"/>
          </a:xfrm>
        </p:spPr>
        <p:txBody>
          <a:bodyPr vert="horz" lIns="0" tIns="0" rIns="0" bIns="0" rtlCol="0">
            <a:noAutofit/>
          </a:bodyPr>
          <a:lstStyle>
            <a:lvl1pPr algn="ctr">
              <a:lnSpc>
                <a:spcPct val="100000"/>
              </a:lnSpc>
              <a:buClrTx/>
              <a:defRPr lang="en-US" sz="1800" b="1" cap="none" baseline="0" dirty="0" smtClean="0">
                <a:solidFill>
                  <a:schemeClr val="tx2"/>
                </a:solidFill>
                <a:latin typeface="+mn-lt"/>
              </a:defRPr>
            </a:lvl1pPr>
            <a:lvl2pPr marL="0" indent="0" algn="ctr">
              <a:spcBef>
                <a:spcPts val="1800"/>
              </a:spcBef>
              <a:buClrTx/>
              <a:buFontTx/>
              <a:buNone/>
              <a:defRPr lang="en-US" sz="1500" dirty="0" smtClean="0">
                <a:solidFill>
                  <a:schemeClr val="tx2"/>
                </a:solidFill>
              </a:defRPr>
            </a:lvl2pPr>
            <a:lvl3pPr marL="171450" indent="0">
              <a:buClrTx/>
              <a:buFont typeface="Arial" panose="020B0604020202020204" pitchFamily="34" charset="0"/>
              <a:buNone/>
              <a:defRPr lang="en-US" sz="1600" baseline="0" dirty="0" smtClean="0">
                <a:solidFill>
                  <a:schemeClr val="bg1"/>
                </a:solidFill>
              </a:defRPr>
            </a:lvl3pPr>
            <a:lvl4pPr>
              <a:buClrTx/>
              <a:defRPr lang="en-US" sz="1600" baseline="0" dirty="0" smtClean="0">
                <a:solidFill>
                  <a:schemeClr val="bg1"/>
                </a:solidFill>
              </a:defRPr>
            </a:lvl4pPr>
            <a:lvl5pPr>
              <a:buClrTx/>
              <a:defRPr lang="en-US" sz="1600" baseline="0" dirty="0">
                <a:solidFill>
                  <a:schemeClr val="bg1"/>
                </a:solidFill>
              </a:defRPr>
            </a:lvl5pPr>
            <a:lvl6pPr>
              <a:buClrTx/>
              <a:defRPr sz="1600" baseline="0">
                <a:solidFill>
                  <a:schemeClr val="bg1"/>
                </a:solidFill>
              </a:defRPr>
            </a:lvl6pPr>
            <a:lvl7pPr>
              <a:buClrTx/>
              <a:defRPr sz="1600">
                <a:solidFill>
                  <a:schemeClr val="bg1"/>
                </a:solidFill>
              </a:defRPr>
            </a:lvl7pPr>
            <a:lvl8pPr>
              <a:buClrTx/>
              <a:defRPr sz="1600" baseline="0">
                <a:solidFill>
                  <a:schemeClr val="bg1"/>
                </a:solidFill>
              </a:defRPr>
            </a:lvl8pPr>
            <a:lvl9pPr>
              <a:buClrTx/>
              <a:defRPr sz="1600">
                <a:solidFill>
                  <a:schemeClr val="bg1"/>
                </a:solidFill>
              </a:defRPr>
            </a:lvl9pPr>
          </a:lstStyle>
          <a:p>
            <a:pPr lvl="0"/>
            <a:r>
              <a:rPr lang="en-US"/>
              <a:t>Header</a:t>
            </a:r>
          </a:p>
          <a:p>
            <a:pPr lvl="1"/>
            <a:r>
              <a:rPr lang="en-US"/>
              <a:t>First-level</a:t>
            </a:r>
          </a:p>
        </p:txBody>
      </p:sp>
      <p:sp>
        <p:nvSpPr>
          <p:cNvPr id="11" name="Content Placeholder 8">
            <a:extLst>
              <a:ext uri="{FF2B5EF4-FFF2-40B4-BE49-F238E27FC236}">
                <a16:creationId xmlns:a16="http://schemas.microsoft.com/office/drawing/2014/main" id="{F5E0B0A3-49E5-4641-8D2C-BC31AF6815C4}"/>
              </a:ext>
            </a:extLst>
          </p:cNvPr>
          <p:cNvSpPr txBox="1">
            <a:spLocks/>
          </p:cNvSpPr>
          <p:nvPr userDrawn="1"/>
        </p:nvSpPr>
        <p:spPr>
          <a:xfrm>
            <a:off x="557930"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01B46839-35D8-438B-B7A2-2B753DFD7A66}"/>
              </a:ext>
            </a:extLst>
          </p:cNvPr>
          <p:cNvSpPr txBox="1"/>
          <p:nvPr userDrawn="1"/>
        </p:nvSpPr>
        <p:spPr>
          <a:xfrm>
            <a:off x="859758" y="6425582"/>
            <a:ext cx="8048816" cy="123111"/>
          </a:xfrm>
          <a:prstGeom prst="rect">
            <a:avLst/>
          </a:prstGeom>
          <a:noFill/>
        </p:spPr>
        <p:txBody>
          <a:bodyPr wrap="square" lIns="0" tIns="0" rIns="0" bIns="0" rtlCol="0" anchor="b">
            <a:spAutoFit/>
          </a:bodyPr>
          <a:lstStyle/>
          <a:p>
            <a:r>
              <a:rPr lang="en-US" sz="800">
                <a:solidFill>
                  <a:schemeClr val="tx2"/>
                </a:solidFill>
                <a:latin typeface="+mn-lt"/>
              </a:rPr>
              <a:t>©2023 CVS Health and/or one of its affiliates. Confidential and proprietary.</a:t>
            </a:r>
          </a:p>
        </p:txBody>
      </p:sp>
      <p:pic>
        <p:nvPicPr>
          <p:cNvPr id="12" name="Graphic 11" descr="CVS Health logo in white.">
            <a:extLst>
              <a:ext uri="{FF2B5EF4-FFF2-40B4-BE49-F238E27FC236}">
                <a16:creationId xmlns:a16="http://schemas.microsoft.com/office/drawing/2014/main" id="{DE198919-F3A5-469C-A629-47C58263767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14756344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3540680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1"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99"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5" y="855003"/>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buNone/>
            </a:pPr>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4"/>
            </p:custDataLst>
          </p:nvPr>
        </p:nvSpPr>
        <p:spPr>
          <a:xfrm>
            <a:off x="554736" y="6368321"/>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800"/>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5"/>
            </p:custDataLst>
          </p:nvPr>
        </p:nvSpPr>
        <p:spPr>
          <a:xfrm>
            <a:off x="554736" y="258879"/>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6"/>
            </p:custDataLst>
          </p:nvPr>
        </p:nvSpPr>
        <p:spPr>
          <a:xfrm>
            <a:off x="554737" y="389494"/>
            <a:ext cx="11082528"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dirty="0">
                <a:solidFill>
                  <a:schemeClr val="accent1"/>
                </a:solidFill>
              </a:defRPr>
            </a:lvl1pPr>
          </a:lstStyle>
          <a:p>
            <a:pPr lvl="0"/>
            <a:r>
              <a:rPr lang="en-US"/>
              <a:t>Click to edit Master title style</a:t>
            </a:r>
          </a:p>
        </p:txBody>
      </p:sp>
    </p:spTree>
    <p:extLst>
      <p:ext uri="{BB962C8B-B14F-4D97-AF65-F5344CB8AC3E}">
        <p14:creationId xmlns:p14="http://schemas.microsoft.com/office/powerpoint/2010/main" val="335949939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sp>
        <p:nvSpPr>
          <p:cNvPr id="22" name="Text Placeholder 4"/>
          <p:cNvSpPr>
            <a:spLocks noGrp="1"/>
          </p:cNvSpPr>
          <p:nvPr>
            <p:ph type="body" sz="quarter" idx="16" hasCustomPrompt="1"/>
          </p:nvPr>
        </p:nvSpPr>
        <p:spPr>
          <a:xfrm>
            <a:off x="557930" y="4379002"/>
            <a:ext cx="3582950" cy="1262324"/>
          </a:xfrm>
        </p:spPr>
        <p:txBody>
          <a:bodyPr/>
          <a:lstStyle>
            <a:lvl1pPr>
              <a:defRPr sz="1500" b="1">
                <a:solidFill>
                  <a:schemeClr val="tx2"/>
                </a:solidFill>
                <a:latin typeface="+mn-lt"/>
              </a:defRPr>
            </a:lvl1pPr>
            <a:lvl2pPr marL="0" indent="0">
              <a:spcBef>
                <a:spcPts val="0"/>
              </a:spcBef>
              <a:spcAft>
                <a:spcPts val="2400"/>
              </a:spcAft>
              <a:buFontTx/>
              <a:buNone/>
              <a:defRPr sz="1300">
                <a:solidFill>
                  <a:schemeClr val="tx2"/>
                </a:solidFill>
                <a:latin typeface="+mn-lt"/>
              </a:defRPr>
            </a:lvl2pPr>
            <a:lvl3pPr marL="0" indent="0">
              <a:buFontTx/>
              <a:buNone/>
              <a:defRPr sz="1200">
                <a:solidFill>
                  <a:schemeClr val="tx2"/>
                </a:solidFill>
                <a:latin typeface="+mn-lt"/>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pic>
        <p:nvPicPr>
          <p:cNvPr id="12" name="Graphic 11" descr="CVS Health logo.">
            <a:extLst>
              <a:ext uri="{FF2B5EF4-FFF2-40B4-BE49-F238E27FC236}">
                <a16:creationId xmlns:a16="http://schemas.microsoft.com/office/drawing/2014/main" id="{EB139D66-8476-4A6C-8269-A32651B9DC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430702"/>
            <a:ext cx="2872536" cy="350455"/>
          </a:xfrm>
          <a:prstGeom prst="rect">
            <a:avLst/>
          </a:prstGeom>
        </p:spPr>
      </p:pic>
      <p:pic>
        <p:nvPicPr>
          <p:cNvPr id="21" name="Picture 20" descr="Red outline heart."/>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175169" y="1016179"/>
            <a:ext cx="5222470" cy="4340047"/>
          </a:xfrm>
          <a:prstGeom prst="rect">
            <a:avLst/>
          </a:prstGeom>
        </p:spPr>
      </p:pic>
    </p:spTree>
    <p:extLst>
      <p:ext uri="{BB962C8B-B14F-4D97-AF65-F5344CB8AC3E}">
        <p14:creationId xmlns:p14="http://schemas.microsoft.com/office/powerpoint/2010/main" val="2131624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sp>
        <p:nvSpPr>
          <p:cNvPr id="15" name="Text Placeholder 4"/>
          <p:cNvSpPr>
            <a:spLocks noGrp="1"/>
          </p:cNvSpPr>
          <p:nvPr>
            <p:ph type="body" sz="quarter" idx="16" hasCustomPrompt="1"/>
          </p:nvPr>
        </p:nvSpPr>
        <p:spPr>
          <a:xfrm>
            <a:off x="557930" y="4379002"/>
            <a:ext cx="3582950" cy="1262324"/>
          </a:xfrm>
        </p:spPr>
        <p:txBody>
          <a:bodyPr/>
          <a:lstStyle>
            <a:lvl1pPr>
              <a:defRPr lang="en-US" sz="1500" b="1" kern="1200" dirty="0">
                <a:solidFill>
                  <a:schemeClr val="tx2"/>
                </a:solidFill>
                <a:latin typeface="+mn-lt"/>
                <a:ea typeface="+mn-ea"/>
                <a:cs typeface="+mn-cs"/>
              </a:defRPr>
            </a:lvl1pPr>
            <a:lvl2pPr marL="0" indent="0">
              <a:spcBef>
                <a:spcPts val="0"/>
              </a:spcBef>
              <a:spcAft>
                <a:spcPts val="2400"/>
              </a:spcAft>
              <a:buFontTx/>
              <a:buNone/>
              <a:defRPr sz="1300">
                <a:solidFill>
                  <a:schemeClr val="tx2"/>
                </a:solidFill>
                <a:latin typeface="+mn-lt"/>
              </a:defRPr>
            </a:lvl2pPr>
            <a:lvl3pPr marL="0" indent="0">
              <a:buFontTx/>
              <a:buNone/>
              <a:defRPr sz="1200">
                <a:solidFill>
                  <a:schemeClr val="tx2"/>
                </a:solidFill>
                <a:latin typeface="+mn-lt"/>
              </a:defRPr>
            </a:lvl3pPr>
            <a:lvl4pPr>
              <a:defRPr>
                <a:solidFill>
                  <a:schemeClr val="bg1"/>
                </a:solidFill>
              </a:defRPr>
            </a:lvl4pPr>
            <a:lvl5pPr>
              <a:defRPr>
                <a:solidFill>
                  <a:schemeClr val="bg1"/>
                </a:solidFill>
              </a:defRPr>
            </a:lvl5pPr>
          </a:lstStyle>
          <a:p>
            <a:pPr marL="0" lvl="0" indent="0" algn="l" defTabSz="457200" rtl="0" eaLnBrk="1" latinLnBrk="0" hangingPunct="1">
              <a:lnSpc>
                <a:spcPct val="108000"/>
              </a:lnSpc>
              <a:spcBef>
                <a:spcPts val="1800"/>
              </a:spcBef>
              <a:buClrTx/>
              <a:buFont typeface="Arial"/>
              <a:buNone/>
            </a:pPr>
            <a:r>
              <a:rPr lang="en-US"/>
              <a:t>Presenter name</a:t>
            </a:r>
          </a:p>
          <a:p>
            <a:pPr lvl="1"/>
            <a:r>
              <a:rPr lang="en-US"/>
              <a:t>Presenter title</a:t>
            </a:r>
          </a:p>
          <a:p>
            <a:pPr lvl="2"/>
            <a:r>
              <a:rPr lang="en-US"/>
              <a:t>Date</a:t>
            </a:r>
          </a:p>
        </p:txBody>
      </p:sp>
      <p:pic>
        <p:nvPicPr>
          <p:cNvPr id="11" name="Graphic 10" descr="CVS Health logo.">
            <a:extLst>
              <a:ext uri="{FF2B5EF4-FFF2-40B4-BE49-F238E27FC236}">
                <a16:creationId xmlns:a16="http://schemas.microsoft.com/office/drawing/2014/main" id="{E2CF043F-8065-47E0-BB4A-3C892424CE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430702"/>
            <a:ext cx="2872536" cy="350455"/>
          </a:xfrm>
          <a:prstGeom prst="rect">
            <a:avLst/>
          </a:prstGeom>
        </p:spPr>
      </p:pic>
    </p:spTree>
    <p:extLst>
      <p:ext uri="{BB962C8B-B14F-4D97-AF65-F5344CB8AC3E}">
        <p14:creationId xmlns:p14="http://schemas.microsoft.com/office/powerpoint/2010/main" val="30163000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88F0CF77-4F25-43F9-BB7C-C01DDDDCDF08}"/>
              </a:ext>
            </a:extLst>
          </p:cNvPr>
          <p:cNvSpPr>
            <a:spLocks noGrp="1"/>
          </p:cNvSpPr>
          <p:nvPr>
            <p:ph type="pic" sz="quarter" idx="16" hasCustomPrompt="1"/>
          </p:nvPr>
        </p:nvSpPr>
        <p:spPr>
          <a:xfrm>
            <a:off x="1" y="0"/>
            <a:ext cx="12192000" cy="6858000"/>
          </a:xfrm>
          <a:prstGeom prst="rect">
            <a:avLst/>
          </a:prstGeom>
          <a:solidFill>
            <a:schemeClr val="bg1">
              <a:lumMod val="85000"/>
            </a:schemeClr>
          </a:solidFill>
        </p:spPr>
        <p:txBody>
          <a:bodyPr anchor="ctr"/>
          <a:lstStyle>
            <a:lvl1pPr marL="0" marR="0" indent="0" algn="ctr" defTabSz="457200" rtl="0" eaLnBrk="1" fontAlgn="auto" latinLnBrk="0" hangingPunct="1">
              <a:lnSpc>
                <a:spcPct val="100000"/>
              </a:lnSpc>
              <a:spcBef>
                <a:spcPts val="0"/>
              </a:spcBef>
              <a:spcAft>
                <a:spcPts val="0"/>
              </a:spcAft>
              <a:buClrTx/>
              <a:buSzTx/>
              <a:buFont typeface="Arial"/>
              <a:buNone/>
              <a:tabLst/>
              <a:defRPr>
                <a:solidFill>
                  <a:schemeClr val="accent6"/>
                </a:solidFill>
                <a:latin typeface="CVS Health Sans" panose="020B0504020202020204" pitchFamily="34" charset="0"/>
              </a:defRPr>
            </a:lvl1pPr>
          </a:lstStyle>
          <a:p>
            <a:r>
              <a:rPr lang="en-US"/>
              <a:t>BE SURE IMAGE IS </a:t>
            </a:r>
            <a:br>
              <a:rPr lang="en-US"/>
            </a:br>
            <a:r>
              <a:rPr lang="en-US"/>
              <a:t>DARK ENOUGH SO TYPE AND </a:t>
            </a:r>
            <a:br>
              <a:rPr lang="en-US"/>
            </a:br>
            <a:r>
              <a:rPr lang="en-US"/>
              <a:t>LOGO ARE READABLE</a:t>
            </a:r>
          </a:p>
          <a:p>
            <a:br>
              <a:rPr lang="en-US"/>
            </a:br>
            <a:r>
              <a:rPr lang="en-US"/>
              <a:t>Be sure to send image to </a:t>
            </a:r>
            <a:br>
              <a:rPr lang="en-US"/>
            </a:br>
            <a:r>
              <a:rPr lang="en-US"/>
              <a:t>back so logo sits on top of image</a:t>
            </a:r>
            <a:br>
              <a:rPr lang="en-US"/>
            </a:br>
            <a:br>
              <a:rPr lang="en-US"/>
            </a:br>
            <a:br>
              <a:rPr lang="en-US"/>
            </a:br>
            <a:br>
              <a:rPr lang="en-US"/>
            </a:br>
            <a:br>
              <a:rPr lang="en-US"/>
            </a:br>
            <a:br>
              <a:rPr lang="en-US"/>
            </a:br>
            <a:br>
              <a:rPr lang="en-US"/>
            </a:br>
            <a:br>
              <a:rPr lang="en-US"/>
            </a:br>
            <a:br>
              <a:rPr lang="en-US"/>
            </a:br>
            <a:endParaRPr lang="en-US"/>
          </a:p>
        </p:txBody>
      </p:sp>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bg1"/>
                </a:solidFill>
              </a:defRPr>
            </a:lvl1pPr>
          </a:lstStyle>
          <a:p>
            <a:r>
              <a:rPr lang="en-US"/>
              <a:t>Click to add title</a:t>
            </a:r>
          </a:p>
        </p:txBody>
      </p:sp>
      <p:sp>
        <p:nvSpPr>
          <p:cNvPr id="15" name="Text Placeholder 4"/>
          <p:cNvSpPr>
            <a:spLocks noGrp="1"/>
          </p:cNvSpPr>
          <p:nvPr>
            <p:ph type="body" sz="quarter" idx="17" hasCustomPrompt="1"/>
          </p:nvPr>
        </p:nvSpPr>
        <p:spPr>
          <a:xfrm>
            <a:off x="557930" y="4379002"/>
            <a:ext cx="3582950" cy="1262324"/>
          </a:xfrm>
        </p:spPr>
        <p:txBody>
          <a:bodyPr/>
          <a:lstStyle>
            <a:lvl1pPr>
              <a:defRPr sz="1500" b="1">
                <a:solidFill>
                  <a:schemeClr val="bg1"/>
                </a:solidFill>
                <a:latin typeface="+mn-lt"/>
              </a:defRPr>
            </a:lvl1pPr>
            <a:lvl2pPr marL="0" indent="0">
              <a:spcBef>
                <a:spcPts val="0"/>
              </a:spcBef>
              <a:spcAft>
                <a:spcPts val="2400"/>
              </a:spcAft>
              <a:buFontTx/>
              <a:buNone/>
              <a:defRPr sz="1300">
                <a:solidFill>
                  <a:schemeClr val="bg1"/>
                </a:solidFill>
                <a:latin typeface="+mn-lt"/>
              </a:defRPr>
            </a:lvl2pPr>
            <a:lvl3pPr marL="0" indent="0">
              <a:buFontTx/>
              <a:buNone/>
              <a:defRPr sz="1200">
                <a:solidFill>
                  <a:schemeClr val="bg1"/>
                </a:solidFill>
                <a:latin typeface="+mn-lt"/>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pic>
        <p:nvPicPr>
          <p:cNvPr id="12" name="Graphic 11" descr="CVS Health logo in white.">
            <a:extLst>
              <a:ext uri="{FF2B5EF4-FFF2-40B4-BE49-F238E27FC236}">
                <a16:creationId xmlns:a16="http://schemas.microsoft.com/office/drawing/2014/main" id="{1A4ABFD4-BEC4-40BD-B29A-2C7FFDFAFDC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430702"/>
            <a:ext cx="2872536" cy="350455"/>
          </a:xfrm>
          <a:prstGeom prst="rect">
            <a:avLst/>
          </a:prstGeom>
        </p:spPr>
      </p:pic>
    </p:spTree>
    <p:extLst>
      <p:ext uri="{BB962C8B-B14F-4D97-AF65-F5344CB8AC3E}">
        <p14:creationId xmlns:p14="http://schemas.microsoft.com/office/powerpoint/2010/main" val="28130559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357" y="4634747"/>
            <a:ext cx="10564071" cy="795528"/>
          </a:xfrm>
        </p:spPr>
        <p:txBody>
          <a:bodyPr rIns="0" anchor="b" anchorCtr="0"/>
          <a:lstStyle>
            <a:lvl1pPr>
              <a:lnSpc>
                <a:spcPct val="90000"/>
              </a:lnSpc>
              <a:defRPr sz="4000">
                <a:solidFill>
                  <a:schemeClr val="tx2"/>
                </a:solidFill>
              </a:defRPr>
            </a:lvl1pPr>
          </a:lstStyle>
          <a:p>
            <a:r>
              <a:rPr lang="en-US"/>
              <a:t>Click to add title</a:t>
            </a:r>
          </a:p>
        </p:txBody>
      </p:sp>
      <p:sp>
        <p:nvSpPr>
          <p:cNvPr id="3" name="Subtitle 2"/>
          <p:cNvSpPr>
            <a:spLocks noGrp="1"/>
          </p:cNvSpPr>
          <p:nvPr>
            <p:ph type="subTitle" idx="1" hasCustomPrompt="1"/>
          </p:nvPr>
        </p:nvSpPr>
        <p:spPr>
          <a:xfrm>
            <a:off x="557357" y="5578043"/>
            <a:ext cx="10564071" cy="488460"/>
          </a:xfrm>
        </p:spPr>
        <p:txBody>
          <a:bodyPr/>
          <a:lstStyle>
            <a:lvl1pPr marL="0" indent="0" algn="l">
              <a:spcBef>
                <a:spcPts val="0"/>
              </a:spcBef>
              <a:buNone/>
              <a:defRPr sz="1500" b="1">
                <a:solidFill>
                  <a:schemeClr val="tx2"/>
                </a:solidFill>
              </a:defRPr>
            </a:lvl1pPr>
            <a:lvl2pPr marL="0" indent="0" algn="l">
              <a:spcBef>
                <a:spcPts val="0"/>
              </a:spcBef>
              <a:buNone/>
              <a:defRPr>
                <a:solidFill>
                  <a:schemeClr val="tx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presenter information</a:t>
            </a:r>
          </a:p>
          <a:p>
            <a:pPr lvl="1"/>
            <a:r>
              <a:rPr lang="en-US"/>
              <a:t>Title here</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sz="quarter" idx="18" hasCustomPrompt="1"/>
          </p:nvPr>
        </p:nvSpPr>
        <p:spPr>
          <a:xfrm>
            <a:off x="8835800" y="6371584"/>
            <a:ext cx="2798793" cy="201168"/>
          </a:xfrm>
          <a:prstGeom prst="rect">
            <a:avLst/>
          </a:prstGeom>
        </p:spPr>
        <p:txBody>
          <a:bodyPr>
            <a:noAutofit/>
          </a:bodyPr>
          <a:lstStyle>
            <a:lvl1pPr algn="r">
              <a:defRPr sz="1200" b="0">
                <a:solidFill>
                  <a:schemeClr val="tx2"/>
                </a:solidFill>
                <a:latin typeface="+mn-lt"/>
              </a:defRPr>
            </a:lvl1pPr>
            <a:lvl2pPr algn="r">
              <a:defRPr b="1">
                <a:solidFill>
                  <a:schemeClr val="tx2"/>
                </a:solidFill>
                <a:latin typeface="+mn-lt"/>
              </a:defRPr>
            </a:lvl2pPr>
          </a:lstStyle>
          <a:p>
            <a:pPr lvl="0"/>
            <a:r>
              <a:rPr lang="en-US"/>
              <a:t>Click to add date</a:t>
            </a:r>
          </a:p>
          <a:p>
            <a:pPr lvl="1"/>
            <a:endParaRPr lang="en-US"/>
          </a:p>
        </p:txBody>
      </p:sp>
      <p:sp>
        <p:nvSpPr>
          <p:cNvPr id="6" name="Picture Placeholder 5">
            <a:extLst>
              <a:ext uri="{FF2B5EF4-FFF2-40B4-BE49-F238E27FC236}">
                <a16:creationId xmlns:a16="http://schemas.microsoft.com/office/drawing/2014/main" id="{3F869ED5-AC1E-4039-94B8-07F41FF5B239}"/>
              </a:ext>
            </a:extLst>
          </p:cNvPr>
          <p:cNvSpPr>
            <a:spLocks noGrp="1"/>
          </p:cNvSpPr>
          <p:nvPr>
            <p:ph type="pic" sz="quarter" idx="10" hasCustomPrompt="1"/>
          </p:nvPr>
        </p:nvSpPr>
        <p:spPr>
          <a:xfrm>
            <a:off x="1" y="1"/>
            <a:ext cx="12192000" cy="4350553"/>
          </a:xfrm>
          <a:prstGeom prst="rect">
            <a:avLst/>
          </a:prstGeom>
          <a:solidFill>
            <a:schemeClr val="bg1">
              <a:lumMod val="85000"/>
            </a:schemeClr>
          </a:solidFill>
        </p:spPr>
        <p:txBody>
          <a:bodyPr anchor="ctr"/>
          <a:lstStyle>
            <a:lvl1pPr algn="ctr">
              <a:lnSpc>
                <a:spcPct val="80000"/>
              </a:lnSpc>
              <a:defRPr sz="6600" b="1" baseline="0">
                <a:solidFill>
                  <a:schemeClr val="bg2"/>
                </a:solidFill>
                <a:latin typeface="+mn-lt"/>
                <a:cs typeface="Arial" panose="020B0604020202020204" pitchFamily="34" charset="0"/>
              </a:defRPr>
            </a:lvl1pPr>
          </a:lstStyle>
          <a:p>
            <a:r>
              <a:rPr lang="en-US"/>
              <a:t>IMAGE</a:t>
            </a:r>
          </a:p>
        </p:txBody>
      </p:sp>
      <p:pic>
        <p:nvPicPr>
          <p:cNvPr id="5" name="Graphic 4" descr="CVS Health logo in white.">
            <a:extLst>
              <a:ext uri="{FF2B5EF4-FFF2-40B4-BE49-F238E27FC236}">
                <a16:creationId xmlns:a16="http://schemas.microsoft.com/office/drawing/2014/main" id="{463D5C17-C939-4A2E-BEF3-DFD46A1A908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430702"/>
            <a:ext cx="2872536" cy="350455"/>
          </a:xfrm>
          <a:prstGeom prst="rect">
            <a:avLst/>
          </a:prstGeom>
        </p:spPr>
      </p:pic>
    </p:spTree>
    <p:extLst>
      <p:ext uri="{BB962C8B-B14F-4D97-AF65-F5344CB8AC3E}">
        <p14:creationId xmlns:p14="http://schemas.microsoft.com/office/powerpoint/2010/main" val="272003487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767FAB20-8704-40ED-BC6D-0EE8309B35A4}"/>
              </a:ext>
            </a:extLst>
          </p:cNvPr>
          <p:cNvSpPr>
            <a:spLocks noGrp="1"/>
          </p:cNvSpPr>
          <p:nvPr>
            <p:ph type="pic" sz="quarter" idx="10" hasCustomPrompt="1"/>
          </p:nvPr>
        </p:nvSpPr>
        <p:spPr>
          <a:xfrm>
            <a:off x="1" y="1"/>
            <a:ext cx="12192000" cy="4350553"/>
          </a:xfrm>
          <a:prstGeom prst="rect">
            <a:avLst/>
          </a:prstGeom>
          <a:solidFill>
            <a:schemeClr val="bg1">
              <a:lumMod val="85000"/>
            </a:schemeClr>
          </a:solidFill>
        </p:spPr>
        <p:txBody>
          <a:bodyPr anchor="ctr"/>
          <a:lstStyle>
            <a:lvl1pPr algn="ctr">
              <a:lnSpc>
                <a:spcPct val="80000"/>
              </a:lnSpc>
              <a:defRPr sz="6600" b="1" baseline="0">
                <a:solidFill>
                  <a:schemeClr val="bg2"/>
                </a:solidFill>
                <a:latin typeface="+mn-lt"/>
                <a:cs typeface="Arial" panose="020B0604020202020204" pitchFamily="34" charset="0"/>
              </a:defRPr>
            </a:lvl1pPr>
          </a:lstStyle>
          <a:p>
            <a:r>
              <a:rPr lang="en-US"/>
              <a:t>IMAGE</a:t>
            </a:r>
          </a:p>
        </p:txBody>
      </p:sp>
      <p:sp>
        <p:nvSpPr>
          <p:cNvPr id="14" name="Rectangle 13">
            <a:extLst>
              <a:ext uri="{FF2B5EF4-FFF2-40B4-BE49-F238E27FC236}">
                <a16:creationId xmlns:a16="http://schemas.microsoft.com/office/drawing/2014/main" id="{A8475144-A8AF-4C31-A022-05A109EC64D7}"/>
              </a:ext>
            </a:extLst>
          </p:cNvPr>
          <p:cNvSpPr/>
          <p:nvPr userDrawn="1"/>
        </p:nvSpPr>
        <p:spPr>
          <a:xfrm>
            <a:off x="1" y="4350554"/>
            <a:ext cx="12192000" cy="2507447"/>
          </a:xfrm>
          <a:prstGeom prst="rect">
            <a:avLst/>
          </a:prstGeom>
          <a:solidFill>
            <a:srgbClr val="0B31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latin typeface="+mn-lt"/>
            </a:endParaRPr>
          </a:p>
        </p:txBody>
      </p:sp>
      <p:sp>
        <p:nvSpPr>
          <p:cNvPr id="2" name="Title 1"/>
          <p:cNvSpPr>
            <a:spLocks noGrp="1"/>
          </p:cNvSpPr>
          <p:nvPr>
            <p:ph type="ctrTitle" hasCustomPrompt="1"/>
          </p:nvPr>
        </p:nvSpPr>
        <p:spPr>
          <a:xfrm>
            <a:off x="557357" y="4634747"/>
            <a:ext cx="10564071" cy="795528"/>
          </a:xfrm>
        </p:spPr>
        <p:txBody>
          <a:bodyPr rIns="0" anchor="b" anchorCtr="0"/>
          <a:lstStyle>
            <a:lvl1pPr>
              <a:lnSpc>
                <a:spcPct val="90000"/>
              </a:lnSpc>
              <a:defRPr sz="4000">
                <a:solidFill>
                  <a:schemeClr val="bg1"/>
                </a:solidFill>
              </a:defRPr>
            </a:lvl1pPr>
          </a:lstStyle>
          <a:p>
            <a:r>
              <a:rPr lang="en-US"/>
              <a:t>Click to add title</a:t>
            </a:r>
          </a:p>
        </p:txBody>
      </p:sp>
      <p:sp>
        <p:nvSpPr>
          <p:cNvPr id="8" name="Subtitle 2">
            <a:extLst>
              <a:ext uri="{FF2B5EF4-FFF2-40B4-BE49-F238E27FC236}">
                <a16:creationId xmlns:a16="http://schemas.microsoft.com/office/drawing/2014/main" id="{85EBBC54-9455-4FAF-8A7A-A2C1CCBAE409}"/>
              </a:ext>
            </a:extLst>
          </p:cNvPr>
          <p:cNvSpPr>
            <a:spLocks noGrp="1"/>
          </p:cNvSpPr>
          <p:nvPr>
            <p:ph type="subTitle" idx="1" hasCustomPrompt="1"/>
          </p:nvPr>
        </p:nvSpPr>
        <p:spPr>
          <a:xfrm>
            <a:off x="557357" y="5578043"/>
            <a:ext cx="10564071" cy="488460"/>
          </a:xfrm>
        </p:spPr>
        <p:txBody>
          <a:bodyPr/>
          <a:lstStyle>
            <a:lvl1pPr marL="0" indent="0" algn="l">
              <a:spcBef>
                <a:spcPts val="0"/>
              </a:spcBef>
              <a:buNone/>
              <a:defRPr sz="1500" b="1">
                <a:solidFill>
                  <a:schemeClr val="bg1"/>
                </a:solidFill>
              </a:defRPr>
            </a:lvl1pPr>
            <a:lvl2pPr marL="0" indent="0" algn="l">
              <a:spcBef>
                <a:spcPts val="0"/>
              </a:spcBef>
              <a:buNone/>
              <a:defRPr>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presenter information</a:t>
            </a:r>
          </a:p>
          <a:p>
            <a:pPr lvl="1"/>
            <a:r>
              <a:rPr lang="en-US"/>
              <a:t>Title here</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sz="quarter" idx="18" hasCustomPrompt="1"/>
          </p:nvPr>
        </p:nvSpPr>
        <p:spPr>
          <a:xfrm>
            <a:off x="8835800" y="6371584"/>
            <a:ext cx="2798793" cy="201168"/>
          </a:xfrm>
          <a:prstGeom prst="rect">
            <a:avLst/>
          </a:prstGeom>
        </p:spPr>
        <p:txBody>
          <a:bodyPr>
            <a:noAutofit/>
          </a:bodyPr>
          <a:lstStyle>
            <a:lvl1pPr algn="r">
              <a:defRPr sz="1200" b="0">
                <a:solidFill>
                  <a:schemeClr val="bg1"/>
                </a:solidFill>
                <a:latin typeface="+mn-lt"/>
              </a:defRPr>
            </a:lvl1pPr>
            <a:lvl2pPr algn="r">
              <a:defRPr b="1">
                <a:solidFill>
                  <a:schemeClr val="bg1"/>
                </a:solidFill>
                <a:latin typeface="+mn-lt"/>
              </a:defRPr>
            </a:lvl2pPr>
          </a:lstStyle>
          <a:p>
            <a:pPr lvl="0"/>
            <a:r>
              <a:rPr lang="en-US"/>
              <a:t>Click to add date</a:t>
            </a:r>
          </a:p>
          <a:p>
            <a:pPr lvl="1"/>
            <a:endParaRPr lang="en-US"/>
          </a:p>
        </p:txBody>
      </p:sp>
      <p:pic>
        <p:nvPicPr>
          <p:cNvPr id="13" name="Graphic 12" descr="CVS Health logo.">
            <a:extLst>
              <a:ext uri="{FF2B5EF4-FFF2-40B4-BE49-F238E27FC236}">
                <a16:creationId xmlns:a16="http://schemas.microsoft.com/office/drawing/2014/main" id="{5669E773-2D25-4E2A-A2CC-EB0688AE5B8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430702"/>
            <a:ext cx="2872536" cy="350455"/>
          </a:xfrm>
          <a:prstGeom prst="rect">
            <a:avLst/>
          </a:prstGeom>
        </p:spPr>
      </p:pic>
    </p:spTree>
    <p:extLst>
      <p:ext uri="{BB962C8B-B14F-4D97-AF65-F5344CB8AC3E}">
        <p14:creationId xmlns:p14="http://schemas.microsoft.com/office/powerpoint/2010/main" val="274907206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sp>
        <p:nvSpPr>
          <p:cNvPr id="15" name="Text Placeholder 4"/>
          <p:cNvSpPr>
            <a:spLocks noGrp="1"/>
          </p:cNvSpPr>
          <p:nvPr>
            <p:ph type="body" sz="quarter" idx="17" hasCustomPrompt="1"/>
          </p:nvPr>
        </p:nvSpPr>
        <p:spPr>
          <a:xfrm>
            <a:off x="557930" y="4379002"/>
            <a:ext cx="3582950" cy="1262324"/>
          </a:xfrm>
        </p:spPr>
        <p:txBody>
          <a:bodyPr/>
          <a:lstStyle>
            <a:lvl1pPr>
              <a:defRPr lang="en-US" sz="1500" b="1" kern="1200" dirty="0">
                <a:solidFill>
                  <a:schemeClr val="tx2"/>
                </a:solidFill>
                <a:latin typeface="+mn-lt"/>
                <a:ea typeface="+mn-ea"/>
                <a:cs typeface="+mn-cs"/>
              </a:defRPr>
            </a:lvl1pPr>
            <a:lvl2pPr marL="0" indent="0">
              <a:spcBef>
                <a:spcPts val="0"/>
              </a:spcBef>
              <a:spcAft>
                <a:spcPts val="2400"/>
              </a:spcAft>
              <a:buFontTx/>
              <a:buNone/>
              <a:defRPr sz="1300">
                <a:solidFill>
                  <a:schemeClr val="tx2"/>
                </a:solidFill>
                <a:latin typeface="+mn-lt"/>
              </a:defRPr>
            </a:lvl2pPr>
            <a:lvl3pPr marL="0" indent="0">
              <a:buFontTx/>
              <a:buNone/>
              <a:defRPr sz="1200">
                <a:solidFill>
                  <a:schemeClr val="tx2"/>
                </a:solidFill>
                <a:latin typeface="+mn-lt"/>
              </a:defRPr>
            </a:lvl3pPr>
            <a:lvl4pPr>
              <a:defRPr>
                <a:solidFill>
                  <a:schemeClr val="bg1"/>
                </a:solidFill>
              </a:defRPr>
            </a:lvl4pPr>
            <a:lvl5pPr>
              <a:defRPr>
                <a:solidFill>
                  <a:schemeClr val="bg1"/>
                </a:solidFill>
              </a:defRPr>
            </a:lvl5pPr>
          </a:lstStyle>
          <a:p>
            <a:pPr marL="0" lvl="0" indent="0" algn="l" defTabSz="457200" rtl="0" eaLnBrk="1" latinLnBrk="0" hangingPunct="1">
              <a:lnSpc>
                <a:spcPct val="108000"/>
              </a:lnSpc>
              <a:spcBef>
                <a:spcPts val="1800"/>
              </a:spcBef>
              <a:buClrTx/>
              <a:buFont typeface="Arial"/>
              <a:buNone/>
            </a:pPr>
            <a:r>
              <a:rPr lang="en-US"/>
              <a:t>Presenter name</a:t>
            </a:r>
          </a:p>
          <a:p>
            <a:pPr lvl="1"/>
            <a:r>
              <a:rPr lang="en-US"/>
              <a:t>Presenter title</a:t>
            </a:r>
          </a:p>
          <a:p>
            <a:pPr lvl="2"/>
            <a:r>
              <a:rPr lang="en-US"/>
              <a:t>Date</a:t>
            </a:r>
          </a:p>
        </p:txBody>
      </p:sp>
      <p:pic>
        <p:nvPicPr>
          <p:cNvPr id="11" name="Graphic 10" descr="CVS Health logo.">
            <a:extLst>
              <a:ext uri="{FF2B5EF4-FFF2-40B4-BE49-F238E27FC236}">
                <a16:creationId xmlns:a16="http://schemas.microsoft.com/office/drawing/2014/main" id="{95320D2B-25CE-401D-AF25-18BF33EDD66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430702"/>
            <a:ext cx="2872536" cy="350455"/>
          </a:xfrm>
          <a:prstGeom prst="rect">
            <a:avLst/>
          </a:prstGeom>
        </p:spPr>
      </p:pic>
      <p:sp>
        <p:nvSpPr>
          <p:cNvPr id="5" name="Picture Placeholder 6">
            <a:extLst>
              <a:ext uri="{FF2B5EF4-FFF2-40B4-BE49-F238E27FC236}">
                <a16:creationId xmlns:a16="http://schemas.microsoft.com/office/drawing/2014/main" id="{9EBE87D4-5164-4D82-9272-C823D804D719}"/>
              </a:ext>
            </a:extLst>
          </p:cNvPr>
          <p:cNvSpPr>
            <a:spLocks noGrp="1"/>
          </p:cNvSpPr>
          <p:nvPr>
            <p:ph type="pic" sz="quarter" idx="16" hasCustomPrompt="1"/>
          </p:nvPr>
        </p:nvSpPr>
        <p:spPr>
          <a:xfrm>
            <a:off x="609600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latin typeface="+mn-lt"/>
              </a:defRPr>
            </a:lvl1pPr>
          </a:lstStyle>
          <a:p>
            <a:br>
              <a:rPr lang="en-US"/>
            </a:br>
            <a:r>
              <a:rPr lang="en-US"/>
              <a:t>IMAGE</a:t>
            </a:r>
            <a:br>
              <a:rPr lang="en-US"/>
            </a:br>
            <a:br>
              <a:rPr lang="en-US"/>
            </a:br>
            <a:br>
              <a:rPr lang="en-US"/>
            </a:br>
            <a:endParaRPr lang="en-US"/>
          </a:p>
        </p:txBody>
      </p:sp>
    </p:spTree>
    <p:extLst>
      <p:ext uri="{BB962C8B-B14F-4D97-AF65-F5344CB8AC3E}">
        <p14:creationId xmlns:p14="http://schemas.microsoft.com/office/powerpoint/2010/main" val="20565770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Slide 7 Parter-brande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FF5A7F6-20C2-4507-801C-E1C205928513}"/>
              </a:ext>
            </a:extLst>
          </p:cNvPr>
          <p:cNvSpPr>
            <a:spLocks noGrp="1"/>
          </p:cNvSpPr>
          <p:nvPr>
            <p:ph type="ctrTitle" hasCustomPrompt="1"/>
          </p:nvPr>
        </p:nvSpPr>
        <p:spPr>
          <a:xfrm>
            <a:off x="557931" y="1637977"/>
            <a:ext cx="4682948" cy="2011680"/>
          </a:xfrm>
        </p:spPr>
        <p:txBody>
          <a:bodyPr rIns="0" anchor="b" anchorCtr="0"/>
          <a:lstStyle>
            <a:lvl1pPr>
              <a:lnSpc>
                <a:spcPct val="90000"/>
              </a:lnSpc>
              <a:defRPr sz="4000">
                <a:solidFill>
                  <a:schemeClr val="tx2"/>
                </a:solidFill>
              </a:defRPr>
            </a:lvl1pPr>
          </a:lstStyle>
          <a:p>
            <a:r>
              <a:rPr lang="en-US"/>
              <a:t>Click to add title</a:t>
            </a:r>
          </a:p>
        </p:txBody>
      </p:sp>
      <p:sp>
        <p:nvSpPr>
          <p:cNvPr id="12" name="Text Placeholder 4">
            <a:extLst>
              <a:ext uri="{FF2B5EF4-FFF2-40B4-BE49-F238E27FC236}">
                <a16:creationId xmlns:a16="http://schemas.microsoft.com/office/drawing/2014/main" id="{CD005736-4228-4541-9830-748A037770AC}"/>
              </a:ext>
            </a:extLst>
          </p:cNvPr>
          <p:cNvSpPr>
            <a:spLocks noGrp="1"/>
          </p:cNvSpPr>
          <p:nvPr>
            <p:ph type="body" sz="quarter" idx="17" hasCustomPrompt="1"/>
          </p:nvPr>
        </p:nvSpPr>
        <p:spPr>
          <a:xfrm>
            <a:off x="557930" y="3886593"/>
            <a:ext cx="3582950" cy="1262324"/>
          </a:xfrm>
        </p:spPr>
        <p:txBody>
          <a:bodyPr/>
          <a:lstStyle>
            <a:lvl1pPr>
              <a:defRPr lang="en-US" sz="1500" b="1" kern="1200" dirty="0">
                <a:solidFill>
                  <a:schemeClr val="tx2"/>
                </a:solidFill>
                <a:latin typeface="+mn-lt"/>
                <a:ea typeface="+mn-ea"/>
                <a:cs typeface="+mn-cs"/>
              </a:defRPr>
            </a:lvl1pPr>
            <a:lvl2pPr marL="0" indent="0">
              <a:spcBef>
                <a:spcPts val="0"/>
              </a:spcBef>
              <a:spcAft>
                <a:spcPts val="2400"/>
              </a:spcAft>
              <a:buFontTx/>
              <a:buNone/>
              <a:defRPr sz="1300">
                <a:solidFill>
                  <a:schemeClr val="tx2"/>
                </a:solidFill>
                <a:latin typeface="+mn-lt"/>
              </a:defRPr>
            </a:lvl2pPr>
            <a:lvl3pPr marL="0" indent="0">
              <a:buFontTx/>
              <a:buNone/>
              <a:defRPr sz="1200">
                <a:solidFill>
                  <a:schemeClr val="tx2"/>
                </a:solidFill>
                <a:latin typeface="+mn-lt"/>
              </a:defRPr>
            </a:lvl3pPr>
            <a:lvl4pPr>
              <a:defRPr>
                <a:solidFill>
                  <a:schemeClr val="bg1"/>
                </a:solidFill>
              </a:defRPr>
            </a:lvl4pPr>
            <a:lvl5pPr>
              <a:defRPr>
                <a:solidFill>
                  <a:schemeClr val="bg1"/>
                </a:solidFill>
              </a:defRPr>
            </a:lvl5pPr>
          </a:lstStyle>
          <a:p>
            <a:pPr marL="0" lvl="0" indent="0" algn="l" defTabSz="457200" rtl="0" eaLnBrk="1" latinLnBrk="0" hangingPunct="1">
              <a:lnSpc>
                <a:spcPct val="108000"/>
              </a:lnSpc>
              <a:spcBef>
                <a:spcPts val="1800"/>
              </a:spcBef>
              <a:buClrTx/>
              <a:buFont typeface="Arial"/>
              <a:buNone/>
            </a:pPr>
            <a:r>
              <a:rPr lang="en-US"/>
              <a:t>Presenter name</a:t>
            </a:r>
          </a:p>
          <a:p>
            <a:pPr lvl="1"/>
            <a:r>
              <a:rPr lang="en-US"/>
              <a:t>Presenter title</a:t>
            </a:r>
          </a:p>
          <a:p>
            <a:pPr lvl="2"/>
            <a:r>
              <a:rPr lang="en-US"/>
              <a:t>Date</a:t>
            </a:r>
          </a:p>
        </p:txBody>
      </p:sp>
      <p:pic>
        <p:nvPicPr>
          <p:cNvPr id="13" name="Graphic 12" descr="CVS Health logo.">
            <a:extLst>
              <a:ext uri="{FF2B5EF4-FFF2-40B4-BE49-F238E27FC236}">
                <a16:creationId xmlns:a16="http://schemas.microsoft.com/office/drawing/2014/main" id="{23593BEE-172F-4A3B-8A76-6967A64A44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5836063"/>
            <a:ext cx="2872536" cy="350455"/>
          </a:xfrm>
          <a:prstGeom prst="rect">
            <a:avLst/>
          </a:prstGeom>
        </p:spPr>
      </p:pic>
      <p:sp>
        <p:nvSpPr>
          <p:cNvPr id="3" name="Picture Placeholder 2">
            <a:extLst>
              <a:ext uri="{FF2B5EF4-FFF2-40B4-BE49-F238E27FC236}">
                <a16:creationId xmlns:a16="http://schemas.microsoft.com/office/drawing/2014/main" id="{356871D9-AE12-49B5-A916-42628F61B8D9}"/>
              </a:ext>
            </a:extLst>
          </p:cNvPr>
          <p:cNvSpPr>
            <a:spLocks noGrp="1"/>
          </p:cNvSpPr>
          <p:nvPr>
            <p:ph type="pic" sz="quarter" idx="21" hasCustomPrompt="1"/>
          </p:nvPr>
        </p:nvSpPr>
        <p:spPr>
          <a:xfrm>
            <a:off x="549347" y="566377"/>
            <a:ext cx="1463421" cy="649224"/>
          </a:xfrm>
          <a:solidFill>
            <a:schemeClr val="bg2"/>
          </a:solidFill>
        </p:spPr>
        <p:txBody>
          <a:bodyPr anchor="ctr"/>
          <a:lstStyle>
            <a:lvl1pPr algn="ctr">
              <a:defRPr sz="1100"/>
            </a:lvl1pPr>
          </a:lstStyle>
          <a:p>
            <a:r>
              <a:rPr lang="en-US"/>
              <a:t>PARTNER LOGO</a:t>
            </a:r>
          </a:p>
        </p:txBody>
      </p:sp>
      <p:sp>
        <p:nvSpPr>
          <p:cNvPr id="6" name="Picture Placeholder 6">
            <a:extLst>
              <a:ext uri="{FF2B5EF4-FFF2-40B4-BE49-F238E27FC236}">
                <a16:creationId xmlns:a16="http://schemas.microsoft.com/office/drawing/2014/main" id="{466ABCE3-7885-437A-89A0-8897D7868BDE}"/>
              </a:ext>
            </a:extLst>
          </p:cNvPr>
          <p:cNvSpPr>
            <a:spLocks noGrp="1"/>
          </p:cNvSpPr>
          <p:nvPr>
            <p:ph type="pic" sz="quarter" idx="16" hasCustomPrompt="1"/>
          </p:nvPr>
        </p:nvSpPr>
        <p:spPr>
          <a:xfrm>
            <a:off x="609600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latin typeface="+mn-lt"/>
              </a:defRPr>
            </a:lvl1pPr>
          </a:lstStyle>
          <a:p>
            <a:br>
              <a:rPr lang="en-US"/>
            </a:br>
            <a:r>
              <a:rPr lang="en-US"/>
              <a:t>IMAGE</a:t>
            </a:r>
            <a:br>
              <a:rPr lang="en-US"/>
            </a:br>
            <a:br>
              <a:rPr lang="en-US"/>
            </a:br>
            <a:br>
              <a:rPr lang="en-US"/>
            </a:br>
            <a:endParaRPr lang="en-US"/>
          </a:p>
        </p:txBody>
      </p:sp>
    </p:spTree>
    <p:extLst>
      <p:ext uri="{BB962C8B-B14F-4D97-AF65-F5344CB8AC3E}">
        <p14:creationId xmlns:p14="http://schemas.microsoft.com/office/powerpoint/2010/main" val="162661453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15A95E4-50A0-4442-B665-9A342851EB0B}"/>
              </a:ext>
            </a:extLst>
          </p:cNvPr>
          <p:cNvSpPr>
            <a:spLocks noGrp="1"/>
          </p:cNvSpPr>
          <p:nvPr>
            <p:ph type="title" hasCustomPrompt="1"/>
          </p:nvPr>
        </p:nvSpPr>
        <p:spPr>
          <a:xfrm>
            <a:off x="557929" y="530351"/>
            <a:ext cx="9667726" cy="713232"/>
          </a:xfrm>
        </p:spPr>
        <p:txBody>
          <a:bodyPr/>
          <a:lstStyle>
            <a:lvl1pPr>
              <a:defRPr sz="4800">
                <a:solidFill>
                  <a:schemeClr val="accent6"/>
                </a:solidFill>
              </a:defRPr>
            </a:lvl1pPr>
          </a:lstStyle>
          <a:p>
            <a:r>
              <a:rPr lang="en-US"/>
              <a:t>Agenda</a:t>
            </a:r>
          </a:p>
        </p:txBody>
      </p:sp>
      <p:sp>
        <p:nvSpPr>
          <p:cNvPr id="5" name="Text Placeholder 4"/>
          <p:cNvSpPr>
            <a:spLocks noGrp="1"/>
          </p:cNvSpPr>
          <p:nvPr>
            <p:ph type="body" sz="quarter" idx="15" hasCustomPrompt="1"/>
          </p:nvPr>
        </p:nvSpPr>
        <p:spPr>
          <a:xfrm>
            <a:off x="557929" y="1755739"/>
            <a:ext cx="8588453" cy="3985305"/>
          </a:xfrm>
        </p:spPr>
        <p:txBody>
          <a:bodyPr/>
          <a:lstStyle>
            <a:lvl1pPr>
              <a:lnSpc>
                <a:spcPct val="100000"/>
              </a:lnSpc>
              <a:spcBef>
                <a:spcPts val="1800"/>
              </a:spcBef>
              <a:spcAft>
                <a:spcPts val="0"/>
              </a:spcAft>
              <a:defRPr sz="1800" b="1">
                <a:solidFill>
                  <a:schemeClr val="tx2"/>
                </a:solidFill>
                <a:latin typeface="+mn-lt"/>
              </a:defRPr>
            </a:lvl1pPr>
            <a:lvl2pPr marL="0" indent="0">
              <a:spcBef>
                <a:spcPts val="0"/>
              </a:spcBef>
              <a:spcAft>
                <a:spcPts val="0"/>
              </a:spcAft>
              <a:buNone/>
              <a:defRPr sz="1300">
                <a:solidFill>
                  <a:schemeClr val="tx2"/>
                </a:solidFill>
                <a:latin typeface="+mn-lt"/>
              </a:defRPr>
            </a:lvl2pPr>
            <a:lvl3pPr marL="177800" indent="-177800">
              <a:spcBef>
                <a:spcPts val="600"/>
              </a:spcBef>
              <a:buFont typeface="Arial" panose="020B0604020202020204" pitchFamily="34" charset="0"/>
              <a:buChar char="•"/>
              <a:defRPr sz="1300" baseline="0">
                <a:latin typeface="+mn-lt"/>
              </a:defRPr>
            </a:lvl3pPr>
            <a:lvl4pPr marL="342900" indent="-165100">
              <a:spcBef>
                <a:spcPts val="600"/>
              </a:spcBef>
              <a:buFont typeface="Arial" panose="020B0604020202020204" pitchFamily="34" charset="0"/>
              <a:buChar char="–"/>
              <a:defRPr sz="1300" baseline="0">
                <a:latin typeface="+mn-lt"/>
              </a:defRPr>
            </a:lvl4pPr>
            <a:lvl5pPr marL="520700" indent="-177800">
              <a:spcBef>
                <a:spcPts val="600"/>
              </a:spcBef>
              <a:buFont typeface="Arial" panose="020B0604020202020204" pitchFamily="34" charset="0"/>
              <a:buChar char="•"/>
              <a:defRPr sz="1300">
                <a:latin typeface="+mn-lt"/>
              </a:defRPr>
            </a:lvl5pPr>
            <a:lvl6pPr marL="685800" indent="-165100">
              <a:spcBef>
                <a:spcPts val="600"/>
              </a:spcBef>
              <a:buFont typeface="Arial" panose="020B0604020202020204" pitchFamily="34" charset="0"/>
              <a:buChar char="–"/>
              <a:defRPr sz="1300" baseline="0">
                <a:latin typeface="+mn-lt"/>
              </a:defRPr>
            </a:lvl6pPr>
            <a:lvl7pPr marL="863600" indent="-177800">
              <a:spcBef>
                <a:spcPts val="600"/>
              </a:spcBef>
              <a:buFont typeface="Arial" panose="020B0604020202020204" pitchFamily="34" charset="0"/>
              <a:buChar char="•"/>
              <a:defRPr sz="1300">
                <a:latin typeface="+mn-lt"/>
              </a:defRPr>
            </a:lvl7pPr>
            <a:lvl8pPr marL="1028700" indent="-165100">
              <a:spcBef>
                <a:spcPts val="600"/>
              </a:spcBef>
              <a:buFont typeface="Arial" panose="020B0604020202020204" pitchFamily="34" charset="0"/>
              <a:buChar char="–"/>
              <a:defRPr sz="1300">
                <a:latin typeface="+mn-lt"/>
              </a:defRPr>
            </a:lvl8pPr>
            <a:lvl9pPr marL="1206500" indent="-177800">
              <a:spcBef>
                <a:spcPts val="600"/>
              </a:spcBef>
              <a:buFont typeface="Arial" panose="020B0604020202020204" pitchFamily="34" charset="0"/>
              <a:buChar char="•"/>
              <a:defRPr sz="1300" baseline="0">
                <a:latin typeface="+mn-lt"/>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86362113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561DB31-BA0E-469A-88AC-4C37BFB0BE7E}"/>
              </a:ext>
            </a:extLst>
          </p:cNvPr>
          <p:cNvSpPr>
            <a:spLocks noGrp="1"/>
          </p:cNvSpPr>
          <p:nvPr>
            <p:ph type="title" hasCustomPrompt="1"/>
          </p:nvPr>
        </p:nvSpPr>
        <p:spPr>
          <a:xfrm>
            <a:off x="557929" y="530351"/>
            <a:ext cx="9667726" cy="713232"/>
          </a:xfrm>
        </p:spPr>
        <p:txBody>
          <a:bodyPr/>
          <a:lstStyle>
            <a:lvl1pPr>
              <a:defRPr sz="4800">
                <a:solidFill>
                  <a:schemeClr val="accent6"/>
                </a:solidFill>
              </a:defRPr>
            </a:lvl1pPr>
          </a:lstStyle>
          <a:p>
            <a:r>
              <a:rPr lang="en-US"/>
              <a:t>Agenda</a:t>
            </a:r>
          </a:p>
        </p:txBody>
      </p:sp>
      <p:sp>
        <p:nvSpPr>
          <p:cNvPr id="4" name="Text Placeholder 19">
            <a:extLst>
              <a:ext uri="{FF2B5EF4-FFF2-40B4-BE49-F238E27FC236}">
                <a16:creationId xmlns:a16="http://schemas.microsoft.com/office/drawing/2014/main" id="{CD3DA619-C657-4377-909C-6D3A110F550F}"/>
              </a:ext>
            </a:extLst>
          </p:cNvPr>
          <p:cNvSpPr>
            <a:spLocks noGrp="1"/>
          </p:cNvSpPr>
          <p:nvPr>
            <p:ph type="body" sz="quarter" idx="10" hasCustomPrompt="1"/>
          </p:nvPr>
        </p:nvSpPr>
        <p:spPr>
          <a:xfrm>
            <a:off x="1513652" y="1756549"/>
            <a:ext cx="3914652" cy="3614737"/>
          </a:xfrm>
          <a:prstGeom prst="rect">
            <a:avLst/>
          </a:prstGeom>
        </p:spPr>
        <p:txBody>
          <a:bodyPr/>
          <a:lstStyle>
            <a:lvl1pPr>
              <a:lnSpc>
                <a:spcPct val="100000"/>
              </a:lnSpc>
              <a:spcBef>
                <a:spcPts val="1800"/>
              </a:spcBef>
              <a:spcAft>
                <a:spcPts val="1800"/>
              </a:spcAft>
              <a:defRPr sz="2000" b="1">
                <a:solidFill>
                  <a:schemeClr val="tx2"/>
                </a:solidFill>
                <a:latin typeface="+mn-lt"/>
              </a:defRPr>
            </a:lvl1pPr>
            <a:lvl2pPr marL="0" indent="0">
              <a:spcBef>
                <a:spcPts val="0"/>
              </a:spcBef>
              <a:spcAft>
                <a:spcPts val="300"/>
              </a:spcAft>
              <a:buNone/>
              <a:tabLst>
                <a:tab pos="568325" algn="r"/>
                <a:tab pos="1028700" algn="l"/>
              </a:tabLst>
              <a:defRPr sz="1300" b="1">
                <a:solidFill>
                  <a:schemeClr val="tx2"/>
                </a:solidFill>
                <a:latin typeface="+mn-lt"/>
              </a:defRPr>
            </a:lvl2pPr>
            <a:lvl3pPr marL="1028700" indent="0">
              <a:spcBef>
                <a:spcPts val="0"/>
              </a:spcBef>
              <a:spcAft>
                <a:spcPts val="1800"/>
              </a:spcAft>
              <a:buNone/>
              <a:defRPr sz="1300">
                <a:solidFill>
                  <a:schemeClr val="tx2"/>
                </a:solidFill>
                <a:latin typeface="+mn-lt"/>
              </a:defRPr>
            </a:lvl3pPr>
            <a:lvl4pPr marL="0" indent="0">
              <a:spcBef>
                <a:spcPts val="0"/>
              </a:spcBef>
              <a:spcAft>
                <a:spcPts val="900"/>
              </a:spcAft>
              <a:buNone/>
              <a:defRPr sz="1300" i="1">
                <a:solidFill>
                  <a:schemeClr val="tx2"/>
                </a:solidFill>
                <a:latin typeface="+mn-lt"/>
              </a:defRPr>
            </a:lvl4pPr>
            <a:lvl5pPr marL="0" indent="0">
              <a:spcBef>
                <a:spcPts val="0"/>
              </a:spcBef>
              <a:spcAft>
                <a:spcPts val="900"/>
              </a:spcAft>
              <a:buFont typeface="Arial" panose="020B0604020202020204" pitchFamily="34" charset="0"/>
              <a:buNone/>
              <a:defRPr sz="1400">
                <a:solidFill>
                  <a:schemeClr val="tx2"/>
                </a:solidFill>
                <a:latin typeface="+mn-lt"/>
              </a:defRPr>
            </a:lvl5pPr>
          </a:lstStyle>
          <a:p>
            <a:pPr lvl="0"/>
            <a:r>
              <a:rPr lang="en-US"/>
              <a:t>Click to edit header</a:t>
            </a:r>
          </a:p>
          <a:p>
            <a:pPr lvl="1"/>
            <a:r>
              <a:rPr lang="en-US"/>
              <a:t>Tab to Time then tab to Agenda item</a:t>
            </a:r>
          </a:p>
          <a:p>
            <a:pPr lvl="2"/>
            <a:r>
              <a:rPr lang="en-US"/>
              <a:t>Speaker name and topic</a:t>
            </a:r>
          </a:p>
          <a:p>
            <a:pPr lvl="3"/>
            <a:r>
              <a:rPr lang="en-US"/>
              <a:t>Additional information</a:t>
            </a:r>
          </a:p>
        </p:txBody>
      </p:sp>
      <p:sp>
        <p:nvSpPr>
          <p:cNvPr id="6" name="Text Placeholder 19">
            <a:extLst>
              <a:ext uri="{FF2B5EF4-FFF2-40B4-BE49-F238E27FC236}">
                <a16:creationId xmlns:a16="http://schemas.microsoft.com/office/drawing/2014/main" id="{99D62640-4C2F-4EEE-8702-E19D55A9718A}"/>
              </a:ext>
            </a:extLst>
          </p:cNvPr>
          <p:cNvSpPr>
            <a:spLocks noGrp="1"/>
          </p:cNvSpPr>
          <p:nvPr>
            <p:ph type="body" sz="quarter" idx="11" hasCustomPrompt="1"/>
          </p:nvPr>
        </p:nvSpPr>
        <p:spPr>
          <a:xfrm>
            <a:off x="6293091" y="1756549"/>
            <a:ext cx="3912531" cy="3614737"/>
          </a:xfrm>
          <a:prstGeom prst="rect">
            <a:avLst/>
          </a:prstGeom>
        </p:spPr>
        <p:txBody>
          <a:bodyPr/>
          <a:lstStyle>
            <a:lvl1pPr>
              <a:lnSpc>
                <a:spcPct val="100000"/>
              </a:lnSpc>
              <a:spcBef>
                <a:spcPts val="1800"/>
              </a:spcBef>
              <a:spcAft>
                <a:spcPts val="1800"/>
              </a:spcAft>
              <a:defRPr sz="2000" b="1">
                <a:solidFill>
                  <a:schemeClr val="tx2"/>
                </a:solidFill>
                <a:latin typeface="+mn-lt"/>
              </a:defRPr>
            </a:lvl1pPr>
            <a:lvl2pPr marL="0" indent="0">
              <a:spcBef>
                <a:spcPts val="0"/>
              </a:spcBef>
              <a:spcAft>
                <a:spcPts val="300"/>
              </a:spcAft>
              <a:buNone/>
              <a:tabLst>
                <a:tab pos="568325" algn="r"/>
                <a:tab pos="1028700" algn="l"/>
              </a:tabLst>
              <a:defRPr sz="1300" b="1">
                <a:solidFill>
                  <a:schemeClr val="tx2"/>
                </a:solidFill>
                <a:latin typeface="+mn-lt"/>
              </a:defRPr>
            </a:lvl2pPr>
            <a:lvl3pPr marL="1028700" indent="0">
              <a:spcBef>
                <a:spcPts val="0"/>
              </a:spcBef>
              <a:spcAft>
                <a:spcPts val="1800"/>
              </a:spcAft>
              <a:buNone/>
              <a:defRPr sz="1300">
                <a:solidFill>
                  <a:schemeClr val="tx2"/>
                </a:solidFill>
                <a:latin typeface="+mn-lt"/>
              </a:defRPr>
            </a:lvl3pPr>
            <a:lvl4pPr marL="0" indent="0">
              <a:spcBef>
                <a:spcPts val="0"/>
              </a:spcBef>
              <a:spcAft>
                <a:spcPts val="900"/>
              </a:spcAft>
              <a:buNone/>
              <a:defRPr sz="1300" i="1">
                <a:solidFill>
                  <a:schemeClr val="tx2"/>
                </a:solidFill>
                <a:latin typeface="+mn-lt"/>
              </a:defRPr>
            </a:lvl4pPr>
            <a:lvl5pPr marL="0" indent="0">
              <a:spcBef>
                <a:spcPts val="0"/>
              </a:spcBef>
              <a:spcAft>
                <a:spcPts val="900"/>
              </a:spcAft>
              <a:buFont typeface="Arial" panose="020B0604020202020204" pitchFamily="34" charset="0"/>
              <a:buNone/>
              <a:defRPr sz="1400">
                <a:solidFill>
                  <a:schemeClr val="tx2"/>
                </a:solidFill>
                <a:latin typeface="+mn-lt"/>
              </a:defRPr>
            </a:lvl5pPr>
          </a:lstStyle>
          <a:p>
            <a:pPr lvl="0"/>
            <a:r>
              <a:rPr lang="en-US"/>
              <a:t>Click to edit header</a:t>
            </a:r>
          </a:p>
          <a:p>
            <a:pPr lvl="1"/>
            <a:r>
              <a:rPr lang="en-US"/>
              <a:t>Tab to Time then tab to Agenda item</a:t>
            </a:r>
          </a:p>
          <a:p>
            <a:pPr lvl="2"/>
            <a:r>
              <a:rPr lang="en-US"/>
              <a:t>Speaker name and topic</a:t>
            </a:r>
          </a:p>
          <a:p>
            <a:pPr lvl="3"/>
            <a:r>
              <a:rPr lang="en-US"/>
              <a:t>Additional information</a:t>
            </a:r>
          </a:p>
        </p:txBody>
      </p:sp>
    </p:spTree>
    <p:extLst>
      <p:ext uri="{BB962C8B-B14F-4D97-AF65-F5344CB8AC3E}">
        <p14:creationId xmlns:p14="http://schemas.microsoft.com/office/powerpoint/2010/main" val="293545000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ivider re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a:defRPr sz="3200" b="1">
                <a:solidFill>
                  <a:schemeClr val="accent2"/>
                </a:solidFill>
                <a:latin typeface="+mj-lt"/>
              </a:defRPr>
            </a:lvl1pPr>
          </a:lstStyle>
          <a:p>
            <a:r>
              <a:rPr lang="en-US"/>
              <a:t>Click to edit title for divider</a:t>
            </a:r>
          </a:p>
        </p:txBody>
      </p:sp>
    </p:spTree>
    <p:extLst>
      <p:ext uri="{BB962C8B-B14F-4D97-AF65-F5344CB8AC3E}">
        <p14:creationId xmlns:p14="http://schemas.microsoft.com/office/powerpoint/2010/main" val="247543893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ivid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userDrawn="1"/>
        </p:nvSpPr>
        <p:spPr>
          <a:xfrm>
            <a:off x="1"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defTabSz="457200" rtl="0" eaLnBrk="1" latinLnBrk="0" hangingPunct="1">
              <a:lnSpc>
                <a:spcPct val="90000"/>
              </a:lnSpc>
              <a:spcBef>
                <a:spcPct val="0"/>
              </a:spcBef>
              <a:buNone/>
              <a:defRPr lang="en-US" sz="3200" b="1" kern="1200" dirty="0">
                <a:solidFill>
                  <a:schemeClr val="bg1"/>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30304756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ivider nav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0111EDB-A7DC-4D3C-BA73-E639327B03EF}"/>
              </a:ext>
            </a:extLst>
          </p:cNvPr>
          <p:cNvSpPr/>
          <p:nvPr userDrawn="1"/>
        </p:nvSpPr>
        <p:spPr>
          <a:xfrm>
            <a:off x="1" y="0"/>
            <a:ext cx="12192000" cy="6858000"/>
          </a:xfrm>
          <a:prstGeom prst="rect">
            <a:avLst/>
          </a:prstGeom>
          <a:solidFill>
            <a:srgbClr val="0B31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A8DD2AFC-8349-4DB3-855A-645AB85DF6B0}"/>
              </a:ext>
            </a:extLst>
          </p:cNvPr>
          <p:cNvSpPr>
            <a:spLocks noGrp="1"/>
          </p:cNvSpPr>
          <p:nvPr>
            <p:ph type="title" hasCustomPrompt="1"/>
          </p:nvPr>
        </p:nvSpPr>
        <p:spPr>
          <a:xfrm>
            <a:off x="3232111" y="3022967"/>
            <a:ext cx="5727776" cy="812066"/>
          </a:xfrm>
        </p:spPr>
        <p:txBody>
          <a:bodyPr rIns="0" anchor="ctr"/>
          <a:lstStyle>
            <a:lvl1pPr algn="ctr" defTabSz="457200" rtl="0" eaLnBrk="1" latinLnBrk="0" hangingPunct="1">
              <a:lnSpc>
                <a:spcPct val="90000"/>
              </a:lnSpc>
              <a:spcBef>
                <a:spcPct val="0"/>
              </a:spcBef>
              <a:buNone/>
              <a:defRPr lang="en-US" sz="3200" b="1" kern="1200" dirty="0">
                <a:solidFill>
                  <a:schemeClr val="bg1"/>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276226106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ivider white">
    <p:spTree>
      <p:nvGrpSpPr>
        <p:cNvPr id="1" name=""/>
        <p:cNvGrpSpPr/>
        <p:nvPr/>
      </p:nvGrpSpPr>
      <p:grpSpPr>
        <a:xfrm>
          <a:off x="0" y="0"/>
          <a:ext cx="0" cy="0"/>
          <a:chOff x="0" y="0"/>
          <a:chExt cx="0" cy="0"/>
        </a:xfrm>
      </p:grpSpPr>
      <p:pic>
        <p:nvPicPr>
          <p:cNvPr id="5" name="Picture 4" descr="Light heart pattern background.">
            <a:extLst>
              <a:ext uri="{FF2B5EF4-FFF2-40B4-BE49-F238E27FC236}">
                <a16:creationId xmlns:a16="http://schemas.microsoft.com/office/drawing/2014/main" id="{DCF51F69-B135-440B-B1C1-8877F65D92E0}"/>
              </a:ext>
            </a:extLst>
          </p:cNvPr>
          <p:cNvPicPr>
            <a:picLocks noChangeAspect="1"/>
          </p:cNvPicPr>
          <p:nvPr userDrawn="1"/>
        </p:nvPicPr>
        <p:blipFill rotWithShape="1">
          <a:blip r:embed="rId2"/>
          <a:srcRect l="444" t="-1" b="507"/>
          <a:stretch/>
        </p:blipFill>
        <p:spPr>
          <a:xfrm>
            <a:off x="-64" y="0"/>
            <a:ext cx="12192127" cy="6858000"/>
          </a:xfrm>
          <a:prstGeom prst="rect">
            <a:avLst/>
          </a:prstGeom>
        </p:spPr>
      </p:pic>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defTabSz="457200" rtl="0" eaLnBrk="1" latinLnBrk="0" hangingPunct="1">
              <a:lnSpc>
                <a:spcPct val="90000"/>
              </a:lnSpc>
              <a:spcBef>
                <a:spcPct val="0"/>
              </a:spcBef>
              <a:buNone/>
              <a:defRPr lang="en-US" sz="3200" b="1" kern="1200" dirty="0">
                <a:solidFill>
                  <a:schemeClr val="accent2"/>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21373876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ivider dark">
    <p:spTree>
      <p:nvGrpSpPr>
        <p:cNvPr id="1" name=""/>
        <p:cNvGrpSpPr/>
        <p:nvPr/>
      </p:nvGrpSpPr>
      <p:grpSpPr>
        <a:xfrm>
          <a:off x="0" y="0"/>
          <a:ext cx="0" cy="0"/>
          <a:chOff x="0" y="0"/>
          <a:chExt cx="0" cy="0"/>
        </a:xfrm>
      </p:grpSpPr>
      <p:pic>
        <p:nvPicPr>
          <p:cNvPr id="3" name="Picture 2" descr="Dark heart pattern background.">
            <a:extLst>
              <a:ext uri="{FF2B5EF4-FFF2-40B4-BE49-F238E27FC236}">
                <a16:creationId xmlns:a16="http://schemas.microsoft.com/office/drawing/2014/main" id="{A370D62A-AB1A-457C-AF9D-8363B2583D12}"/>
              </a:ext>
            </a:extLst>
          </p:cNvPr>
          <p:cNvPicPr>
            <a:picLocks noChangeAspect="1"/>
          </p:cNvPicPr>
          <p:nvPr userDrawn="1"/>
        </p:nvPicPr>
        <p:blipFill>
          <a:blip r:embed="rId2"/>
          <a:stretch>
            <a:fillRect/>
          </a:stretch>
        </p:blipFill>
        <p:spPr>
          <a:xfrm>
            <a:off x="-15473" y="-9144"/>
            <a:ext cx="12222945" cy="6876288"/>
          </a:xfrm>
          <a:prstGeom prst="rect">
            <a:avLst/>
          </a:prstGeom>
        </p:spPr>
      </p:pic>
      <p:sp>
        <p:nvSpPr>
          <p:cNvPr id="4" name="Title 1">
            <a:extLst>
              <a:ext uri="{FF2B5EF4-FFF2-40B4-BE49-F238E27FC236}">
                <a16:creationId xmlns:a16="http://schemas.microsoft.com/office/drawing/2014/main" id="{ABD1AEB8-3322-4E67-A702-83F309202013}"/>
              </a:ext>
            </a:extLst>
          </p:cNvPr>
          <p:cNvSpPr>
            <a:spLocks noGrp="1"/>
          </p:cNvSpPr>
          <p:nvPr>
            <p:ph type="title" hasCustomPrompt="1"/>
          </p:nvPr>
        </p:nvSpPr>
        <p:spPr>
          <a:xfrm>
            <a:off x="3232111" y="3022967"/>
            <a:ext cx="5727776" cy="812066"/>
          </a:xfrm>
        </p:spPr>
        <p:txBody>
          <a:bodyPr rIns="0" anchor="ctr"/>
          <a:lstStyle>
            <a:lvl1pPr algn="ctr" defTabSz="457200" rtl="0" eaLnBrk="1" latinLnBrk="0" hangingPunct="1">
              <a:lnSpc>
                <a:spcPct val="90000"/>
              </a:lnSpc>
              <a:spcBef>
                <a:spcPct val="0"/>
              </a:spcBef>
              <a:buNone/>
              <a:defRPr lang="en-US" sz="3200" b="1" kern="1200" dirty="0">
                <a:solidFill>
                  <a:schemeClr val="bg1"/>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249063332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nd Content without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a:t>Click to add title for one-column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defRPr cap="none" baseline="0">
                <a:solidFill>
                  <a:schemeClr val="tx2"/>
                </a:solidFill>
              </a:defRPr>
            </a:lvl1pPr>
            <a:lvl2pPr>
              <a:defRPr>
                <a:solidFill>
                  <a:schemeClr val="tx2"/>
                </a:solidFill>
              </a:defRPr>
            </a:lvl2pPr>
            <a:lvl3pPr>
              <a:defRPr baseline="0">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12347600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one-column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lnSpc>
                <a:spcPct val="100000"/>
              </a:lnSpc>
              <a:buClr>
                <a:schemeClr val="tx1"/>
              </a:buClr>
              <a:defRPr sz="1800" b="1" cap="none" baseline="0">
                <a:solidFill>
                  <a:schemeClr val="tx2"/>
                </a:solidFill>
                <a:latin typeface="+mn-lt"/>
              </a:defRPr>
            </a:lvl1pPr>
            <a:lvl2pPr marL="0" indent="0">
              <a:buClr>
                <a:schemeClr val="tx1"/>
              </a:buClr>
              <a:buNone/>
              <a:defRPr sz="1300" baseline="0">
                <a:solidFill>
                  <a:schemeClr val="tx2"/>
                </a:solidFill>
              </a:defRPr>
            </a:lvl2pPr>
            <a:lvl3pPr marL="171450" indent="-171450">
              <a:spcBef>
                <a:spcPts val="1200"/>
              </a:spcBef>
              <a:buClr>
                <a:schemeClr val="tx1"/>
              </a:buClr>
              <a:buFont typeface="Arial" panose="020B0604020202020204" pitchFamily="34" charset="0"/>
              <a:buChar char="•"/>
              <a:defRPr sz="1300" baseline="0">
                <a:solidFill>
                  <a:schemeClr val="tx2"/>
                </a:solidFill>
              </a:defRPr>
            </a:lvl3pPr>
            <a:lvl4pPr marL="342900" indent="-171450">
              <a:buClr>
                <a:schemeClr val="tx1"/>
              </a:buClr>
              <a:buFont typeface="Arial" panose="020B0604020202020204" pitchFamily="34" charset="0"/>
              <a:buChar char="–"/>
              <a:defRPr sz="1300" baseline="0">
                <a:solidFill>
                  <a:schemeClr val="tx2"/>
                </a:solidFill>
              </a:defRPr>
            </a:lvl4pPr>
            <a:lvl5pPr marL="515938" indent="-173038">
              <a:buClr>
                <a:schemeClr val="tx1"/>
              </a:buClr>
              <a:buFont typeface="Arial" panose="020B0604020202020204" pitchFamily="34" charset="0"/>
              <a:buChar char="•"/>
              <a:defRPr sz="1300">
                <a:solidFill>
                  <a:schemeClr val="tx2"/>
                </a:solidFill>
              </a:defRPr>
            </a:lvl5pPr>
            <a:lvl6pPr marL="687388"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22607557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two-column layout</a:t>
            </a:r>
          </a:p>
        </p:txBody>
      </p:sp>
      <p:sp>
        <p:nvSpPr>
          <p:cNvPr id="3" name="Content Placeholder 2"/>
          <p:cNvSpPr>
            <a:spLocks noGrp="1"/>
          </p:cNvSpPr>
          <p:nvPr>
            <p:ph sz="half" idx="1" hasCustomPrompt="1"/>
          </p:nvPr>
        </p:nvSpPr>
        <p:spPr bwMode="gray">
          <a:xfrm>
            <a:off x="557929" y="1767532"/>
            <a:ext cx="5238478" cy="3973512"/>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baseline="0" dirty="0" smtClean="0">
                <a:solidFill>
                  <a:schemeClr val="tx2"/>
                </a:solidFill>
              </a:defRPr>
            </a:lvl2pPr>
            <a:lvl3pPr marL="171450" indent="-171450">
              <a:spcBef>
                <a:spcPts val="1200"/>
              </a:spcBef>
              <a:buClr>
                <a:schemeClr val="tx1"/>
              </a:buClr>
              <a:buFont typeface="Arial" panose="020B0604020202020204" pitchFamily="34" charset="0"/>
              <a:buChar char="•"/>
              <a:defRPr lang="en-US" sz="1300" baseline="0" dirty="0" smtClean="0">
                <a:solidFill>
                  <a:schemeClr val="tx2"/>
                </a:solidFill>
              </a:defRPr>
            </a:lvl3pPr>
            <a:lvl4pPr marL="342900" indent="-171450">
              <a:buClr>
                <a:schemeClr val="tx1"/>
              </a:buClr>
              <a:buFont typeface="Arial" panose="020B0604020202020204" pitchFamily="34" charset="0"/>
              <a:buChar char="–"/>
              <a:defRPr lang="en-US" sz="1300" baseline="0" dirty="0" smtClean="0">
                <a:solidFill>
                  <a:schemeClr val="tx2"/>
                </a:solidFill>
              </a:defRPr>
            </a:lvl4pPr>
            <a:lvl5pPr marL="514350" indent="-171450">
              <a:buClr>
                <a:schemeClr val="tx1"/>
              </a:buClr>
              <a:buFont typeface="Arial" panose="020B0604020202020204" pitchFamily="34" charset="0"/>
              <a:buChar char="•"/>
              <a:defRPr lang="en-US" sz="1300" dirty="0">
                <a:solidFill>
                  <a:schemeClr val="tx2"/>
                </a:solidFill>
              </a:defRPr>
            </a:lvl5pPr>
            <a:lvl6pPr marL="685800"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5" name="Content Placeholder 2"/>
          <p:cNvSpPr>
            <a:spLocks noGrp="1"/>
          </p:cNvSpPr>
          <p:nvPr>
            <p:ph sz="half" idx="10" hasCustomPrompt="1"/>
          </p:nvPr>
        </p:nvSpPr>
        <p:spPr bwMode="gray">
          <a:xfrm>
            <a:off x="6384175" y="1767532"/>
            <a:ext cx="5238478" cy="3973512"/>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baseline="0" dirty="0" smtClean="0">
                <a:solidFill>
                  <a:schemeClr val="tx2"/>
                </a:solidFill>
              </a:defRPr>
            </a:lvl2pPr>
            <a:lvl3pPr marL="171450" indent="-171450">
              <a:spcBef>
                <a:spcPts val="1200"/>
              </a:spcBef>
              <a:buClr>
                <a:schemeClr val="tx1"/>
              </a:buClr>
              <a:buFont typeface="Arial" panose="020B0604020202020204" pitchFamily="34" charset="0"/>
              <a:buChar char="•"/>
              <a:defRPr lang="en-US" sz="1300" baseline="0" dirty="0" smtClean="0">
                <a:solidFill>
                  <a:schemeClr val="tx2"/>
                </a:solidFill>
              </a:defRPr>
            </a:lvl3pPr>
            <a:lvl4pPr marL="342900" indent="-171450">
              <a:buClr>
                <a:schemeClr val="tx1"/>
              </a:buClr>
              <a:buFont typeface="Arial" panose="020B0604020202020204" pitchFamily="34" charset="0"/>
              <a:buChar char="–"/>
              <a:defRPr lang="en-US" sz="1300" baseline="0" dirty="0" smtClean="0">
                <a:solidFill>
                  <a:schemeClr val="tx2"/>
                </a:solidFill>
              </a:defRPr>
            </a:lvl4pPr>
            <a:lvl5pPr marL="514350" indent="-171450">
              <a:buClr>
                <a:schemeClr val="tx1"/>
              </a:buClr>
              <a:buFont typeface="Arial" panose="020B0604020202020204" pitchFamily="34" charset="0"/>
              <a:buChar char="•"/>
              <a:defRPr lang="en-US" sz="1300" dirty="0">
                <a:solidFill>
                  <a:schemeClr val="tx2"/>
                </a:solidFill>
              </a:defRPr>
            </a:lvl5pPr>
            <a:lvl6pPr marL="685800"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61149572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three-column layout</a:t>
            </a:r>
          </a:p>
        </p:txBody>
      </p:sp>
      <p:sp>
        <p:nvSpPr>
          <p:cNvPr id="3" name="Content Placeholder 2"/>
          <p:cNvSpPr>
            <a:spLocks noGrp="1"/>
          </p:cNvSpPr>
          <p:nvPr>
            <p:ph sz="half" idx="1" hasCustomPrompt="1"/>
          </p:nvPr>
        </p:nvSpPr>
        <p:spPr bwMode="gray">
          <a:xfrm>
            <a:off x="557930" y="1764792"/>
            <a:ext cx="3434085"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6" name="Content Placeholder 2"/>
          <p:cNvSpPr>
            <a:spLocks noGrp="1"/>
          </p:cNvSpPr>
          <p:nvPr>
            <p:ph sz="half" idx="10" hasCustomPrompt="1"/>
          </p:nvPr>
        </p:nvSpPr>
        <p:spPr bwMode="gray">
          <a:xfrm>
            <a:off x="4371971" y="1764792"/>
            <a:ext cx="3434085"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1" hasCustomPrompt="1"/>
          </p:nvPr>
        </p:nvSpPr>
        <p:spPr bwMode="gray">
          <a:xfrm>
            <a:off x="8186012" y="1764792"/>
            <a:ext cx="3434085"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72798044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four-column layout</a:t>
            </a:r>
          </a:p>
        </p:txBody>
      </p:sp>
      <p:sp>
        <p:nvSpPr>
          <p:cNvPr id="3" name="Content Placeholder 2"/>
          <p:cNvSpPr>
            <a:spLocks noGrp="1"/>
          </p:cNvSpPr>
          <p:nvPr>
            <p:ph sz="half" idx="1" hasCustomPrompt="1"/>
          </p:nvPr>
        </p:nvSpPr>
        <p:spPr bwMode="gray">
          <a:xfrm>
            <a:off x="557929" y="1764792"/>
            <a:ext cx="2506109"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0" hasCustomPrompt="1"/>
          </p:nvPr>
        </p:nvSpPr>
        <p:spPr bwMode="gray">
          <a:xfrm>
            <a:off x="3411600" y="1764792"/>
            <a:ext cx="2506109"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8" name="Content Placeholder 2"/>
          <p:cNvSpPr>
            <a:spLocks noGrp="1"/>
          </p:cNvSpPr>
          <p:nvPr>
            <p:ph sz="half" idx="11" hasCustomPrompt="1"/>
          </p:nvPr>
        </p:nvSpPr>
        <p:spPr bwMode="gray">
          <a:xfrm>
            <a:off x="6256125" y="1764792"/>
            <a:ext cx="2506109"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9" name="Content Placeholder 2"/>
          <p:cNvSpPr>
            <a:spLocks noGrp="1"/>
          </p:cNvSpPr>
          <p:nvPr>
            <p:ph sz="half" idx="12" hasCustomPrompt="1"/>
          </p:nvPr>
        </p:nvSpPr>
        <p:spPr bwMode="gray">
          <a:xfrm>
            <a:off x="9100650" y="1764792"/>
            <a:ext cx="2506109"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43945928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Five Content Journe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five-column journey layout</a:t>
            </a:r>
          </a:p>
        </p:txBody>
      </p:sp>
      <p:sp>
        <p:nvSpPr>
          <p:cNvPr id="8" name="Content Placeholder 2"/>
          <p:cNvSpPr>
            <a:spLocks noGrp="1"/>
          </p:cNvSpPr>
          <p:nvPr>
            <p:ph sz="half" idx="1" hasCustomPrompt="1"/>
          </p:nvPr>
        </p:nvSpPr>
        <p:spPr bwMode="gray">
          <a:xfrm>
            <a:off x="1064941"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9" name="Content Placeholder 2"/>
          <p:cNvSpPr>
            <a:spLocks noGrp="1"/>
          </p:cNvSpPr>
          <p:nvPr>
            <p:ph sz="half" idx="10" hasCustomPrompt="1"/>
          </p:nvPr>
        </p:nvSpPr>
        <p:spPr bwMode="gray">
          <a:xfrm>
            <a:off x="3153647"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11" name="Content Placeholder 2"/>
          <p:cNvSpPr>
            <a:spLocks noGrp="1"/>
          </p:cNvSpPr>
          <p:nvPr>
            <p:ph sz="half" idx="11" hasCustomPrompt="1"/>
          </p:nvPr>
        </p:nvSpPr>
        <p:spPr bwMode="gray">
          <a:xfrm>
            <a:off x="5242353"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12" name="Content Placeholder 2"/>
          <p:cNvSpPr>
            <a:spLocks noGrp="1"/>
          </p:cNvSpPr>
          <p:nvPr>
            <p:ph sz="half" idx="12" hasCustomPrompt="1"/>
          </p:nvPr>
        </p:nvSpPr>
        <p:spPr bwMode="gray">
          <a:xfrm>
            <a:off x="7331059"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14" name="Content Placeholder 2"/>
          <p:cNvSpPr>
            <a:spLocks noGrp="1"/>
          </p:cNvSpPr>
          <p:nvPr>
            <p:ph sz="half" idx="13" hasCustomPrompt="1"/>
          </p:nvPr>
        </p:nvSpPr>
        <p:spPr bwMode="gray">
          <a:xfrm>
            <a:off x="9419765"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Tree>
    <p:extLst>
      <p:ext uri="{BB962C8B-B14F-4D97-AF65-F5344CB8AC3E}">
        <p14:creationId xmlns:p14="http://schemas.microsoft.com/office/powerpoint/2010/main" val="272086450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Full page char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2"/>
                </a:solidFill>
              </a:defRPr>
            </a:lvl1pPr>
          </a:lstStyle>
          <a:p>
            <a:r>
              <a:rPr lang="en-US"/>
              <a:t>Click to add title for chart layout</a:t>
            </a:r>
          </a:p>
        </p:txBody>
      </p:sp>
      <p:sp>
        <p:nvSpPr>
          <p:cNvPr id="9" name="Content Placeholder 3">
            <a:extLst>
              <a:ext uri="{FF2B5EF4-FFF2-40B4-BE49-F238E27FC236}">
                <a16:creationId xmlns:a16="http://schemas.microsoft.com/office/drawing/2014/main" id="{579139DC-E144-408E-AD8A-E4105642CD13}"/>
              </a:ext>
            </a:extLst>
          </p:cNvPr>
          <p:cNvSpPr>
            <a:spLocks noGrp="1"/>
          </p:cNvSpPr>
          <p:nvPr>
            <p:ph sz="quarter" idx="10"/>
          </p:nvPr>
        </p:nvSpPr>
        <p:spPr>
          <a:xfrm>
            <a:off x="1570035" y="1752601"/>
            <a:ext cx="9051932" cy="2975735"/>
          </a:xfrm>
        </p:spPr>
        <p:txBody>
          <a:bodyPr/>
          <a:lstStyle>
            <a:lvl1pPr>
              <a:defRPr>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395395404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hart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2"/>
                </a:solidFill>
              </a:defRPr>
            </a:lvl1pPr>
          </a:lstStyle>
          <a:p>
            <a:r>
              <a:rPr lang="en-US"/>
              <a:t>Click to add title for chart with text layout</a:t>
            </a:r>
          </a:p>
        </p:txBody>
      </p:sp>
      <p:sp>
        <p:nvSpPr>
          <p:cNvPr id="13" name="Content Placeholder 2"/>
          <p:cNvSpPr>
            <a:spLocks noGrp="1"/>
          </p:cNvSpPr>
          <p:nvPr>
            <p:ph idx="1" hasCustomPrompt="1"/>
          </p:nvPr>
        </p:nvSpPr>
        <p:spPr bwMode="gray">
          <a:xfrm>
            <a:off x="557928" y="1767531"/>
            <a:ext cx="3439040" cy="2971800"/>
          </a:xfrm>
        </p:spPr>
        <p:txBody>
          <a:bodyPr/>
          <a:lstStyle>
            <a:lvl1pPr>
              <a:lnSpc>
                <a:spcPct val="100000"/>
              </a:lnSpc>
              <a:buClrTx/>
              <a:defRPr lang="en-US" sz="1800" b="1" kern="1200" cap="none" baseline="0" dirty="0">
                <a:solidFill>
                  <a:schemeClr val="tx2"/>
                </a:solidFill>
                <a:latin typeface="+mn-lt"/>
                <a:ea typeface="+mn-ea"/>
                <a:cs typeface="+mn-cs"/>
              </a:defRPr>
            </a:lvl1pPr>
            <a:lvl2pPr marL="0" indent="0">
              <a:buClrTx/>
              <a:buNone/>
              <a:defRPr baseline="0">
                <a:solidFill>
                  <a:schemeClr val="tx2"/>
                </a:solidFill>
              </a:defRPr>
            </a:lvl2pPr>
            <a:lvl3pPr marL="177800" indent="-177800">
              <a:spcBef>
                <a:spcPts val="1200"/>
              </a:spcBef>
              <a:buClrTx/>
              <a:buFont typeface="Arial" panose="020B0604020202020204" pitchFamily="34" charset="0"/>
              <a:buChar char="•"/>
              <a:defRPr sz="1300" baseline="0">
                <a:solidFill>
                  <a:schemeClr val="tx2"/>
                </a:solidFill>
              </a:defRPr>
            </a:lvl3pPr>
            <a:lvl4pPr marL="342900" indent="-165100">
              <a:buClrTx/>
              <a:buFont typeface="Arial" panose="020B0604020202020204" pitchFamily="34" charset="0"/>
              <a:buChar char="–"/>
              <a:defRPr sz="1300">
                <a:solidFill>
                  <a:schemeClr val="tx2"/>
                </a:solidFill>
              </a:defRPr>
            </a:lvl4pPr>
            <a:lvl5pPr marL="515938" indent="-173038">
              <a:buClrTx/>
              <a:buFont typeface="Arial" panose="020B0604020202020204" pitchFamily="34" charset="0"/>
              <a:buChar char="•"/>
              <a:defRPr sz="1300">
                <a:solidFill>
                  <a:schemeClr val="tx2"/>
                </a:solidFill>
              </a:defRPr>
            </a:lvl5pPr>
            <a:lvl6pPr marL="687388" indent="-171450">
              <a:buClrTx/>
              <a:buFont typeface="Arial" panose="020B0604020202020204" pitchFamily="34" charset="0"/>
              <a:buChar char="–"/>
              <a:defRPr sz="1300">
                <a:solidFill>
                  <a:schemeClr val="tx2"/>
                </a:solidFill>
              </a:defRPr>
            </a:lvl6pPr>
            <a:lvl7pPr marL="860425" indent="-173038">
              <a:buClrTx/>
              <a:buFont typeface="Arial" panose="020B0604020202020204" pitchFamily="34" charset="0"/>
              <a:buChar char="•"/>
              <a:defRPr sz="1300"/>
            </a:lvl7pPr>
            <a:lvl8pPr marL="1031875" indent="-171450">
              <a:buClrTx/>
              <a:buFont typeface="Arial" panose="020B0604020202020204" pitchFamily="34" charset="0"/>
              <a:buChar char="–"/>
              <a:defRPr sz="1300"/>
            </a:lvl8pPr>
            <a:lvl9pPr marL="1203325" indent="-171450">
              <a:buClrTx/>
              <a:buFont typeface="Arial" panose="020B0604020202020204" pitchFamily="34" charset="0"/>
              <a:buChar char="•"/>
              <a:defRPr sz="1300" baseline="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3">
            <a:extLst>
              <a:ext uri="{FF2B5EF4-FFF2-40B4-BE49-F238E27FC236}">
                <a16:creationId xmlns:a16="http://schemas.microsoft.com/office/drawing/2014/main" id="{579139DC-E144-408E-AD8A-E4105642CD13}"/>
              </a:ext>
            </a:extLst>
          </p:cNvPr>
          <p:cNvSpPr>
            <a:spLocks noGrp="1"/>
          </p:cNvSpPr>
          <p:nvPr>
            <p:ph sz="quarter" idx="10"/>
          </p:nvPr>
        </p:nvSpPr>
        <p:spPr>
          <a:xfrm>
            <a:off x="4447653" y="1764793"/>
            <a:ext cx="7174286" cy="2975735"/>
          </a:xfrm>
        </p:spPr>
        <p:txBody>
          <a:bodyPr>
            <a:noAutofit/>
          </a:bodyPr>
          <a:lstStyle>
            <a:lvl1pPr>
              <a:defRPr>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403338137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comparison slide</a:t>
            </a:r>
          </a:p>
        </p:txBody>
      </p:sp>
      <p:sp>
        <p:nvSpPr>
          <p:cNvPr id="15" name="Content Placeholder 3"/>
          <p:cNvSpPr>
            <a:spLocks noGrp="1"/>
          </p:cNvSpPr>
          <p:nvPr>
            <p:ph sz="half" idx="2" hasCustomPrompt="1"/>
          </p:nvPr>
        </p:nvSpPr>
        <p:spPr>
          <a:xfrm>
            <a:off x="1253474" y="3718012"/>
            <a:ext cx="3493918" cy="2023033"/>
          </a:xfrm>
          <a:noFill/>
        </p:spPr>
        <p:txBody>
          <a:bodyPr lIns="0" tIns="0" rIns="0" bIns="0"/>
          <a:lstStyle>
            <a:lvl1pPr marL="0" indent="0" algn="ctr">
              <a:lnSpc>
                <a:spcPct val="100000"/>
              </a:lnSpc>
              <a:spcBef>
                <a:spcPts val="1200"/>
              </a:spcBef>
              <a:buClrTx/>
              <a:buFont typeface="Arial"/>
              <a:buNone/>
              <a:defRPr sz="1800" b="1">
                <a:solidFill>
                  <a:schemeClr val="accent2"/>
                </a:solidFill>
                <a:latin typeface="+mn-lt"/>
              </a:defRPr>
            </a:lvl1pPr>
            <a:lvl2pPr marL="0" indent="0" algn="ctr">
              <a:spcBef>
                <a:spcPts val="1200"/>
              </a:spcBef>
              <a:buClrTx/>
              <a:buFontTx/>
              <a:buNone/>
              <a:defRPr sz="1500">
                <a:solidFill>
                  <a:schemeClr val="tx2"/>
                </a:solidFill>
              </a:defRPr>
            </a:lvl2pPr>
            <a:lvl3pPr marL="404813" indent="-173038">
              <a:spcBef>
                <a:spcPts val="600"/>
              </a:spcBef>
              <a:buClrTx/>
              <a:buFont typeface="Arial" panose="020B0604020202020204" pitchFamily="34" charset="0"/>
              <a:buChar char="•"/>
              <a:defRPr sz="1600">
                <a:solidFill>
                  <a:schemeClr val="tx2"/>
                </a:solidFill>
              </a:defRPr>
            </a:lvl3pPr>
            <a:lvl4pPr marL="631825" indent="-174625">
              <a:spcBef>
                <a:spcPts val="600"/>
              </a:spcBef>
              <a:buClrTx/>
              <a:buFont typeface="Arial" panose="020B0604020202020204" pitchFamily="34" charset="0"/>
              <a:buChar char="•"/>
              <a:defRPr sz="1600">
                <a:solidFill>
                  <a:schemeClr val="tx2"/>
                </a:solidFill>
              </a:defRPr>
            </a:lvl4pPr>
            <a:lvl5pPr marL="804863" indent="-173038">
              <a:spcBef>
                <a:spcPts val="600"/>
              </a:spcBef>
              <a:buClrTx/>
              <a:buFont typeface="Arial" panose="020B0604020202020204" pitchFamily="34" charset="0"/>
              <a:buChar char="–"/>
              <a:defRPr sz="1600">
                <a:solidFill>
                  <a:schemeClr val="tx2"/>
                </a:solidFill>
              </a:defRPr>
            </a:lvl5pPr>
            <a:lvl6pPr marL="977900" indent="-177800">
              <a:buClrTx/>
              <a:defRPr sz="1600"/>
            </a:lvl6pPr>
            <a:lvl7pPr marL="1143000" indent="-165100">
              <a:buClrTx/>
              <a:defRPr sz="1600"/>
            </a:lvl7pPr>
            <a:lvl8pPr marL="1320800" indent="-177800">
              <a:buClrTx/>
              <a:defRPr sz="1600"/>
            </a:lvl8pPr>
            <a:lvl9pPr>
              <a:defRPr sz="1600"/>
            </a:lvl9pPr>
          </a:lstStyle>
          <a:p>
            <a:pPr lvl="0"/>
            <a:r>
              <a:rPr lang="en-US"/>
              <a:t>Header</a:t>
            </a:r>
          </a:p>
          <a:p>
            <a:pPr lvl="1"/>
            <a:r>
              <a:rPr lang="en-US"/>
              <a:t>First-level</a:t>
            </a:r>
          </a:p>
        </p:txBody>
      </p:sp>
      <p:sp>
        <p:nvSpPr>
          <p:cNvPr id="11" name="Rectangle 10">
            <a:extLst>
              <a:ext uri="{FF2B5EF4-FFF2-40B4-BE49-F238E27FC236}">
                <a16:creationId xmlns:a16="http://schemas.microsoft.com/office/drawing/2014/main" id="{65139F72-CEC0-495F-8477-192D60A880E2}"/>
              </a:ext>
            </a:extLst>
          </p:cNvPr>
          <p:cNvSpPr/>
          <p:nvPr userDrawn="1"/>
        </p:nvSpPr>
        <p:spPr>
          <a:xfrm>
            <a:off x="6096000" y="0"/>
            <a:ext cx="609600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16" name="Content Placeholder 5"/>
          <p:cNvSpPr>
            <a:spLocks noGrp="1"/>
          </p:cNvSpPr>
          <p:nvPr>
            <p:ph sz="quarter" idx="4" hasCustomPrompt="1"/>
          </p:nvPr>
        </p:nvSpPr>
        <p:spPr>
          <a:xfrm>
            <a:off x="7380297" y="3718012"/>
            <a:ext cx="3493918" cy="2023033"/>
          </a:xfrm>
          <a:noFill/>
        </p:spPr>
        <p:txBody>
          <a:bodyPr lIns="0" tIns="0" rIns="0" bIns="0"/>
          <a:lstStyle>
            <a:lvl1pPr marL="0" indent="0" algn="ctr">
              <a:lnSpc>
                <a:spcPct val="100000"/>
              </a:lnSpc>
              <a:spcBef>
                <a:spcPts val="1200"/>
              </a:spcBef>
              <a:buClrTx/>
              <a:buFont typeface="Arial"/>
              <a:buNone/>
              <a:defRPr sz="1800" b="1">
                <a:solidFill>
                  <a:schemeClr val="accent2"/>
                </a:solidFill>
                <a:latin typeface="+mn-lt"/>
              </a:defRPr>
            </a:lvl1pPr>
            <a:lvl2pPr marL="0" indent="0" algn="ctr">
              <a:spcBef>
                <a:spcPts val="1200"/>
              </a:spcBef>
              <a:buClrTx/>
              <a:buFontTx/>
              <a:buNone/>
              <a:defRPr sz="1500">
                <a:solidFill>
                  <a:schemeClr val="tx2"/>
                </a:solidFill>
              </a:defRPr>
            </a:lvl2pPr>
            <a:lvl3pPr marL="231775" indent="0">
              <a:spcBef>
                <a:spcPts val="600"/>
              </a:spcBef>
              <a:buClrTx/>
              <a:buFont typeface="Arial" panose="020B0604020202020204" pitchFamily="34" charset="0"/>
              <a:buNone/>
              <a:defRPr sz="1600">
                <a:solidFill>
                  <a:schemeClr val="bg1"/>
                </a:solidFill>
              </a:defRPr>
            </a:lvl3pPr>
            <a:lvl4pPr marL="631825" indent="-174625">
              <a:spcBef>
                <a:spcPts val="600"/>
              </a:spcBef>
              <a:buClrTx/>
              <a:buFont typeface="Arial" panose="020B0604020202020204" pitchFamily="34" charset="0"/>
              <a:buChar char="•"/>
              <a:defRPr sz="1600">
                <a:solidFill>
                  <a:schemeClr val="bg1"/>
                </a:solidFill>
              </a:defRPr>
            </a:lvl4pPr>
            <a:lvl5pPr marL="804863" indent="-173038">
              <a:spcBef>
                <a:spcPts val="600"/>
              </a:spcBef>
              <a:buClrTx/>
              <a:buFont typeface="Arial" panose="020B0604020202020204" pitchFamily="34" charset="0"/>
              <a:buChar char="–"/>
              <a:defRPr sz="1600">
                <a:solidFill>
                  <a:schemeClr val="bg1"/>
                </a:solidFill>
              </a:defRPr>
            </a:lvl5pPr>
            <a:lvl6pPr>
              <a:spcBef>
                <a:spcPts val="600"/>
              </a:spcBef>
              <a:buClrTx/>
              <a:defRPr sz="1600">
                <a:solidFill>
                  <a:schemeClr val="bg1"/>
                </a:solidFill>
              </a:defRPr>
            </a:lvl6pPr>
            <a:lvl7pPr>
              <a:spcBef>
                <a:spcPts val="600"/>
              </a:spcBef>
              <a:buClrTx/>
              <a:defRPr sz="1600">
                <a:solidFill>
                  <a:schemeClr val="bg1"/>
                </a:solidFill>
              </a:defRPr>
            </a:lvl7pPr>
            <a:lvl8pPr>
              <a:spcBef>
                <a:spcPts val="600"/>
              </a:spcBef>
              <a:buClrTx/>
              <a:defRPr sz="1600">
                <a:solidFill>
                  <a:schemeClr val="bg1"/>
                </a:solidFill>
              </a:defRPr>
            </a:lvl8pPr>
            <a:lvl9pPr>
              <a:defRPr sz="1600"/>
            </a:lvl9pPr>
          </a:lstStyle>
          <a:p>
            <a:pPr lvl="0"/>
            <a:r>
              <a:rPr lang="en-US"/>
              <a:t>Header</a:t>
            </a:r>
          </a:p>
          <a:p>
            <a:pPr lvl="1"/>
            <a:r>
              <a:rPr lang="en-US"/>
              <a:t>First-level</a:t>
            </a:r>
          </a:p>
        </p:txBody>
      </p:sp>
      <p:pic>
        <p:nvPicPr>
          <p:cNvPr id="7" name="Graphic 6" descr="CVS Health logo.">
            <a:extLst>
              <a:ext uri="{FF2B5EF4-FFF2-40B4-BE49-F238E27FC236}">
                <a16:creationId xmlns:a16="http://schemas.microsoft.com/office/drawing/2014/main" id="{99394496-8368-4B56-8235-99713340C2D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286306458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One panel">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9F4177E-CDDD-476F-9590-4FA690787A3F}"/>
              </a:ext>
            </a:extLst>
          </p:cNvPr>
          <p:cNvSpPr/>
          <p:nvPr userDrawn="1"/>
        </p:nvSpPr>
        <p:spPr>
          <a:xfrm>
            <a:off x="0" y="0"/>
            <a:ext cx="405815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3" name="Title 1">
            <a:extLst>
              <a:ext uri="{FF2B5EF4-FFF2-40B4-BE49-F238E27FC236}">
                <a16:creationId xmlns:a16="http://schemas.microsoft.com/office/drawing/2014/main" id="{7C794590-BFF7-4D91-A4D6-07347CD385E0}"/>
              </a:ext>
            </a:extLst>
          </p:cNvPr>
          <p:cNvSpPr>
            <a:spLocks noGrp="1"/>
          </p:cNvSpPr>
          <p:nvPr>
            <p:ph type="title" hasCustomPrompt="1"/>
          </p:nvPr>
        </p:nvSpPr>
        <p:spPr>
          <a:xfrm>
            <a:off x="579707" y="1"/>
            <a:ext cx="2959073" cy="6425581"/>
          </a:xfrm>
        </p:spPr>
        <p:txBody>
          <a:bodyPr anchor="ctr"/>
          <a:lstStyle>
            <a:lvl1pPr>
              <a:defRPr>
                <a:solidFill>
                  <a:schemeClr val="tx2"/>
                </a:solidFill>
              </a:defRPr>
            </a:lvl1pPr>
          </a:lstStyle>
          <a:p>
            <a:r>
              <a:rPr lang="en-US"/>
              <a:t>Click to add title </a:t>
            </a:r>
            <a:br>
              <a:rPr lang="en-US"/>
            </a:br>
            <a:r>
              <a:rPr lang="en-US"/>
              <a:t>here for one panel comparison slide</a:t>
            </a:r>
          </a:p>
        </p:txBody>
      </p:sp>
      <p:sp>
        <p:nvSpPr>
          <p:cNvPr id="7" name="Content Placeholder 3">
            <a:extLst>
              <a:ext uri="{FF2B5EF4-FFF2-40B4-BE49-F238E27FC236}">
                <a16:creationId xmlns:a16="http://schemas.microsoft.com/office/drawing/2014/main" id="{39BBBC8D-0164-48BE-8C39-97B2E9C688A7}"/>
              </a:ext>
            </a:extLst>
          </p:cNvPr>
          <p:cNvSpPr>
            <a:spLocks noGrp="1"/>
          </p:cNvSpPr>
          <p:nvPr>
            <p:ph sz="half" idx="2" hasCustomPrompt="1"/>
          </p:nvPr>
        </p:nvSpPr>
        <p:spPr bwMode="gray">
          <a:xfrm>
            <a:off x="4907514" y="2971853"/>
            <a:ext cx="2368913" cy="2592183"/>
          </a:xfrm>
        </p:spPr>
        <p:txBody>
          <a:bodyPr vert="horz" lIns="0" tIns="0" rIns="0" bIns="0" rtlCol="0">
            <a:noAutofit/>
          </a:bodyPr>
          <a:lstStyle>
            <a:lvl1pPr algn="ctr">
              <a:lnSpc>
                <a:spcPct val="100000"/>
              </a:lnSpc>
              <a:buClrTx/>
              <a:defRPr lang="en-US" sz="1800" b="1" kern="1200" cap="none" baseline="0" dirty="0">
                <a:solidFill>
                  <a:schemeClr val="accent2"/>
                </a:solidFill>
                <a:latin typeface="+mn-lt"/>
                <a:ea typeface="+mn-ea"/>
                <a:cs typeface="+mn-cs"/>
              </a:defRPr>
            </a:lvl1pPr>
            <a:lvl2pPr marL="0" indent="0" algn="ctr">
              <a:spcBef>
                <a:spcPts val="1800"/>
              </a:spcBef>
              <a:buClrTx/>
              <a:buFontTx/>
              <a:buNone/>
              <a:defRPr lang="en-US" sz="1500" baseline="0" dirty="0" smtClean="0">
                <a:solidFill>
                  <a:schemeClr val="tx2"/>
                </a:solidFill>
              </a:defRPr>
            </a:lvl2pPr>
            <a:lvl3pPr marL="171450" indent="0">
              <a:buClrTx/>
              <a:buFont typeface="Arial" panose="020B0604020202020204" pitchFamily="34" charset="0"/>
              <a:buNone/>
              <a:defRPr lang="en-US" sz="1600" baseline="0" dirty="0" smtClean="0">
                <a:solidFill>
                  <a:schemeClr val="tx2"/>
                </a:solidFill>
              </a:defRPr>
            </a:lvl3pPr>
            <a:lvl4pPr>
              <a:buClrTx/>
              <a:defRPr lang="en-US" sz="1600" baseline="0" dirty="0" smtClean="0">
                <a:solidFill>
                  <a:schemeClr val="tx2"/>
                </a:solidFill>
              </a:defRPr>
            </a:lvl4pPr>
            <a:lvl5pPr>
              <a:buClrTx/>
              <a:defRPr lang="en-US" sz="1600" baseline="0" dirty="0">
                <a:solidFill>
                  <a:schemeClr val="tx2"/>
                </a:solidFill>
              </a:defRPr>
            </a:lvl5pPr>
            <a:lvl6pPr>
              <a:buClrTx/>
              <a:defRPr sz="1600" baseline="0">
                <a:solidFill>
                  <a:schemeClr val="tx2"/>
                </a:solidFill>
              </a:defRPr>
            </a:lvl6pPr>
            <a:lvl7pPr>
              <a:buClrTx/>
              <a:defRPr sz="1600" baseline="0">
                <a:solidFill>
                  <a:schemeClr val="tx2"/>
                </a:solidFill>
              </a:defRPr>
            </a:lvl7pPr>
            <a:lvl8pPr>
              <a:buClrTx/>
              <a:defRPr sz="1600" baseline="0">
                <a:solidFill>
                  <a:schemeClr val="tx2"/>
                </a:solidFill>
              </a:defRPr>
            </a:lvl8pPr>
            <a:lvl9pPr>
              <a:buClrTx/>
              <a:defRPr sz="1600">
                <a:solidFill>
                  <a:schemeClr val="tx2"/>
                </a:solidFill>
              </a:defRPr>
            </a:lvl9pPr>
          </a:lstStyle>
          <a:p>
            <a:pPr marL="0" lvl="0" indent="0" algn="ctr" defTabSz="457200" rtl="0" eaLnBrk="1" latinLnBrk="0" hangingPunct="1">
              <a:lnSpc>
                <a:spcPct val="100000"/>
              </a:lnSpc>
              <a:spcBef>
                <a:spcPts val="1800"/>
              </a:spcBef>
              <a:buClrTx/>
              <a:buFont typeface="Arial"/>
              <a:buNone/>
            </a:pPr>
            <a:r>
              <a:rPr lang="en-US"/>
              <a:t>Header</a:t>
            </a:r>
          </a:p>
          <a:p>
            <a:pPr lvl="1"/>
            <a:r>
              <a:rPr lang="en-US"/>
              <a:t>First-level</a:t>
            </a:r>
          </a:p>
        </p:txBody>
      </p:sp>
      <p:sp>
        <p:nvSpPr>
          <p:cNvPr id="8" name="Content Placeholder 3">
            <a:extLst>
              <a:ext uri="{FF2B5EF4-FFF2-40B4-BE49-F238E27FC236}">
                <a16:creationId xmlns:a16="http://schemas.microsoft.com/office/drawing/2014/main" id="{E1CA36B9-1028-43DB-A308-5411C7D185BC}"/>
              </a:ext>
            </a:extLst>
          </p:cNvPr>
          <p:cNvSpPr>
            <a:spLocks noGrp="1"/>
          </p:cNvSpPr>
          <p:nvPr>
            <p:ph sz="half" idx="18" hasCustomPrompt="1"/>
          </p:nvPr>
        </p:nvSpPr>
        <p:spPr bwMode="gray">
          <a:xfrm>
            <a:off x="8972065" y="2971853"/>
            <a:ext cx="2368913" cy="2592183"/>
          </a:xfrm>
        </p:spPr>
        <p:txBody>
          <a:bodyPr vert="horz" lIns="0" tIns="0" rIns="0" bIns="0" rtlCol="0">
            <a:noAutofit/>
          </a:bodyPr>
          <a:lstStyle>
            <a:lvl1pPr algn="ctr">
              <a:lnSpc>
                <a:spcPct val="100000"/>
              </a:lnSpc>
              <a:buClrTx/>
              <a:defRPr lang="en-US" sz="1800" b="1" cap="none" baseline="0" dirty="0" smtClean="0">
                <a:solidFill>
                  <a:schemeClr val="accent2"/>
                </a:solidFill>
                <a:latin typeface="+mn-lt"/>
              </a:defRPr>
            </a:lvl1pPr>
            <a:lvl2pPr marL="0" indent="0" algn="ctr">
              <a:spcBef>
                <a:spcPts val="1800"/>
              </a:spcBef>
              <a:buClrTx/>
              <a:buFontTx/>
              <a:buNone/>
              <a:defRPr lang="en-US" sz="1500" dirty="0" smtClean="0">
                <a:solidFill>
                  <a:schemeClr val="tx2"/>
                </a:solidFill>
              </a:defRPr>
            </a:lvl2pPr>
            <a:lvl3pPr marL="171450" indent="0">
              <a:buClrTx/>
              <a:buFont typeface="Arial" panose="020B0604020202020204" pitchFamily="34" charset="0"/>
              <a:buNone/>
              <a:defRPr lang="en-US" sz="1600" baseline="0" dirty="0" smtClean="0">
                <a:solidFill>
                  <a:schemeClr val="bg1"/>
                </a:solidFill>
              </a:defRPr>
            </a:lvl3pPr>
            <a:lvl4pPr>
              <a:buClrTx/>
              <a:defRPr lang="en-US" sz="1600" baseline="0" dirty="0" smtClean="0">
                <a:solidFill>
                  <a:schemeClr val="bg1"/>
                </a:solidFill>
              </a:defRPr>
            </a:lvl4pPr>
            <a:lvl5pPr>
              <a:buClrTx/>
              <a:defRPr lang="en-US" sz="1600" baseline="0" dirty="0">
                <a:solidFill>
                  <a:schemeClr val="bg1"/>
                </a:solidFill>
              </a:defRPr>
            </a:lvl5pPr>
            <a:lvl6pPr>
              <a:buClrTx/>
              <a:defRPr sz="1600" baseline="0">
                <a:solidFill>
                  <a:schemeClr val="bg1"/>
                </a:solidFill>
              </a:defRPr>
            </a:lvl6pPr>
            <a:lvl7pPr>
              <a:buClrTx/>
              <a:defRPr sz="1600">
                <a:solidFill>
                  <a:schemeClr val="bg1"/>
                </a:solidFill>
              </a:defRPr>
            </a:lvl7pPr>
            <a:lvl8pPr>
              <a:buClrTx/>
              <a:defRPr sz="1600" baseline="0">
                <a:solidFill>
                  <a:schemeClr val="bg1"/>
                </a:solidFill>
              </a:defRPr>
            </a:lvl8pPr>
            <a:lvl9pPr>
              <a:buClrTx/>
              <a:defRPr sz="1600">
                <a:solidFill>
                  <a:schemeClr val="bg1"/>
                </a:solidFill>
              </a:defRPr>
            </a:lvl9pPr>
          </a:lstStyle>
          <a:p>
            <a:pPr lvl="0"/>
            <a:r>
              <a:rPr lang="en-US"/>
              <a:t>Header</a:t>
            </a:r>
          </a:p>
          <a:p>
            <a:pPr lvl="1"/>
            <a:r>
              <a:rPr lang="en-US"/>
              <a:t>First-level</a:t>
            </a:r>
          </a:p>
        </p:txBody>
      </p:sp>
      <p:sp>
        <p:nvSpPr>
          <p:cNvPr id="11" name="Content Placeholder 8">
            <a:extLst>
              <a:ext uri="{FF2B5EF4-FFF2-40B4-BE49-F238E27FC236}">
                <a16:creationId xmlns:a16="http://schemas.microsoft.com/office/drawing/2014/main" id="{668665DB-9D44-4B88-9F03-E82A2FF5D152}"/>
              </a:ext>
            </a:extLst>
          </p:cNvPr>
          <p:cNvSpPr txBox="1">
            <a:spLocks/>
          </p:cNvSpPr>
          <p:nvPr userDrawn="1"/>
        </p:nvSpPr>
        <p:spPr>
          <a:xfrm>
            <a:off x="557930"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4EFE9336-BB34-4CCC-8274-05D8119178BD}"/>
              </a:ext>
            </a:extLst>
          </p:cNvPr>
          <p:cNvSpPr txBox="1"/>
          <p:nvPr userDrawn="1"/>
        </p:nvSpPr>
        <p:spPr>
          <a:xfrm>
            <a:off x="859758" y="6425582"/>
            <a:ext cx="8048816" cy="123111"/>
          </a:xfrm>
          <a:prstGeom prst="rect">
            <a:avLst/>
          </a:prstGeom>
          <a:noFill/>
        </p:spPr>
        <p:txBody>
          <a:bodyPr wrap="square" lIns="0" tIns="0" rIns="0" bIns="0" rtlCol="0" anchor="b">
            <a:spAutoFit/>
          </a:bodyPr>
          <a:lstStyle/>
          <a:p>
            <a:r>
              <a:rPr lang="en-US" sz="800">
                <a:solidFill>
                  <a:schemeClr val="tx2"/>
                </a:solidFill>
                <a:latin typeface="+mn-lt"/>
              </a:rPr>
              <a:t>©2024 CVS Health and/or one of its affiliates. Confidential and proprietary.</a:t>
            </a:r>
          </a:p>
        </p:txBody>
      </p:sp>
      <p:pic>
        <p:nvPicPr>
          <p:cNvPr id="10" name="Graphic 9" descr="CVS Health logo.">
            <a:extLst>
              <a:ext uri="{FF2B5EF4-FFF2-40B4-BE49-F238E27FC236}">
                <a16:creationId xmlns:a16="http://schemas.microsoft.com/office/drawing/2014/main" id="{4556B8A3-577E-4258-B8ED-A7943CC515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7894949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hree points">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CFACB8A6-3813-48D2-B8CE-038DD1E42B32}"/>
              </a:ext>
            </a:extLst>
          </p:cNvPr>
          <p:cNvSpPr/>
          <p:nvPr userDrawn="1"/>
        </p:nvSpPr>
        <p:spPr>
          <a:xfrm>
            <a:off x="1" y="6241774"/>
            <a:ext cx="5587246" cy="616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3" name="Rectangle 22">
            <a:extLst>
              <a:ext uri="{FF2B5EF4-FFF2-40B4-BE49-F238E27FC236}">
                <a16:creationId xmlns:a16="http://schemas.microsoft.com/office/drawing/2014/main" id="{B5FE79D5-35B2-49F2-B15D-DA1A165F3786}"/>
              </a:ext>
            </a:extLst>
          </p:cNvPr>
          <p:cNvSpPr/>
          <p:nvPr userDrawn="1"/>
        </p:nvSpPr>
        <p:spPr>
          <a:xfrm>
            <a:off x="4062895" y="0"/>
            <a:ext cx="405815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2" name="Rectangle 21">
            <a:extLst>
              <a:ext uri="{FF2B5EF4-FFF2-40B4-BE49-F238E27FC236}">
                <a16:creationId xmlns:a16="http://schemas.microsoft.com/office/drawing/2014/main" id="{D8E8E372-A3D9-43BC-A3BE-4011C8DA5B98}"/>
              </a:ext>
            </a:extLst>
          </p:cNvPr>
          <p:cNvSpPr/>
          <p:nvPr userDrawn="1"/>
        </p:nvSpPr>
        <p:spPr>
          <a:xfrm>
            <a:off x="8121046" y="0"/>
            <a:ext cx="4070953"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5" name="Title 1">
            <a:extLst>
              <a:ext uri="{FF2B5EF4-FFF2-40B4-BE49-F238E27FC236}">
                <a16:creationId xmlns:a16="http://schemas.microsoft.com/office/drawing/2014/main" id="{430E9904-95CA-4355-B234-1DDA8EC1512E}"/>
              </a:ext>
            </a:extLst>
          </p:cNvPr>
          <p:cNvSpPr>
            <a:spLocks noGrp="1"/>
          </p:cNvSpPr>
          <p:nvPr>
            <p:ph type="title" hasCustomPrompt="1"/>
          </p:nvPr>
        </p:nvSpPr>
        <p:spPr>
          <a:xfrm>
            <a:off x="579707" y="1"/>
            <a:ext cx="2959073" cy="6425581"/>
          </a:xfrm>
        </p:spPr>
        <p:txBody>
          <a:bodyPr anchor="ctr"/>
          <a:lstStyle>
            <a:lvl1pPr>
              <a:defRPr>
                <a:solidFill>
                  <a:schemeClr val="tx2"/>
                </a:solidFill>
              </a:defRPr>
            </a:lvl1pPr>
          </a:lstStyle>
          <a:p>
            <a:r>
              <a:rPr lang="en-US"/>
              <a:t>Click to add title here for two panel comparison slide</a:t>
            </a:r>
          </a:p>
        </p:txBody>
      </p:sp>
      <p:sp>
        <p:nvSpPr>
          <p:cNvPr id="21" name="Content Placeholder 3">
            <a:extLst>
              <a:ext uri="{FF2B5EF4-FFF2-40B4-BE49-F238E27FC236}">
                <a16:creationId xmlns:a16="http://schemas.microsoft.com/office/drawing/2014/main" id="{3E63A43E-9184-464B-AD62-08609C3C2EFC}"/>
              </a:ext>
            </a:extLst>
          </p:cNvPr>
          <p:cNvSpPr>
            <a:spLocks noGrp="1"/>
          </p:cNvSpPr>
          <p:nvPr>
            <p:ph sz="half" idx="2" hasCustomPrompt="1"/>
          </p:nvPr>
        </p:nvSpPr>
        <p:spPr bwMode="gray">
          <a:xfrm>
            <a:off x="4907514" y="2971853"/>
            <a:ext cx="2368913" cy="2592183"/>
          </a:xfrm>
        </p:spPr>
        <p:txBody>
          <a:bodyPr vert="horz" lIns="0" tIns="0" rIns="0" bIns="0" rtlCol="0">
            <a:noAutofit/>
          </a:bodyPr>
          <a:lstStyle>
            <a:lvl1pPr algn="ctr">
              <a:lnSpc>
                <a:spcPct val="100000"/>
              </a:lnSpc>
              <a:buClrTx/>
              <a:defRPr lang="en-US" sz="1800" b="1" kern="1200" cap="none" baseline="0" dirty="0">
                <a:solidFill>
                  <a:schemeClr val="tx2"/>
                </a:solidFill>
                <a:latin typeface="+mn-lt"/>
                <a:ea typeface="+mn-ea"/>
                <a:cs typeface="+mn-cs"/>
              </a:defRPr>
            </a:lvl1pPr>
            <a:lvl2pPr marL="0" indent="0" algn="ctr">
              <a:spcBef>
                <a:spcPts val="1800"/>
              </a:spcBef>
              <a:buClrTx/>
              <a:buFontTx/>
              <a:buNone/>
              <a:defRPr lang="en-US" sz="1500" baseline="0" dirty="0" smtClean="0">
                <a:solidFill>
                  <a:schemeClr val="tx2"/>
                </a:solidFill>
              </a:defRPr>
            </a:lvl2pPr>
            <a:lvl3pPr marL="171450" indent="0">
              <a:buClrTx/>
              <a:buFont typeface="Arial" panose="020B0604020202020204" pitchFamily="34" charset="0"/>
              <a:buNone/>
              <a:defRPr lang="en-US" sz="1600" baseline="0" dirty="0" smtClean="0">
                <a:solidFill>
                  <a:schemeClr val="tx2"/>
                </a:solidFill>
              </a:defRPr>
            </a:lvl3pPr>
            <a:lvl4pPr>
              <a:buClrTx/>
              <a:defRPr lang="en-US" sz="1600" baseline="0" dirty="0" smtClean="0">
                <a:solidFill>
                  <a:schemeClr val="tx2"/>
                </a:solidFill>
              </a:defRPr>
            </a:lvl4pPr>
            <a:lvl5pPr>
              <a:buClrTx/>
              <a:defRPr lang="en-US" sz="1600" baseline="0" dirty="0">
                <a:solidFill>
                  <a:schemeClr val="tx2"/>
                </a:solidFill>
              </a:defRPr>
            </a:lvl5pPr>
            <a:lvl6pPr>
              <a:buClrTx/>
              <a:defRPr sz="1600" baseline="0">
                <a:solidFill>
                  <a:schemeClr val="tx2"/>
                </a:solidFill>
              </a:defRPr>
            </a:lvl6pPr>
            <a:lvl7pPr>
              <a:buClrTx/>
              <a:defRPr sz="1600" baseline="0">
                <a:solidFill>
                  <a:schemeClr val="tx2"/>
                </a:solidFill>
              </a:defRPr>
            </a:lvl7pPr>
            <a:lvl8pPr>
              <a:buClrTx/>
              <a:defRPr sz="1600" baseline="0">
                <a:solidFill>
                  <a:schemeClr val="tx2"/>
                </a:solidFill>
              </a:defRPr>
            </a:lvl8pPr>
            <a:lvl9pPr>
              <a:buClrTx/>
              <a:defRPr sz="1600">
                <a:solidFill>
                  <a:schemeClr val="tx2"/>
                </a:solidFill>
              </a:defRPr>
            </a:lvl9pPr>
          </a:lstStyle>
          <a:p>
            <a:pPr marL="0" lvl="0" indent="0" algn="ctr" defTabSz="457200" rtl="0" eaLnBrk="1" latinLnBrk="0" hangingPunct="1">
              <a:lnSpc>
                <a:spcPct val="100000"/>
              </a:lnSpc>
              <a:spcBef>
                <a:spcPts val="1800"/>
              </a:spcBef>
              <a:buClrTx/>
              <a:buFont typeface="Arial"/>
              <a:buNone/>
            </a:pPr>
            <a:r>
              <a:rPr lang="en-US"/>
              <a:t>Header</a:t>
            </a:r>
          </a:p>
          <a:p>
            <a:pPr lvl="1"/>
            <a:r>
              <a:rPr lang="en-US"/>
              <a:t>First-level</a:t>
            </a:r>
          </a:p>
        </p:txBody>
      </p:sp>
      <p:sp>
        <p:nvSpPr>
          <p:cNvPr id="24" name="Content Placeholder 3">
            <a:extLst>
              <a:ext uri="{FF2B5EF4-FFF2-40B4-BE49-F238E27FC236}">
                <a16:creationId xmlns:a16="http://schemas.microsoft.com/office/drawing/2014/main" id="{6C89E4A5-6F21-4ECD-BCA6-5B29AF1FC1C0}"/>
              </a:ext>
            </a:extLst>
          </p:cNvPr>
          <p:cNvSpPr>
            <a:spLocks noGrp="1"/>
          </p:cNvSpPr>
          <p:nvPr>
            <p:ph sz="half" idx="18" hasCustomPrompt="1"/>
          </p:nvPr>
        </p:nvSpPr>
        <p:spPr bwMode="gray">
          <a:xfrm>
            <a:off x="8972065" y="2971853"/>
            <a:ext cx="2368913" cy="2592183"/>
          </a:xfrm>
        </p:spPr>
        <p:txBody>
          <a:bodyPr vert="horz" lIns="0" tIns="0" rIns="0" bIns="0" rtlCol="0">
            <a:noAutofit/>
          </a:bodyPr>
          <a:lstStyle>
            <a:lvl1pPr algn="ctr">
              <a:lnSpc>
                <a:spcPct val="100000"/>
              </a:lnSpc>
              <a:buClrTx/>
              <a:defRPr lang="en-US" sz="1800" b="1" cap="none" baseline="0" dirty="0" smtClean="0">
                <a:solidFill>
                  <a:schemeClr val="tx2"/>
                </a:solidFill>
                <a:latin typeface="+mn-lt"/>
              </a:defRPr>
            </a:lvl1pPr>
            <a:lvl2pPr marL="0" indent="0" algn="ctr">
              <a:spcBef>
                <a:spcPts val="1800"/>
              </a:spcBef>
              <a:buClrTx/>
              <a:buFontTx/>
              <a:buNone/>
              <a:defRPr lang="en-US" sz="1500" dirty="0" smtClean="0">
                <a:solidFill>
                  <a:schemeClr val="tx2"/>
                </a:solidFill>
              </a:defRPr>
            </a:lvl2pPr>
            <a:lvl3pPr marL="171450" indent="0">
              <a:buClrTx/>
              <a:buFont typeface="Arial" panose="020B0604020202020204" pitchFamily="34" charset="0"/>
              <a:buNone/>
              <a:defRPr lang="en-US" sz="1600" baseline="0" dirty="0" smtClean="0">
                <a:solidFill>
                  <a:schemeClr val="bg1"/>
                </a:solidFill>
              </a:defRPr>
            </a:lvl3pPr>
            <a:lvl4pPr>
              <a:buClrTx/>
              <a:defRPr lang="en-US" sz="1600" baseline="0" dirty="0" smtClean="0">
                <a:solidFill>
                  <a:schemeClr val="bg1"/>
                </a:solidFill>
              </a:defRPr>
            </a:lvl4pPr>
            <a:lvl5pPr>
              <a:buClrTx/>
              <a:defRPr lang="en-US" sz="1600" baseline="0" dirty="0">
                <a:solidFill>
                  <a:schemeClr val="bg1"/>
                </a:solidFill>
              </a:defRPr>
            </a:lvl5pPr>
            <a:lvl6pPr>
              <a:buClrTx/>
              <a:defRPr sz="1600" baseline="0">
                <a:solidFill>
                  <a:schemeClr val="bg1"/>
                </a:solidFill>
              </a:defRPr>
            </a:lvl6pPr>
            <a:lvl7pPr>
              <a:buClrTx/>
              <a:defRPr sz="1600">
                <a:solidFill>
                  <a:schemeClr val="bg1"/>
                </a:solidFill>
              </a:defRPr>
            </a:lvl7pPr>
            <a:lvl8pPr>
              <a:buClrTx/>
              <a:defRPr sz="1600" baseline="0">
                <a:solidFill>
                  <a:schemeClr val="bg1"/>
                </a:solidFill>
              </a:defRPr>
            </a:lvl8pPr>
            <a:lvl9pPr>
              <a:buClrTx/>
              <a:defRPr sz="1600">
                <a:solidFill>
                  <a:schemeClr val="bg1"/>
                </a:solidFill>
              </a:defRPr>
            </a:lvl9pPr>
          </a:lstStyle>
          <a:p>
            <a:pPr lvl="0"/>
            <a:r>
              <a:rPr lang="en-US"/>
              <a:t>Header</a:t>
            </a:r>
          </a:p>
          <a:p>
            <a:pPr lvl="1"/>
            <a:r>
              <a:rPr lang="en-US"/>
              <a:t>First-level</a:t>
            </a:r>
          </a:p>
        </p:txBody>
      </p:sp>
      <p:sp>
        <p:nvSpPr>
          <p:cNvPr id="11" name="Content Placeholder 8">
            <a:extLst>
              <a:ext uri="{FF2B5EF4-FFF2-40B4-BE49-F238E27FC236}">
                <a16:creationId xmlns:a16="http://schemas.microsoft.com/office/drawing/2014/main" id="{F5E0B0A3-49E5-4641-8D2C-BC31AF6815C4}"/>
              </a:ext>
            </a:extLst>
          </p:cNvPr>
          <p:cNvSpPr txBox="1">
            <a:spLocks/>
          </p:cNvSpPr>
          <p:nvPr userDrawn="1"/>
        </p:nvSpPr>
        <p:spPr>
          <a:xfrm>
            <a:off x="557930"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01B46839-35D8-438B-B7A2-2B753DFD7A66}"/>
              </a:ext>
            </a:extLst>
          </p:cNvPr>
          <p:cNvSpPr txBox="1"/>
          <p:nvPr userDrawn="1"/>
        </p:nvSpPr>
        <p:spPr>
          <a:xfrm>
            <a:off x="859758" y="6425582"/>
            <a:ext cx="8048816" cy="123111"/>
          </a:xfrm>
          <a:prstGeom prst="rect">
            <a:avLst/>
          </a:prstGeom>
          <a:noFill/>
        </p:spPr>
        <p:txBody>
          <a:bodyPr wrap="square" lIns="0" tIns="0" rIns="0" bIns="0" rtlCol="0" anchor="b">
            <a:spAutoFit/>
          </a:bodyPr>
          <a:lstStyle/>
          <a:p>
            <a:r>
              <a:rPr lang="en-US" sz="800">
                <a:solidFill>
                  <a:schemeClr val="tx2"/>
                </a:solidFill>
                <a:latin typeface="+mn-lt"/>
              </a:rPr>
              <a:t>©2024 CVS Health and/or one of its affiliates. Confidential and proprietary.</a:t>
            </a:r>
          </a:p>
        </p:txBody>
      </p:sp>
      <p:pic>
        <p:nvPicPr>
          <p:cNvPr id="12" name="Graphic 11" descr="CVS Health logo.">
            <a:extLst>
              <a:ext uri="{FF2B5EF4-FFF2-40B4-BE49-F238E27FC236}">
                <a16:creationId xmlns:a16="http://schemas.microsoft.com/office/drawing/2014/main" id="{DE198919-F3A5-469C-A629-47C58263767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103165492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and image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a:t>
            </a:r>
            <a:br>
              <a:rPr lang="en-US"/>
            </a:br>
            <a:r>
              <a:rPr lang="en-US"/>
              <a:t>for image and text slide</a:t>
            </a:r>
          </a:p>
        </p:txBody>
      </p:sp>
      <p:sp>
        <p:nvSpPr>
          <p:cNvPr id="6" name="Content Placeholder 2"/>
          <p:cNvSpPr>
            <a:spLocks noGrp="1"/>
          </p:cNvSpPr>
          <p:nvPr>
            <p:ph idx="1" hasCustomPrompt="1"/>
          </p:nvPr>
        </p:nvSpPr>
        <p:spPr bwMode="gray">
          <a:xfrm>
            <a:off x="557929" y="1765300"/>
            <a:ext cx="4884168" cy="3977640"/>
          </a:xfrm>
        </p:spPr>
        <p:txBody>
          <a:bodyPr/>
          <a:lstStyle>
            <a:lvl1pPr>
              <a:defRPr cap="none" baseline="0">
                <a:solidFill>
                  <a:schemeClr val="tx2"/>
                </a:solidFill>
              </a:defRPr>
            </a:lvl1pPr>
            <a:lvl2pPr>
              <a:defRPr baseline="0">
                <a:solidFill>
                  <a:schemeClr val="tx2"/>
                </a:solidFill>
              </a:defRPr>
            </a:lvl2pPr>
            <a:lvl3pPr>
              <a:defRPr>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609600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pic>
        <p:nvPicPr>
          <p:cNvPr id="5" name="Graphic 4" descr="CVS Health logo in white.">
            <a:extLst>
              <a:ext uri="{FF2B5EF4-FFF2-40B4-BE49-F238E27FC236}">
                <a16:creationId xmlns:a16="http://schemas.microsoft.com/office/drawing/2014/main" id="{8163FE3F-97F2-42A9-B07A-B67697B4DB0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306080741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and image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33589" y="530351"/>
            <a:ext cx="4884168" cy="713232"/>
          </a:xfrm>
        </p:spPr>
        <p:txBody>
          <a:bodyPr/>
          <a:lstStyle>
            <a:lvl1pPr>
              <a:defRPr>
                <a:solidFill>
                  <a:schemeClr val="tx2"/>
                </a:solidFill>
              </a:defRPr>
            </a:lvl1pPr>
          </a:lstStyle>
          <a:p>
            <a:r>
              <a:rPr lang="en-US"/>
              <a:t>Click to add title </a:t>
            </a:r>
            <a:br>
              <a:rPr lang="en-US"/>
            </a:br>
            <a:r>
              <a:rPr lang="en-US"/>
              <a:t>for image and text slide</a:t>
            </a:r>
          </a:p>
        </p:txBody>
      </p:sp>
      <p:sp>
        <p:nvSpPr>
          <p:cNvPr id="6" name="Content Placeholder 2"/>
          <p:cNvSpPr>
            <a:spLocks noGrp="1"/>
          </p:cNvSpPr>
          <p:nvPr>
            <p:ph idx="1" hasCustomPrompt="1"/>
          </p:nvPr>
        </p:nvSpPr>
        <p:spPr bwMode="gray">
          <a:xfrm>
            <a:off x="6740693" y="1765300"/>
            <a:ext cx="4884168" cy="3977640"/>
          </a:xfrm>
        </p:spPr>
        <p:txBody>
          <a:bodyPr/>
          <a:lstStyle>
            <a:lvl1pPr>
              <a:buClrTx/>
              <a:defRPr cap="none" baseline="0">
                <a:solidFill>
                  <a:schemeClr val="tx2"/>
                </a:solidFill>
              </a:defRPr>
            </a:lvl1pPr>
            <a:lvl2pPr>
              <a:buClrTx/>
              <a:defRPr>
                <a:solidFill>
                  <a:schemeClr val="tx2"/>
                </a:solidFill>
              </a:defRPr>
            </a:lvl2pPr>
            <a:lvl3pPr>
              <a:buClrTx/>
              <a:defRPr>
                <a:solidFill>
                  <a:schemeClr val="tx2"/>
                </a:solidFill>
              </a:defRPr>
            </a:lvl3pPr>
            <a:lvl4pPr>
              <a:buClrTx/>
              <a:defRPr>
                <a:solidFill>
                  <a:schemeClr val="tx2"/>
                </a:solidFill>
              </a:defRPr>
            </a:lvl4pPr>
            <a:lvl5pPr>
              <a:buClrTx/>
              <a:defRPr>
                <a:solidFill>
                  <a:schemeClr val="tx2"/>
                </a:solidFill>
              </a:defRPr>
            </a:lvl5pPr>
            <a:lvl6pPr>
              <a:buClrTx/>
              <a:defRPr/>
            </a:lvl6pPr>
            <a:lvl7pPr>
              <a:buClrTx/>
              <a:defRPr/>
            </a:lvl7pPr>
            <a:lvl8pPr>
              <a:buClrTx/>
              <a:defRPr/>
            </a:lvl8pPr>
            <a:lvl9pPr>
              <a:buClrTx/>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spTree>
    <p:extLst>
      <p:ext uri="{BB962C8B-B14F-4D97-AF65-F5344CB8AC3E}">
        <p14:creationId xmlns:p14="http://schemas.microsoft.com/office/powerpoint/2010/main" val="379238265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and Infographic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text and infographic</a:t>
            </a:r>
          </a:p>
        </p:txBody>
      </p:sp>
      <p:sp>
        <p:nvSpPr>
          <p:cNvPr id="6" name="Content Placeholder 2"/>
          <p:cNvSpPr>
            <a:spLocks noGrp="1"/>
          </p:cNvSpPr>
          <p:nvPr>
            <p:ph idx="1" hasCustomPrompt="1"/>
          </p:nvPr>
        </p:nvSpPr>
        <p:spPr bwMode="gray">
          <a:xfrm>
            <a:off x="557929" y="1767532"/>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8" name="Rectangle 7">
            <a:extLst>
              <a:ext uri="{FF2B5EF4-FFF2-40B4-BE49-F238E27FC236}">
                <a16:creationId xmlns:a16="http://schemas.microsoft.com/office/drawing/2014/main" id="{65139F72-CEC0-495F-8477-192D60A880E2}"/>
              </a:ext>
            </a:extLst>
          </p:cNvPr>
          <p:cNvSpPr/>
          <p:nvPr userDrawn="1"/>
        </p:nvSpPr>
        <p:spPr>
          <a:xfrm>
            <a:off x="6096000" y="0"/>
            <a:ext cx="609600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pic>
        <p:nvPicPr>
          <p:cNvPr id="7" name="Graphic 6" descr="CVS Health logo.">
            <a:extLst>
              <a:ext uri="{FF2B5EF4-FFF2-40B4-BE49-F238E27FC236}">
                <a16:creationId xmlns:a16="http://schemas.microsoft.com/office/drawing/2014/main" id="{B59DA53D-FB46-42C9-9A73-236B2FE105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63409072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and Infographic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33589" y="530351"/>
            <a:ext cx="4884168" cy="713232"/>
          </a:xfrm>
        </p:spPr>
        <p:txBody>
          <a:bodyPr/>
          <a:lstStyle>
            <a:lvl1pPr>
              <a:defRPr>
                <a:solidFill>
                  <a:schemeClr val="tx2"/>
                </a:solidFill>
              </a:defRPr>
            </a:lvl1pPr>
          </a:lstStyle>
          <a:p>
            <a:r>
              <a:rPr lang="en-US"/>
              <a:t>Click to add title for text and infographic</a:t>
            </a:r>
          </a:p>
        </p:txBody>
      </p:sp>
      <p:sp>
        <p:nvSpPr>
          <p:cNvPr id="6" name="Content Placeholder 2"/>
          <p:cNvSpPr>
            <a:spLocks noGrp="1"/>
          </p:cNvSpPr>
          <p:nvPr>
            <p:ph idx="1" hasCustomPrompt="1"/>
          </p:nvPr>
        </p:nvSpPr>
        <p:spPr bwMode="gray">
          <a:xfrm>
            <a:off x="6740693" y="1765300"/>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7" name="Rectangle 6">
            <a:extLst>
              <a:ext uri="{FF2B5EF4-FFF2-40B4-BE49-F238E27FC236}">
                <a16:creationId xmlns:a16="http://schemas.microsoft.com/office/drawing/2014/main" id="{65139F72-CEC0-495F-8477-192D60A880E2}"/>
              </a:ext>
            </a:extLst>
          </p:cNvPr>
          <p:cNvSpPr/>
          <p:nvPr userDrawn="1"/>
        </p:nvSpPr>
        <p:spPr>
          <a:xfrm>
            <a:off x="-1" y="0"/>
            <a:ext cx="609600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8" name="Content Placeholder 8">
            <a:extLst>
              <a:ext uri="{FF2B5EF4-FFF2-40B4-BE49-F238E27FC236}">
                <a16:creationId xmlns:a16="http://schemas.microsoft.com/office/drawing/2014/main" id="{CB4B9DEE-1CF0-47D1-934E-DB4356D62FF1}"/>
              </a:ext>
            </a:extLst>
          </p:cNvPr>
          <p:cNvSpPr txBox="1">
            <a:spLocks/>
          </p:cNvSpPr>
          <p:nvPr userDrawn="1"/>
        </p:nvSpPr>
        <p:spPr>
          <a:xfrm>
            <a:off x="557930"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11" name="Content Placeholder 8">
            <a:extLst>
              <a:ext uri="{FF2B5EF4-FFF2-40B4-BE49-F238E27FC236}">
                <a16:creationId xmlns:a16="http://schemas.microsoft.com/office/drawing/2014/main" id="{F35D44D1-CF2C-4331-B380-083F7ABF73CB}"/>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tx2"/>
                </a:solidFill>
                <a:latin typeface="+mn-lt"/>
                <a:cs typeface="Arial" panose="020B0604020202020204" pitchFamily="34" charset="0"/>
              </a:rPr>
              <a:t>©2024 CVS Health and/or one of its affiliates. Confidential and proprietary.</a:t>
            </a:r>
          </a:p>
        </p:txBody>
      </p:sp>
    </p:spTree>
    <p:extLst>
      <p:ext uri="{BB962C8B-B14F-4D97-AF65-F5344CB8AC3E}">
        <p14:creationId xmlns:p14="http://schemas.microsoft.com/office/powerpoint/2010/main" val="58733660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and Infographic Right 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272A0B-3F66-4BE5-ABC2-DBBCAA26670E}"/>
              </a:ext>
            </a:extLst>
          </p:cNvPr>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text and infographic</a:t>
            </a:r>
          </a:p>
        </p:txBody>
      </p:sp>
      <p:sp>
        <p:nvSpPr>
          <p:cNvPr id="4" name="Content Placeholder 2">
            <a:extLst>
              <a:ext uri="{FF2B5EF4-FFF2-40B4-BE49-F238E27FC236}">
                <a16:creationId xmlns:a16="http://schemas.microsoft.com/office/drawing/2014/main" id="{1964CD8D-F9FC-4E28-9F6A-6AB51FF354D5}"/>
              </a:ext>
            </a:extLst>
          </p:cNvPr>
          <p:cNvSpPr>
            <a:spLocks noGrp="1"/>
          </p:cNvSpPr>
          <p:nvPr>
            <p:ph idx="1" hasCustomPrompt="1"/>
          </p:nvPr>
        </p:nvSpPr>
        <p:spPr bwMode="gray">
          <a:xfrm>
            <a:off x="557929" y="1767532"/>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5" name="Rectangle 4">
            <a:extLst>
              <a:ext uri="{FF2B5EF4-FFF2-40B4-BE49-F238E27FC236}">
                <a16:creationId xmlns:a16="http://schemas.microsoft.com/office/drawing/2014/main" id="{2AA3D8E1-3CCE-42A5-88D6-38F615FADD4D}"/>
              </a:ext>
            </a:extLst>
          </p:cNvPr>
          <p:cNvSpPr/>
          <p:nvPr userDrawn="1"/>
        </p:nvSpPr>
        <p:spPr>
          <a:xfrm>
            <a:off x="6096000" y="0"/>
            <a:ext cx="609600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pic>
        <p:nvPicPr>
          <p:cNvPr id="6" name="Graphic 5" descr="CVS Health logo.">
            <a:extLst>
              <a:ext uri="{FF2B5EF4-FFF2-40B4-BE49-F238E27FC236}">
                <a16:creationId xmlns:a16="http://schemas.microsoft.com/office/drawing/2014/main" id="{C97A688A-13B1-4480-9A65-4362859FCDA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257161900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and infographic Left 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61167E6-91BB-4319-852F-02EF2DA543CE}"/>
              </a:ext>
            </a:extLst>
          </p:cNvPr>
          <p:cNvSpPr>
            <a:spLocks noGrp="1"/>
          </p:cNvSpPr>
          <p:nvPr>
            <p:ph type="title" hasCustomPrompt="1"/>
          </p:nvPr>
        </p:nvSpPr>
        <p:spPr>
          <a:xfrm>
            <a:off x="6733589" y="530351"/>
            <a:ext cx="4884168" cy="713232"/>
          </a:xfrm>
        </p:spPr>
        <p:txBody>
          <a:bodyPr/>
          <a:lstStyle>
            <a:lvl1pPr>
              <a:defRPr>
                <a:solidFill>
                  <a:schemeClr val="tx2"/>
                </a:solidFill>
              </a:defRPr>
            </a:lvl1pPr>
          </a:lstStyle>
          <a:p>
            <a:r>
              <a:rPr lang="en-US"/>
              <a:t>Click to add title for text and infographic</a:t>
            </a:r>
          </a:p>
        </p:txBody>
      </p:sp>
      <p:sp>
        <p:nvSpPr>
          <p:cNvPr id="4" name="Content Placeholder 2">
            <a:extLst>
              <a:ext uri="{FF2B5EF4-FFF2-40B4-BE49-F238E27FC236}">
                <a16:creationId xmlns:a16="http://schemas.microsoft.com/office/drawing/2014/main" id="{69A642C1-A41C-40AD-BDFB-B8D181AC8784}"/>
              </a:ext>
            </a:extLst>
          </p:cNvPr>
          <p:cNvSpPr>
            <a:spLocks noGrp="1"/>
          </p:cNvSpPr>
          <p:nvPr>
            <p:ph idx="1" hasCustomPrompt="1"/>
          </p:nvPr>
        </p:nvSpPr>
        <p:spPr bwMode="gray">
          <a:xfrm>
            <a:off x="6740693" y="1765300"/>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5" name="Rectangle 4">
            <a:extLst>
              <a:ext uri="{FF2B5EF4-FFF2-40B4-BE49-F238E27FC236}">
                <a16:creationId xmlns:a16="http://schemas.microsoft.com/office/drawing/2014/main" id="{12FD3486-B3F5-43BE-9108-5DEA0679272C}"/>
              </a:ext>
            </a:extLst>
          </p:cNvPr>
          <p:cNvSpPr/>
          <p:nvPr userDrawn="1"/>
        </p:nvSpPr>
        <p:spPr>
          <a:xfrm>
            <a:off x="-1" y="0"/>
            <a:ext cx="609600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8" name="Content Placeholder 8">
            <a:extLst>
              <a:ext uri="{FF2B5EF4-FFF2-40B4-BE49-F238E27FC236}">
                <a16:creationId xmlns:a16="http://schemas.microsoft.com/office/drawing/2014/main" id="{535CA040-9CF0-49AA-B5D4-DC4BFA2479C1}"/>
              </a:ext>
            </a:extLst>
          </p:cNvPr>
          <p:cNvSpPr txBox="1">
            <a:spLocks/>
          </p:cNvSpPr>
          <p:nvPr userDrawn="1"/>
        </p:nvSpPr>
        <p:spPr>
          <a:xfrm>
            <a:off x="557930"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7" name="Content Placeholder 8">
            <a:extLst>
              <a:ext uri="{FF2B5EF4-FFF2-40B4-BE49-F238E27FC236}">
                <a16:creationId xmlns:a16="http://schemas.microsoft.com/office/drawing/2014/main" id="{3B4598AE-016B-45A4-877F-62C42E458969}"/>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tx2"/>
                </a:solidFill>
                <a:latin typeface="+mn-lt"/>
                <a:cs typeface="Arial" panose="020B0604020202020204" pitchFamily="34" charset="0"/>
              </a:rPr>
              <a:t>©2024 CVS Health and/or one of its affiliates. Confidential and proprietary.</a:t>
            </a:r>
          </a:p>
        </p:txBody>
      </p:sp>
    </p:spTree>
    <p:extLst>
      <p:ext uri="{BB962C8B-B14F-4D97-AF65-F5344CB8AC3E}">
        <p14:creationId xmlns:p14="http://schemas.microsoft.com/office/powerpoint/2010/main" val="90928875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Quote or high impact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1764792"/>
            <a:ext cx="4701240" cy="1463040"/>
          </a:xfrm>
        </p:spPr>
        <p:txBody>
          <a:bodyPr rIns="0" anchor="b"/>
          <a:lstStyle>
            <a:lvl1pPr marL="171450" indent="-171450">
              <a:lnSpc>
                <a:spcPct val="95000"/>
              </a:lnSpc>
              <a:tabLst>
                <a:tab pos="171450" algn="l"/>
              </a:tabLst>
              <a:defRPr>
                <a:solidFill>
                  <a:schemeClr val="tx2"/>
                </a:solidFill>
              </a:defRPr>
            </a:lvl1pPr>
          </a:lstStyle>
          <a:p>
            <a:r>
              <a:rPr lang="en-US"/>
              <a:t>“	Click to add quote with image. Image should reflect the content of the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713418" y="3590383"/>
            <a:ext cx="4573191" cy="161925"/>
          </a:xfrm>
          <a:prstGeom prst="rect">
            <a:avLst/>
          </a:prstGeom>
          <a:noFill/>
        </p:spPr>
        <p:txBody>
          <a:bodyPr>
            <a:noAutofit/>
          </a:bodyPr>
          <a:lstStyle>
            <a:lvl1pPr>
              <a:defRPr sz="1300" cap="none" baseline="0">
                <a:solidFill>
                  <a:schemeClr val="tx2"/>
                </a:solidFill>
              </a:defRPr>
            </a:lvl1pPr>
          </a:lstStyle>
          <a:p>
            <a:pPr lvl="0"/>
            <a:r>
              <a:rPr lang="en-US"/>
              <a:t>Click to add author</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609600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pic>
        <p:nvPicPr>
          <p:cNvPr id="5" name="Graphic 4" descr="CVS Health logo in white.">
            <a:extLst>
              <a:ext uri="{FF2B5EF4-FFF2-40B4-BE49-F238E27FC236}">
                <a16:creationId xmlns:a16="http://schemas.microsoft.com/office/drawing/2014/main" id="{5C21479B-88BC-46B4-90DB-3F9721D742E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129904982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Quote or high impac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12868" y="2180108"/>
            <a:ext cx="7170763" cy="1463040"/>
          </a:xfrm>
        </p:spPr>
        <p:txBody>
          <a:bodyPr rIns="0"/>
          <a:lstStyle>
            <a:lvl1pPr>
              <a:defRPr>
                <a:solidFill>
                  <a:schemeClr val="tx2"/>
                </a:solidFill>
              </a:defRPr>
            </a:lvl1pPr>
          </a:lstStyle>
          <a:p>
            <a:r>
              <a:rPr lang="en-US"/>
              <a:t>Click to add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2512867" y="4020922"/>
            <a:ext cx="4573191" cy="161925"/>
          </a:xfrm>
          <a:prstGeom prst="rect">
            <a:avLst/>
          </a:prstGeom>
          <a:noFill/>
        </p:spPr>
        <p:txBody>
          <a:bodyPr>
            <a:noAutofit/>
          </a:bodyPr>
          <a:lstStyle>
            <a:lvl1pPr>
              <a:defRPr sz="1300" cap="all" baseline="0">
                <a:solidFill>
                  <a:schemeClr val="tx2"/>
                </a:solidFill>
              </a:defRPr>
            </a:lvl1pPr>
          </a:lstStyle>
          <a:p>
            <a:pPr lvl="0"/>
            <a:r>
              <a:rPr lang="en-US"/>
              <a:t>click to add AUTHOR</a:t>
            </a:r>
          </a:p>
        </p:txBody>
      </p:sp>
    </p:spTree>
    <p:extLst>
      <p:ext uri="{BB962C8B-B14F-4D97-AF65-F5344CB8AC3E}">
        <p14:creationId xmlns:p14="http://schemas.microsoft.com/office/powerpoint/2010/main" val="111260498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Next step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5CE5400-9551-4441-A3A1-727FA1855083}"/>
              </a:ext>
            </a:extLst>
          </p:cNvPr>
          <p:cNvSpPr>
            <a:spLocks noGrp="1"/>
          </p:cNvSpPr>
          <p:nvPr>
            <p:ph type="title" hasCustomPrompt="1"/>
          </p:nvPr>
        </p:nvSpPr>
        <p:spPr>
          <a:xfrm>
            <a:off x="557929" y="530351"/>
            <a:ext cx="9667726" cy="713232"/>
          </a:xfrm>
        </p:spPr>
        <p:txBody>
          <a:bodyPr/>
          <a:lstStyle>
            <a:lvl1pPr>
              <a:defRPr sz="4800">
                <a:solidFill>
                  <a:schemeClr val="accent6"/>
                </a:solidFill>
              </a:defRPr>
            </a:lvl1pPr>
          </a:lstStyle>
          <a:p>
            <a:r>
              <a:rPr lang="en-US"/>
              <a:t>Next steps</a:t>
            </a:r>
          </a:p>
        </p:txBody>
      </p:sp>
      <p:sp>
        <p:nvSpPr>
          <p:cNvPr id="5" name="Content Placeholder 2"/>
          <p:cNvSpPr>
            <a:spLocks noGrp="1"/>
          </p:cNvSpPr>
          <p:nvPr>
            <p:ph sz="half" idx="1" hasCustomPrompt="1"/>
          </p:nvPr>
        </p:nvSpPr>
        <p:spPr bwMode="gray">
          <a:xfrm>
            <a:off x="1970635" y="2110424"/>
            <a:ext cx="2506109" cy="3630620"/>
          </a:xfrm>
        </p:spPr>
        <p:txBody>
          <a:bodyPr vert="horz" lIns="0" tIns="0" rIns="0" bIns="0" rtlCol="0">
            <a:noAutofit/>
          </a:bodyPr>
          <a:lstStyle>
            <a:lvl1pPr algn="ctr">
              <a:lnSpc>
                <a:spcPct val="100000"/>
              </a:lnSpc>
              <a:buClrTx/>
              <a:defRPr lang="en-US" sz="3200" b="1" kern="1200" cap="none" baseline="0" dirty="0">
                <a:solidFill>
                  <a:schemeClr val="accent2"/>
                </a:solidFill>
                <a:latin typeface="+mn-lt"/>
                <a:ea typeface="+mn-ea"/>
                <a:cs typeface="+mn-cs"/>
              </a:defRPr>
            </a:lvl1pPr>
            <a:lvl2pPr marL="0" indent="0" algn="ctr">
              <a:spcBef>
                <a:spcPts val="4200"/>
              </a:spcBef>
              <a:buClrTx/>
              <a:buNone/>
              <a:defRPr lang="en-US" sz="1300" dirty="0" smtClean="0">
                <a:solidFill>
                  <a:schemeClr val="tx2"/>
                </a:solidFill>
              </a:defRPr>
            </a:lvl2pPr>
            <a:lvl3pPr marL="174625" indent="-174625" algn="l">
              <a:spcBef>
                <a:spcPts val="1200"/>
              </a:spcBef>
              <a:buClrTx/>
              <a:buFont typeface="Arial" panose="020B0604020202020204" pitchFamily="34" charset="0"/>
              <a:buChar char="•"/>
              <a:defRPr lang="en-US" sz="1300" baseline="0" dirty="0" smtClean="0">
                <a:solidFill>
                  <a:schemeClr val="tx2"/>
                </a:solidFill>
              </a:defRPr>
            </a:lvl3pPr>
            <a:lvl4pPr marL="347663" indent="-173038" algn="l">
              <a:buClrTx/>
              <a:buFont typeface="Arial" panose="020B0604020202020204" pitchFamily="34" charset="0"/>
              <a:buChar char="–"/>
              <a:defRPr lang="en-US" sz="1300" baseline="0" dirty="0" smtClean="0">
                <a:solidFill>
                  <a:schemeClr val="tx2"/>
                </a:solidFill>
              </a:defRPr>
            </a:lvl4pPr>
            <a:lvl5pPr marL="511175" indent="-163513" algn="l">
              <a:buClrTx/>
              <a:buFont typeface="Arial" panose="020B0604020202020204" pitchFamily="34" charset="0"/>
              <a:buChar char="•"/>
              <a:defRPr lang="en-US" sz="1300" dirty="0">
                <a:solidFill>
                  <a:schemeClr val="tx2"/>
                </a:solidFill>
              </a:defRPr>
            </a:lvl5pPr>
            <a:lvl6pPr marL="685800" indent="-174625" algn="l">
              <a:buClrTx/>
              <a:buFont typeface="Arial" panose="020B0604020202020204" pitchFamily="34" charset="0"/>
              <a:buChar char="–"/>
              <a:defRPr sz="1300" baseline="0">
                <a:solidFill>
                  <a:schemeClr val="tx2"/>
                </a:solidFill>
              </a:defRPr>
            </a:lvl6pPr>
            <a:lvl7pPr marL="860425" indent="-173038" algn="l">
              <a:buClrTx/>
              <a:buFont typeface="Arial" panose="020B0604020202020204" pitchFamily="34" charset="0"/>
              <a:buChar char="•"/>
              <a:defRPr sz="1300"/>
            </a:lvl7pPr>
            <a:lvl8pPr marL="1031875" indent="-171450" algn="l">
              <a:buClrTx/>
              <a:buFont typeface="Arial" panose="020B0604020202020204" pitchFamily="34" charset="0"/>
              <a:buChar char="–"/>
              <a:defRPr sz="1300"/>
            </a:lvl8pPr>
            <a:lvl9pPr marL="1203325" indent="-171450" algn="l">
              <a:buClrTx/>
              <a:buFont typeface="Arial" panose="020B0604020202020204" pitchFamily="34" charset="0"/>
              <a:buChar char="•"/>
              <a:defRPr sz="1300"/>
            </a:lvl9pPr>
          </a:lstStyle>
          <a:p>
            <a:pPr marL="0" lvl="0" indent="0" algn="ctr" defTabSz="457200" rtl="0" eaLnBrk="1" latinLnBrk="0" hangingPunct="1">
              <a:lnSpc>
                <a:spcPct val="108000"/>
              </a:lnSpc>
              <a:spcBef>
                <a:spcPts val="1800"/>
              </a:spcBef>
              <a:buClrTx/>
              <a:buFont typeface="Arial"/>
              <a:buNone/>
            </a:pPr>
            <a:r>
              <a:rPr lang="en-US"/>
              <a:t>1</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
        <p:nvSpPr>
          <p:cNvPr id="6" name="Content Placeholder 2"/>
          <p:cNvSpPr>
            <a:spLocks noGrp="1"/>
          </p:cNvSpPr>
          <p:nvPr>
            <p:ph sz="half" idx="10" hasCustomPrompt="1"/>
          </p:nvPr>
        </p:nvSpPr>
        <p:spPr bwMode="gray">
          <a:xfrm>
            <a:off x="4820143" y="2110424"/>
            <a:ext cx="2506109" cy="3630620"/>
          </a:xfrm>
        </p:spPr>
        <p:txBody>
          <a:bodyPr vert="horz" lIns="0" tIns="0" rIns="0" bIns="0" rtlCol="0">
            <a:noAutofit/>
          </a:bodyPr>
          <a:lstStyle>
            <a:lvl1pPr algn="ctr">
              <a:lnSpc>
                <a:spcPct val="100000"/>
              </a:lnSpc>
              <a:buClrTx/>
              <a:defRPr lang="en-US" sz="3200" b="1" kern="1200" cap="none" baseline="0" dirty="0">
                <a:solidFill>
                  <a:schemeClr val="accent2"/>
                </a:solidFill>
                <a:latin typeface="+mn-lt"/>
                <a:ea typeface="+mn-ea"/>
                <a:cs typeface="+mn-cs"/>
              </a:defRPr>
            </a:lvl1pPr>
            <a:lvl2pPr marL="0" indent="0" algn="ctr">
              <a:spcBef>
                <a:spcPts val="4200"/>
              </a:spcBef>
              <a:buClrTx/>
              <a:buNone/>
              <a:defRPr lang="en-US" sz="1300" dirty="0" smtClean="0">
                <a:solidFill>
                  <a:schemeClr val="tx2"/>
                </a:solidFill>
              </a:defRPr>
            </a:lvl2pPr>
            <a:lvl3pPr marL="174625" indent="-174625" algn="l">
              <a:spcBef>
                <a:spcPts val="1200"/>
              </a:spcBef>
              <a:buClrTx/>
              <a:buFont typeface="Arial" panose="020B0604020202020204" pitchFamily="34" charset="0"/>
              <a:buChar char="•"/>
              <a:defRPr lang="en-US" sz="1300" baseline="0" dirty="0" smtClean="0">
                <a:solidFill>
                  <a:schemeClr val="tx2"/>
                </a:solidFill>
              </a:defRPr>
            </a:lvl3pPr>
            <a:lvl4pPr marL="347663" indent="-173038" algn="l">
              <a:buClrTx/>
              <a:buFont typeface="Arial" panose="020B0604020202020204" pitchFamily="34" charset="0"/>
              <a:buChar char="–"/>
              <a:defRPr lang="en-US" sz="1300" baseline="0" dirty="0" smtClean="0">
                <a:solidFill>
                  <a:schemeClr val="tx2"/>
                </a:solidFill>
              </a:defRPr>
            </a:lvl4pPr>
            <a:lvl5pPr marL="511175" indent="-163513" algn="l">
              <a:buClrTx/>
              <a:buFont typeface="Arial" panose="020B0604020202020204" pitchFamily="34" charset="0"/>
              <a:buChar char="•"/>
              <a:defRPr lang="en-US" sz="1300" dirty="0">
                <a:solidFill>
                  <a:schemeClr val="tx2"/>
                </a:solidFill>
              </a:defRPr>
            </a:lvl5pPr>
            <a:lvl6pPr marL="685800" indent="-174625" algn="l">
              <a:buClrTx/>
              <a:buFont typeface="Arial" panose="020B0604020202020204" pitchFamily="34" charset="0"/>
              <a:buChar char="–"/>
              <a:defRPr sz="1300" baseline="0">
                <a:solidFill>
                  <a:schemeClr val="tx2"/>
                </a:solidFill>
              </a:defRPr>
            </a:lvl6pPr>
            <a:lvl7pPr marL="860425" indent="-173038" algn="l">
              <a:buClrTx/>
              <a:buFont typeface="Arial" panose="020B0604020202020204" pitchFamily="34" charset="0"/>
              <a:buChar char="•"/>
              <a:defRPr sz="1300"/>
            </a:lvl7pPr>
            <a:lvl8pPr marL="1031875" indent="-171450" algn="l">
              <a:buClrTx/>
              <a:buFont typeface="Arial" panose="020B0604020202020204" pitchFamily="34" charset="0"/>
              <a:buChar char="–"/>
              <a:defRPr sz="1300"/>
            </a:lvl8pPr>
            <a:lvl9pPr marL="1203325" indent="-171450" algn="l">
              <a:buClrTx/>
              <a:buFont typeface="Arial" panose="020B0604020202020204" pitchFamily="34" charset="0"/>
              <a:buChar char="•"/>
              <a:defRPr sz="1300"/>
            </a:lvl9pPr>
          </a:lstStyle>
          <a:p>
            <a:pPr marL="0" lvl="0" indent="0" algn="ctr" defTabSz="457200" rtl="0" eaLnBrk="1" latinLnBrk="0" hangingPunct="1">
              <a:lnSpc>
                <a:spcPct val="108000"/>
              </a:lnSpc>
              <a:spcBef>
                <a:spcPts val="1800"/>
              </a:spcBef>
              <a:buClrTx/>
              <a:buFont typeface="Arial"/>
              <a:buNone/>
            </a:pPr>
            <a:r>
              <a:rPr lang="en-US"/>
              <a:t>2</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
        <p:nvSpPr>
          <p:cNvPr id="10" name="Content Placeholder 2"/>
          <p:cNvSpPr>
            <a:spLocks noGrp="1"/>
          </p:cNvSpPr>
          <p:nvPr>
            <p:ph sz="half" idx="11" hasCustomPrompt="1"/>
          </p:nvPr>
        </p:nvSpPr>
        <p:spPr bwMode="gray">
          <a:xfrm>
            <a:off x="7664668" y="2110424"/>
            <a:ext cx="2506109" cy="3630620"/>
          </a:xfrm>
        </p:spPr>
        <p:txBody>
          <a:bodyPr vert="horz" lIns="0" tIns="0" rIns="0" bIns="0" rtlCol="0">
            <a:noAutofit/>
          </a:bodyPr>
          <a:lstStyle>
            <a:lvl1pPr algn="ctr">
              <a:lnSpc>
                <a:spcPct val="105000"/>
              </a:lnSpc>
              <a:buClrTx/>
              <a:defRPr lang="en-US" sz="3200" b="1" kern="1200" cap="none" baseline="0" dirty="0">
                <a:solidFill>
                  <a:schemeClr val="accent2"/>
                </a:solidFill>
                <a:latin typeface="+mn-lt"/>
                <a:ea typeface="+mn-ea"/>
                <a:cs typeface="+mn-cs"/>
              </a:defRPr>
            </a:lvl1pPr>
            <a:lvl2pPr marL="0" indent="0" algn="ctr">
              <a:spcBef>
                <a:spcPts val="4200"/>
              </a:spcBef>
              <a:buClrTx/>
              <a:buNone/>
              <a:defRPr lang="en-US" sz="1300" dirty="0" smtClean="0">
                <a:solidFill>
                  <a:schemeClr val="tx2"/>
                </a:solidFill>
              </a:defRPr>
            </a:lvl2pPr>
            <a:lvl3pPr marL="174625" indent="-174625" algn="l">
              <a:spcBef>
                <a:spcPts val="1200"/>
              </a:spcBef>
              <a:buClrTx/>
              <a:buFont typeface="Arial" panose="020B0604020202020204" pitchFamily="34" charset="0"/>
              <a:buChar char="•"/>
              <a:defRPr lang="en-US" sz="1300" baseline="0" dirty="0" smtClean="0">
                <a:solidFill>
                  <a:schemeClr val="tx2"/>
                </a:solidFill>
              </a:defRPr>
            </a:lvl3pPr>
            <a:lvl4pPr marL="347663" indent="-173038" algn="l">
              <a:buClrTx/>
              <a:buFont typeface="Arial" panose="020B0604020202020204" pitchFamily="34" charset="0"/>
              <a:buChar char="–"/>
              <a:defRPr lang="en-US" sz="1300" baseline="0" dirty="0" smtClean="0">
                <a:solidFill>
                  <a:schemeClr val="tx2"/>
                </a:solidFill>
              </a:defRPr>
            </a:lvl4pPr>
            <a:lvl5pPr marL="511175" indent="-163513" algn="l">
              <a:buClrTx/>
              <a:buFont typeface="Arial" panose="020B0604020202020204" pitchFamily="34" charset="0"/>
              <a:buChar char="•"/>
              <a:defRPr lang="en-US" sz="1300" dirty="0">
                <a:solidFill>
                  <a:schemeClr val="tx2"/>
                </a:solidFill>
              </a:defRPr>
            </a:lvl5pPr>
            <a:lvl6pPr marL="685800" indent="-174625" algn="l">
              <a:buClrTx/>
              <a:buFont typeface="Arial" panose="020B0604020202020204" pitchFamily="34" charset="0"/>
              <a:buChar char="–"/>
              <a:defRPr sz="1300" baseline="0">
                <a:solidFill>
                  <a:schemeClr val="tx2"/>
                </a:solidFill>
              </a:defRPr>
            </a:lvl6pPr>
            <a:lvl7pPr marL="860425" indent="-173038" algn="l">
              <a:buClrTx/>
              <a:buFont typeface="Arial" panose="020B0604020202020204" pitchFamily="34" charset="0"/>
              <a:buChar char="•"/>
              <a:defRPr sz="1300"/>
            </a:lvl7pPr>
            <a:lvl8pPr marL="1031875" indent="-171450" algn="l">
              <a:buClrTx/>
              <a:buFont typeface="Arial" panose="020B0604020202020204" pitchFamily="34" charset="0"/>
              <a:buChar char="–"/>
              <a:defRPr sz="1300"/>
            </a:lvl8pPr>
            <a:lvl9pPr marL="1203325" indent="-171450" algn="l">
              <a:buClrTx/>
              <a:buFont typeface="Arial" panose="020B0604020202020204" pitchFamily="34" charset="0"/>
              <a:buChar char="•"/>
              <a:defRPr sz="1300"/>
            </a:lvl9pPr>
          </a:lstStyle>
          <a:p>
            <a:pPr marL="0" lvl="0" indent="0" algn="ctr" defTabSz="457200" rtl="0" eaLnBrk="1" latinLnBrk="0" hangingPunct="1">
              <a:lnSpc>
                <a:spcPct val="108000"/>
              </a:lnSpc>
              <a:spcBef>
                <a:spcPts val="1800"/>
              </a:spcBef>
              <a:buClrTx/>
              <a:buFont typeface="Arial"/>
              <a:buNone/>
            </a:pPr>
            <a:r>
              <a:rPr lang="en-US"/>
              <a:t>3</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Tree>
    <p:extLst>
      <p:ext uri="{BB962C8B-B14F-4D97-AF65-F5344CB8AC3E}">
        <p14:creationId xmlns:p14="http://schemas.microsoft.com/office/powerpoint/2010/main" val="192134402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18200F-1EB3-4B0D-BB1C-940C25A49887}"/>
              </a:ext>
            </a:extLst>
          </p:cNvPr>
          <p:cNvSpPr>
            <a:spLocks noGrp="1"/>
          </p:cNvSpPr>
          <p:nvPr>
            <p:ph type="title" hasCustomPrompt="1"/>
          </p:nvPr>
        </p:nvSpPr>
        <p:spPr>
          <a:xfrm>
            <a:off x="557929" y="530351"/>
            <a:ext cx="9667726" cy="713232"/>
          </a:xfrm>
        </p:spPr>
        <p:txBody>
          <a:bodyPr/>
          <a:lstStyle>
            <a:lvl1pPr>
              <a:defRPr sz="4800">
                <a:solidFill>
                  <a:schemeClr val="accent6"/>
                </a:solidFill>
              </a:defRPr>
            </a:lvl1pPr>
          </a:lstStyle>
          <a:p>
            <a:r>
              <a:rPr lang="en-US"/>
              <a:t>In closing</a:t>
            </a:r>
          </a:p>
        </p:txBody>
      </p:sp>
      <p:sp>
        <p:nvSpPr>
          <p:cNvPr id="4" name="Content Placeholder 2"/>
          <p:cNvSpPr>
            <a:spLocks noGrp="1"/>
          </p:cNvSpPr>
          <p:nvPr>
            <p:ph idx="1" hasCustomPrompt="1"/>
          </p:nvPr>
        </p:nvSpPr>
        <p:spPr bwMode="gray">
          <a:xfrm>
            <a:off x="557929" y="1767532"/>
            <a:ext cx="8588453" cy="3977640"/>
          </a:xfrm>
        </p:spPr>
        <p:txBody>
          <a:bodyPr/>
          <a:lstStyle>
            <a:lvl1pPr>
              <a:lnSpc>
                <a:spcPct val="100000"/>
              </a:lnSpc>
              <a:buClrTx/>
              <a:defRPr lang="en-US" sz="1800" b="1" kern="1200" cap="none" baseline="0" dirty="0">
                <a:solidFill>
                  <a:schemeClr val="tx2"/>
                </a:solidFill>
                <a:latin typeface="+mn-lt"/>
                <a:ea typeface="+mn-ea"/>
                <a:cs typeface="+mn-cs"/>
              </a:defRPr>
            </a:lvl1pPr>
            <a:lvl2pPr marL="0" indent="0">
              <a:buClrTx/>
              <a:buFontTx/>
              <a:buNone/>
              <a:defRPr baseline="0">
                <a:solidFill>
                  <a:schemeClr val="tx2"/>
                </a:solidFill>
              </a:defRPr>
            </a:lvl2pPr>
            <a:lvl3pPr marL="173038" indent="-173038">
              <a:buClrTx/>
              <a:buFont typeface="Arial" panose="020B0604020202020204" pitchFamily="34" charset="0"/>
              <a:buChar char="•"/>
              <a:defRPr baseline="0">
                <a:solidFill>
                  <a:schemeClr val="tx2"/>
                </a:solidFill>
              </a:defRPr>
            </a:lvl3pPr>
            <a:lvl4pPr marL="347663" indent="-174625">
              <a:buClrTx/>
              <a:buFont typeface="Arial" panose="020B0604020202020204" pitchFamily="34" charset="0"/>
              <a:buChar char="–"/>
              <a:defRPr>
                <a:solidFill>
                  <a:schemeClr val="tx2"/>
                </a:solidFill>
              </a:defRPr>
            </a:lvl4pPr>
            <a:lvl5pPr marL="509588" indent="-161925">
              <a:buClrTx/>
              <a:buFont typeface="Arial" panose="020B0604020202020204" pitchFamily="34" charset="0"/>
              <a:buChar char="•"/>
              <a:defRPr baseline="0">
                <a:solidFill>
                  <a:schemeClr val="tx2"/>
                </a:solidFill>
              </a:defRPr>
            </a:lvl5pPr>
            <a:lvl6pPr marL="682625" indent="-173038">
              <a:buClrTx/>
              <a:buFont typeface="Arial" panose="020B0604020202020204" pitchFamily="34" charset="0"/>
              <a:buChar char="–"/>
              <a:defRPr/>
            </a:lvl6pPr>
            <a:lvl7pPr marL="857250" indent="-174625">
              <a:buClrTx/>
              <a:buFont typeface="Arial" panose="020B0604020202020204" pitchFamily="34" charset="0"/>
              <a:buChar char="•"/>
              <a:defRPr/>
            </a:lvl7pPr>
            <a:lvl8pPr marL="1030288" indent="-173038">
              <a:buClrTx/>
              <a:buFont typeface="Arial" panose="020B0604020202020204" pitchFamily="34" charset="0"/>
              <a:buChar char="–"/>
              <a:defRPr/>
            </a:lvl8pPr>
            <a:lvl9pPr marL="1203325" indent="-173038">
              <a:buClrTx/>
              <a:buFont typeface="Arial" panose="020B0604020202020204" pitchFamily="34" charset="0"/>
              <a:buChar char="•"/>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30242940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a:t>Click to add title</a:t>
            </a:r>
          </a:p>
        </p:txBody>
      </p:sp>
    </p:spTree>
    <p:extLst>
      <p:ext uri="{BB962C8B-B14F-4D97-AF65-F5344CB8AC3E}">
        <p14:creationId xmlns:p14="http://schemas.microsoft.com/office/powerpoint/2010/main" val="152486728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2948140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lank Accessibilit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51F70-C83F-4915-A55C-CF9D7C4CEB76}"/>
              </a:ext>
            </a:extLst>
          </p:cNvPr>
          <p:cNvSpPr>
            <a:spLocks noGrp="1"/>
          </p:cNvSpPr>
          <p:nvPr>
            <p:ph type="title" hasCustomPrompt="1"/>
          </p:nvPr>
        </p:nvSpPr>
        <p:spPr>
          <a:xfrm>
            <a:off x="557930" y="-344516"/>
            <a:ext cx="11026126" cy="264306"/>
          </a:xfrm>
        </p:spPr>
        <p:txBody>
          <a:bodyPr anchor="b"/>
          <a:lstStyle>
            <a:lvl1pPr>
              <a:defRPr sz="1400"/>
            </a:lvl1pPr>
          </a:lstStyle>
          <a:p>
            <a:r>
              <a:rPr lang="en-US"/>
              <a:t>Title for slide built on the blank accessibility master</a:t>
            </a:r>
          </a:p>
        </p:txBody>
      </p:sp>
    </p:spTree>
    <p:extLst>
      <p:ext uri="{BB962C8B-B14F-4D97-AF65-F5344CB8AC3E}">
        <p14:creationId xmlns:p14="http://schemas.microsoft.com/office/powerpoint/2010/main" val="167968333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losing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AD57F1C3-026C-4E29-99D9-D207AB9AE851}"/>
              </a:ext>
            </a:extLst>
          </p:cNvPr>
          <p:cNvSpPr>
            <a:spLocks noGrp="1"/>
          </p:cNvSpPr>
          <p:nvPr>
            <p:ph type="pic" sz="quarter" idx="16" hasCustomPrompt="1"/>
          </p:nvPr>
        </p:nvSpPr>
        <p:spPr>
          <a:xfrm>
            <a:off x="1" y="0"/>
            <a:ext cx="12192000" cy="6858000"/>
          </a:xfrm>
          <a:prstGeom prst="rect">
            <a:avLst/>
          </a:prstGeom>
          <a:solidFill>
            <a:schemeClr val="bg1">
              <a:lumMod val="85000"/>
            </a:schemeClr>
          </a:solidFill>
        </p:spPr>
        <p:txBody>
          <a:bodyPr anchor="ctr"/>
          <a:lstStyle>
            <a:lvl1pPr marL="0" marR="0" indent="0" algn="ctr" defTabSz="457200" rtl="0" eaLnBrk="1" fontAlgn="auto" latinLnBrk="0" hangingPunct="1">
              <a:lnSpc>
                <a:spcPct val="100000"/>
              </a:lnSpc>
              <a:spcBef>
                <a:spcPts val="0"/>
              </a:spcBef>
              <a:spcAft>
                <a:spcPts val="0"/>
              </a:spcAft>
              <a:buClrTx/>
              <a:buSzTx/>
              <a:buFont typeface="Arial"/>
              <a:buNone/>
              <a:tabLst/>
              <a:defRPr>
                <a:solidFill>
                  <a:schemeClr val="accent6"/>
                </a:solidFill>
                <a:latin typeface="CVS Health Sans" panose="020B0504020202020204" pitchFamily="34" charset="0"/>
              </a:defRPr>
            </a:lvl1pPr>
          </a:lstStyle>
          <a:p>
            <a:r>
              <a:rPr lang="en-US"/>
              <a:t>BE SURE IMAGE IS </a:t>
            </a:r>
            <a:br>
              <a:rPr lang="en-US"/>
            </a:br>
            <a:r>
              <a:rPr lang="en-US"/>
              <a:t>DARK ENOUGH SO TYPE AND </a:t>
            </a:r>
            <a:br>
              <a:rPr lang="en-US"/>
            </a:br>
            <a:r>
              <a:rPr lang="en-US"/>
              <a:t>LOGO ARE READABLE</a:t>
            </a:r>
          </a:p>
          <a:p>
            <a:br>
              <a:rPr lang="en-US"/>
            </a:br>
            <a:r>
              <a:rPr lang="en-US"/>
              <a:t>Be sure to send image to </a:t>
            </a:r>
            <a:br>
              <a:rPr lang="en-US"/>
            </a:br>
            <a:r>
              <a:rPr lang="en-US"/>
              <a:t>back so logo sits on top of image</a:t>
            </a:r>
            <a:br>
              <a:rPr lang="en-US"/>
            </a:br>
            <a:br>
              <a:rPr lang="en-US"/>
            </a:br>
            <a:br>
              <a:rPr lang="en-US"/>
            </a:br>
            <a:br>
              <a:rPr lang="en-US"/>
            </a:br>
            <a:br>
              <a:rPr lang="en-US"/>
            </a:br>
            <a:br>
              <a:rPr lang="en-US"/>
            </a:br>
            <a:br>
              <a:rPr lang="en-US"/>
            </a:br>
            <a:br>
              <a:rPr lang="en-US"/>
            </a:br>
            <a:br>
              <a:rPr lang="en-US"/>
            </a:br>
            <a:endParaRPr lang="en-US"/>
          </a:p>
        </p:txBody>
      </p:sp>
      <p:sp>
        <p:nvSpPr>
          <p:cNvPr id="8" name="Title 7">
            <a:extLst>
              <a:ext uri="{FF2B5EF4-FFF2-40B4-BE49-F238E27FC236}">
                <a16:creationId xmlns:a16="http://schemas.microsoft.com/office/drawing/2014/main" id="{1C551DC1-11AC-42C9-8CB3-4FB83FD45BC9}"/>
              </a:ext>
            </a:extLst>
          </p:cNvPr>
          <p:cNvSpPr>
            <a:spLocks noGrp="1"/>
          </p:cNvSpPr>
          <p:nvPr>
            <p:ph type="title" hasCustomPrompt="1"/>
          </p:nvPr>
        </p:nvSpPr>
        <p:spPr>
          <a:xfrm>
            <a:off x="847938" y="1188272"/>
            <a:ext cx="3775713" cy="713232"/>
          </a:xfrm>
        </p:spPr>
        <p:txBody>
          <a:bodyPr/>
          <a:lstStyle>
            <a:lvl1pPr>
              <a:defRPr sz="4800">
                <a:solidFill>
                  <a:schemeClr val="bg1"/>
                </a:solidFill>
              </a:defRPr>
            </a:lvl1pPr>
          </a:lstStyle>
          <a:p>
            <a:r>
              <a:rPr lang="en-US"/>
              <a:t>Closing slide</a:t>
            </a:r>
          </a:p>
        </p:txBody>
      </p:sp>
      <p:pic>
        <p:nvPicPr>
          <p:cNvPr id="4" name="Graphic 3" descr="CVS Health logo.">
            <a:extLst>
              <a:ext uri="{FF2B5EF4-FFF2-40B4-BE49-F238E27FC236}">
                <a16:creationId xmlns:a16="http://schemas.microsoft.com/office/drawing/2014/main" id="{4241CE38-4CEB-4E8B-816C-5C169EC9AE0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308773877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C86AF3C-6D1C-4D8B-80F4-510F140C3483}"/>
              </a:ext>
            </a:extLst>
          </p:cNvPr>
          <p:cNvSpPr>
            <a:spLocks noGrp="1"/>
          </p:cNvSpPr>
          <p:nvPr>
            <p:ph type="title" hasCustomPrompt="1"/>
          </p:nvPr>
        </p:nvSpPr>
        <p:spPr>
          <a:xfrm>
            <a:off x="1098732" y="3017954"/>
            <a:ext cx="9994538" cy="713232"/>
          </a:xfrm>
        </p:spPr>
        <p:txBody>
          <a:bodyPr/>
          <a:lstStyle>
            <a:lvl1pPr algn="ctr">
              <a:defRPr sz="5400">
                <a:solidFill>
                  <a:schemeClr val="accent2"/>
                </a:solidFill>
              </a:defRPr>
            </a:lvl1pPr>
          </a:lstStyle>
          <a:p>
            <a:r>
              <a:rPr lang="en-US"/>
              <a:t>Closing slide</a:t>
            </a:r>
          </a:p>
        </p:txBody>
      </p:sp>
    </p:spTree>
    <p:extLst>
      <p:ext uri="{BB962C8B-B14F-4D97-AF65-F5344CB8AC3E}">
        <p14:creationId xmlns:p14="http://schemas.microsoft.com/office/powerpoint/2010/main" val="406519333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VS logo on white">
    <p:spTree>
      <p:nvGrpSpPr>
        <p:cNvPr id="1" name=""/>
        <p:cNvGrpSpPr/>
        <p:nvPr/>
      </p:nvGrpSpPr>
      <p:grpSpPr>
        <a:xfrm>
          <a:off x="0" y="0"/>
          <a:ext cx="0" cy="0"/>
          <a:chOff x="0" y="0"/>
          <a:chExt cx="0" cy="0"/>
        </a:xfrm>
      </p:grpSpPr>
      <p:pic>
        <p:nvPicPr>
          <p:cNvPr id="12" name="Graphic 11" descr="CVS Health logo.">
            <a:extLst>
              <a:ext uri="{FF2B5EF4-FFF2-40B4-BE49-F238E27FC236}">
                <a16:creationId xmlns:a16="http://schemas.microsoft.com/office/drawing/2014/main" id="{3B724D08-4F05-4A11-9EB9-CD3B1FE6110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826318" y="3030094"/>
            <a:ext cx="6539366" cy="797815"/>
          </a:xfrm>
          <a:prstGeom prst="rect">
            <a:avLst/>
          </a:prstGeom>
        </p:spPr>
      </p:pic>
      <p:sp>
        <p:nvSpPr>
          <p:cNvPr id="11" name="Rectangle 10">
            <a:extLst>
              <a:ext uri="{FF2B5EF4-FFF2-40B4-BE49-F238E27FC236}">
                <a16:creationId xmlns:a16="http://schemas.microsoft.com/office/drawing/2014/main" id="{E1268719-E45D-4DB9-A5CE-3920E9240B44}"/>
              </a:ext>
            </a:extLst>
          </p:cNvPr>
          <p:cNvSpPr/>
          <p:nvPr userDrawn="1"/>
        </p:nvSpPr>
        <p:spPr>
          <a:xfrm>
            <a:off x="1" y="5779008"/>
            <a:ext cx="12192000" cy="10789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13" name="Title 1">
            <a:extLst>
              <a:ext uri="{FF2B5EF4-FFF2-40B4-BE49-F238E27FC236}">
                <a16:creationId xmlns:a16="http://schemas.microsoft.com/office/drawing/2014/main" id="{67519E24-EA44-44E4-8587-7A08DC99D588}"/>
              </a:ext>
            </a:extLst>
          </p:cNvPr>
          <p:cNvSpPr>
            <a:spLocks noGrp="1"/>
          </p:cNvSpPr>
          <p:nvPr>
            <p:ph type="title" hasCustomPrompt="1"/>
          </p:nvPr>
        </p:nvSpPr>
        <p:spPr>
          <a:xfrm>
            <a:off x="557930" y="-347472"/>
            <a:ext cx="11026126" cy="264306"/>
          </a:xfrm>
        </p:spPr>
        <p:txBody>
          <a:bodyPr anchor="b"/>
          <a:lstStyle>
            <a:lvl1pPr>
              <a:defRPr sz="1400">
                <a:solidFill>
                  <a:schemeClr val="tx2"/>
                </a:solidFill>
              </a:defRPr>
            </a:lvl1pPr>
          </a:lstStyle>
          <a:p>
            <a:r>
              <a:rPr lang="en-US"/>
              <a:t>CVS Health logo on white background</a:t>
            </a:r>
          </a:p>
        </p:txBody>
      </p:sp>
    </p:spTree>
    <p:extLst>
      <p:ext uri="{BB962C8B-B14F-4D97-AF65-F5344CB8AC3E}">
        <p14:creationId xmlns:p14="http://schemas.microsoft.com/office/powerpoint/2010/main" val="124099223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VS logo on re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268719-E45D-4DB9-A5CE-3920E9240B44}"/>
              </a:ext>
            </a:extLst>
          </p:cNvPr>
          <p:cNvSpPr/>
          <p:nvPr userDrawn="1"/>
        </p:nvSpPr>
        <p:spPr>
          <a:xfrm>
            <a:off x="1" y="0"/>
            <a:ext cx="12192000" cy="6858000"/>
          </a:xfrm>
          <a:prstGeom prst="rect">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11" name="Title 1">
            <a:extLst>
              <a:ext uri="{FF2B5EF4-FFF2-40B4-BE49-F238E27FC236}">
                <a16:creationId xmlns:a16="http://schemas.microsoft.com/office/drawing/2014/main" id="{E33B14B6-B371-42B3-8BC3-E203B9570C03}"/>
              </a:ext>
            </a:extLst>
          </p:cNvPr>
          <p:cNvSpPr>
            <a:spLocks noGrp="1"/>
          </p:cNvSpPr>
          <p:nvPr>
            <p:ph type="title" hasCustomPrompt="1"/>
          </p:nvPr>
        </p:nvSpPr>
        <p:spPr>
          <a:xfrm>
            <a:off x="557930" y="-347472"/>
            <a:ext cx="11026126" cy="264306"/>
          </a:xfrm>
        </p:spPr>
        <p:txBody>
          <a:bodyPr anchor="b"/>
          <a:lstStyle>
            <a:lvl1pPr>
              <a:defRPr sz="1400">
                <a:solidFill>
                  <a:schemeClr val="tx2"/>
                </a:solidFill>
              </a:defRPr>
            </a:lvl1pPr>
          </a:lstStyle>
          <a:p>
            <a:r>
              <a:rPr lang="en-US"/>
              <a:t>CVS Health logo on red background</a:t>
            </a:r>
          </a:p>
        </p:txBody>
      </p:sp>
      <p:pic>
        <p:nvPicPr>
          <p:cNvPr id="12" name="Graphic 11" descr="CVS Health logo in white.">
            <a:extLst>
              <a:ext uri="{FF2B5EF4-FFF2-40B4-BE49-F238E27FC236}">
                <a16:creationId xmlns:a16="http://schemas.microsoft.com/office/drawing/2014/main" id="{B559DD0B-4B08-444F-A6AA-A5A2ED14742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826318" y="3030094"/>
            <a:ext cx="6539366" cy="797815"/>
          </a:xfrm>
          <a:prstGeom prst="rect">
            <a:avLst/>
          </a:prstGeom>
        </p:spPr>
      </p:pic>
    </p:spTree>
    <p:extLst>
      <p:ext uri="{BB962C8B-B14F-4D97-AF65-F5344CB8AC3E}">
        <p14:creationId xmlns:p14="http://schemas.microsoft.com/office/powerpoint/2010/main" val="284663610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843A5AC0-4E25-E585-4EBB-E7812A9D55C0}"/>
              </a:ext>
            </a:extLst>
          </p:cNvPr>
          <p:cNvGraphicFramePr>
            <a:graphicFrameLocks noChangeAspect="1"/>
          </p:cNvGraphicFramePr>
          <p:nvPr userDrawn="1">
            <p:custDataLst>
              <p:tags r:id="rId1"/>
            </p:custDataLst>
            <p:extLst>
              <p:ext uri="{D42A27DB-BD31-4B8C-83A1-F6EECF244321}">
                <p14:modId xmlns:p14="http://schemas.microsoft.com/office/powerpoint/2010/main" val="1339692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5" name="Object 4" hidden="1">
                        <a:extLst>
                          <a:ext uri="{FF2B5EF4-FFF2-40B4-BE49-F238E27FC236}">
                            <a16:creationId xmlns:a16="http://schemas.microsoft.com/office/drawing/2014/main" id="{843A5AC0-4E25-E585-4EBB-E7812A9D55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a:xfrm>
            <a:off x="557929" y="530351"/>
            <a:ext cx="10963656" cy="713232"/>
          </a:xfrm>
        </p:spPr>
        <p:txBody>
          <a:bodyPr vert="horz"/>
          <a:lstStyle>
            <a:lvl1pPr>
              <a:defRPr>
                <a:solidFill>
                  <a:schemeClr val="tx1"/>
                </a:solidFill>
              </a:defRPr>
            </a:lvl1pPr>
          </a:lstStyle>
          <a:p>
            <a:r>
              <a:rPr lang="en-US"/>
              <a:t>Click to add title for one column layout</a:t>
            </a:r>
          </a:p>
        </p:txBody>
      </p:sp>
    </p:spTree>
    <p:extLst>
      <p:ext uri="{BB962C8B-B14F-4D97-AF65-F5344CB8AC3E}">
        <p14:creationId xmlns:p14="http://schemas.microsoft.com/office/powerpoint/2010/main" val="425082499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grpSp>
        <p:nvGrpSpPr>
          <p:cNvPr id="4" name="Group 3"/>
          <p:cNvGrpSpPr/>
          <p:nvPr userDrawn="1"/>
        </p:nvGrpSpPr>
        <p:grpSpPr>
          <a:xfrm>
            <a:off x="557929" y="429542"/>
            <a:ext cx="2872536" cy="352779"/>
            <a:chOff x="557784" y="429541"/>
            <a:chExt cx="2871788" cy="352779"/>
          </a:xfrm>
        </p:grpSpPr>
        <p:sp>
          <p:nvSpPr>
            <p:cNvPr id="14"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5"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6"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7"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8"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9"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75169" y="1016179"/>
            <a:ext cx="5222470" cy="4340047"/>
          </a:xfrm>
          <a:prstGeom prst="rect">
            <a:avLst/>
          </a:prstGeom>
        </p:spPr>
      </p:pic>
      <p:sp>
        <p:nvSpPr>
          <p:cNvPr id="22" name="Text Placeholder 4"/>
          <p:cNvSpPr>
            <a:spLocks noGrp="1"/>
          </p:cNvSpPr>
          <p:nvPr>
            <p:ph type="body" sz="quarter" idx="16" hasCustomPrompt="1"/>
          </p:nvPr>
        </p:nvSpPr>
        <p:spPr>
          <a:xfrm>
            <a:off x="557930" y="4379002"/>
            <a:ext cx="3582950" cy="1262324"/>
          </a:xfrm>
        </p:spPr>
        <p:txBody>
          <a:bodyPr/>
          <a:lstStyle>
            <a:lvl1pPr>
              <a:defRPr sz="1600" b="1">
                <a:solidFill>
                  <a:schemeClr val="tx2"/>
                </a:solidFill>
              </a:defRPr>
            </a:lvl1pPr>
            <a:lvl2pPr marL="0" indent="0">
              <a:spcBef>
                <a:spcPts val="0"/>
              </a:spcBef>
              <a:spcAft>
                <a:spcPts val="2400"/>
              </a:spcAft>
              <a:buFontTx/>
              <a:buNone/>
              <a:defRPr sz="16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34700296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grpSp>
        <p:nvGrpSpPr>
          <p:cNvPr id="20" name="Group 19"/>
          <p:cNvGrpSpPr/>
          <p:nvPr userDrawn="1"/>
        </p:nvGrpSpPr>
        <p:grpSpPr>
          <a:xfrm>
            <a:off x="557929" y="429542"/>
            <a:ext cx="2872536" cy="352779"/>
            <a:chOff x="557784" y="429541"/>
            <a:chExt cx="2871788" cy="352779"/>
          </a:xfrm>
        </p:grpSpPr>
        <p:sp>
          <p:nvSpPr>
            <p:cNvPr id="22"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3"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4"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5"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6"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7"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
        <p:nvSpPr>
          <p:cNvPr id="15" name="Text Placeholder 4"/>
          <p:cNvSpPr>
            <a:spLocks noGrp="1"/>
          </p:cNvSpPr>
          <p:nvPr>
            <p:ph type="body" sz="quarter" idx="16" hasCustomPrompt="1"/>
          </p:nvPr>
        </p:nvSpPr>
        <p:spPr>
          <a:xfrm>
            <a:off x="557930" y="4379002"/>
            <a:ext cx="3582950" cy="1262324"/>
          </a:xfrm>
        </p:spPr>
        <p:txBody>
          <a:bodyPr/>
          <a:lstStyle>
            <a:lvl1pPr>
              <a:defRPr sz="1600" b="1">
                <a:solidFill>
                  <a:schemeClr val="tx2"/>
                </a:solidFill>
              </a:defRPr>
            </a:lvl1pPr>
            <a:lvl2pPr marL="0" indent="0">
              <a:spcBef>
                <a:spcPts val="0"/>
              </a:spcBef>
              <a:spcAft>
                <a:spcPts val="2400"/>
              </a:spcAft>
              <a:buFontTx/>
              <a:buNone/>
              <a:defRPr sz="16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96612827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22" name="Footer Placeholder 4">
            <a:extLst>
              <a:ext uri="{FF2B5EF4-FFF2-40B4-BE49-F238E27FC236}">
                <a16:creationId xmlns:a16="http://schemas.microsoft.com/office/drawing/2014/main" id="{0C07AEF2-95F8-4407-BBD7-8F517ACF16FE}"/>
              </a:ext>
            </a:extLst>
          </p:cNvPr>
          <p:cNvSpPr txBox="1">
            <a:spLocks/>
          </p:cNvSpPr>
          <p:nvPr userDrawn="1"/>
        </p:nvSpPr>
        <p:spPr>
          <a:xfrm>
            <a:off x="557929" y="6427484"/>
            <a:ext cx="6859786" cy="228600"/>
          </a:xfrm>
          <a:prstGeom prst="rect">
            <a:avLst/>
          </a:prstGeom>
        </p:spPr>
        <p:txBody>
          <a:bodyPr vert="horz" lIns="0" tIns="0" rIns="0" bIns="0" rtlCol="0" anchor="t" anchorCtr="0">
            <a:noAutofit/>
          </a:bodyPr>
          <a:lstStyle>
            <a:defPPr>
              <a:defRPr lang="en-US"/>
            </a:defPPr>
            <a:lvl1pPr marL="0" algn="l" defTabSz="914400" rtl="0" eaLnBrk="1" latinLnBrk="0" hangingPunct="1">
              <a:defRPr sz="800" kern="1200">
                <a:solidFill>
                  <a:schemeClr val="accent4"/>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mn-lt"/>
                <a:ea typeface="+mn-ea"/>
                <a:cs typeface="+mn-cs"/>
              </a:rPr>
              <a:t>©2019 CVS Health and/or one of its affiliates. Confidential and proprietary.</a:t>
            </a:r>
          </a:p>
        </p:txBody>
      </p:sp>
      <p:grpSp>
        <p:nvGrpSpPr>
          <p:cNvPr id="23" name="Group 22">
            <a:extLst>
              <a:ext uri="{FF2B5EF4-FFF2-40B4-BE49-F238E27FC236}">
                <a16:creationId xmlns:a16="http://schemas.microsoft.com/office/drawing/2014/main" id="{1F8C4FD8-0AA8-4037-BC71-BA96D0AF218E}"/>
              </a:ext>
            </a:extLst>
          </p:cNvPr>
          <p:cNvGrpSpPr>
            <a:grpSpLocks noChangeAspect="1"/>
          </p:cNvGrpSpPr>
          <p:nvPr userDrawn="1"/>
        </p:nvGrpSpPr>
        <p:grpSpPr>
          <a:xfrm>
            <a:off x="557929" y="429542"/>
            <a:ext cx="2872536" cy="352779"/>
            <a:chOff x="1011652" y="1504398"/>
            <a:chExt cx="10028238" cy="1231900"/>
          </a:xfrm>
          <a:solidFill>
            <a:schemeClr val="bg1"/>
          </a:solidFill>
        </p:grpSpPr>
        <p:sp>
          <p:nvSpPr>
            <p:cNvPr id="24" name="Freeform 7">
              <a:extLst>
                <a:ext uri="{FF2B5EF4-FFF2-40B4-BE49-F238E27FC236}">
                  <a16:creationId xmlns:a16="http://schemas.microsoft.com/office/drawing/2014/main" id="{B3EB7105-6A46-491C-B241-A8F912957568}"/>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5" name="Freeform 8">
              <a:extLst>
                <a:ext uri="{FF2B5EF4-FFF2-40B4-BE49-F238E27FC236}">
                  <a16:creationId xmlns:a16="http://schemas.microsoft.com/office/drawing/2014/main" id="{D958FC95-7F0F-491F-8DC3-06F8BACBFE15}"/>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6" name="Freeform 9">
              <a:extLst>
                <a:ext uri="{FF2B5EF4-FFF2-40B4-BE49-F238E27FC236}">
                  <a16:creationId xmlns:a16="http://schemas.microsoft.com/office/drawing/2014/main" id="{60CEC3B9-4063-48FC-90DC-4CDE63069C84}"/>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7" name="Freeform 10">
              <a:extLst>
                <a:ext uri="{FF2B5EF4-FFF2-40B4-BE49-F238E27FC236}">
                  <a16:creationId xmlns:a16="http://schemas.microsoft.com/office/drawing/2014/main" id="{ACB778AF-4452-4D00-A46E-1FA80ABA89D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8" name="Freeform 11">
              <a:extLst>
                <a:ext uri="{FF2B5EF4-FFF2-40B4-BE49-F238E27FC236}">
                  <a16:creationId xmlns:a16="http://schemas.microsoft.com/office/drawing/2014/main" id="{52616A00-1107-4114-9319-20AF55350A06}"/>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9" name="Freeform 12">
              <a:extLst>
                <a:ext uri="{FF2B5EF4-FFF2-40B4-BE49-F238E27FC236}">
                  <a16:creationId xmlns:a16="http://schemas.microsoft.com/office/drawing/2014/main" id="{7C96DD26-9A69-4431-91BB-3F67E41B5D6B}"/>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bg1"/>
                </a:solidFill>
              </a:defRPr>
            </a:lvl1pPr>
          </a:lstStyle>
          <a:p>
            <a:r>
              <a:rPr lang="en-US"/>
              <a:t>Click to add title</a:t>
            </a:r>
          </a:p>
        </p:txBody>
      </p:sp>
      <p:sp>
        <p:nvSpPr>
          <p:cNvPr id="15" name="Text Placeholder 4"/>
          <p:cNvSpPr>
            <a:spLocks noGrp="1"/>
          </p:cNvSpPr>
          <p:nvPr>
            <p:ph type="body" sz="quarter" idx="17" hasCustomPrompt="1"/>
          </p:nvPr>
        </p:nvSpPr>
        <p:spPr>
          <a:xfrm>
            <a:off x="557930" y="4379002"/>
            <a:ext cx="3582950" cy="1262324"/>
          </a:xfrm>
        </p:spPr>
        <p:txBody>
          <a:bodyPr/>
          <a:lstStyle>
            <a:lvl1pPr>
              <a:defRPr sz="1600" b="1">
                <a:solidFill>
                  <a:schemeClr val="bg1"/>
                </a:solidFill>
              </a:defRPr>
            </a:lvl1pPr>
            <a:lvl2pPr marL="0" indent="0">
              <a:spcBef>
                <a:spcPts val="0"/>
              </a:spcBef>
              <a:spcAft>
                <a:spcPts val="2400"/>
              </a:spcAft>
              <a:buFontTx/>
              <a:buNone/>
              <a:defRPr sz="1600">
                <a:solidFill>
                  <a:schemeClr val="bg1"/>
                </a:solidFill>
              </a:defRPr>
            </a:lvl2pPr>
            <a:lvl3pPr marL="0" indent="0">
              <a:buFontTx/>
              <a:buNone/>
              <a:defRPr sz="1200">
                <a:solidFill>
                  <a:schemeClr val="bg1"/>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181881870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357" y="4634747"/>
            <a:ext cx="10564071" cy="795528"/>
          </a:xfrm>
        </p:spPr>
        <p:txBody>
          <a:bodyPr rIns="0" anchor="b" anchorCtr="0"/>
          <a:lstStyle>
            <a:lvl1pPr>
              <a:lnSpc>
                <a:spcPct val="90000"/>
              </a:lnSpc>
              <a:defRPr sz="4000">
                <a:solidFill>
                  <a:schemeClr val="accent2"/>
                </a:solidFill>
              </a:defRPr>
            </a:lvl1pPr>
          </a:lstStyle>
          <a:p>
            <a:r>
              <a:rPr lang="en-US"/>
              <a:t>Click to add title</a:t>
            </a:r>
          </a:p>
        </p:txBody>
      </p:sp>
      <p:sp>
        <p:nvSpPr>
          <p:cNvPr id="3" name="Subtitle 2"/>
          <p:cNvSpPr>
            <a:spLocks noGrp="1"/>
          </p:cNvSpPr>
          <p:nvPr>
            <p:ph type="subTitle" idx="1" hasCustomPrompt="1"/>
          </p:nvPr>
        </p:nvSpPr>
        <p:spPr>
          <a:xfrm>
            <a:off x="557357" y="5578043"/>
            <a:ext cx="10564071" cy="347472"/>
          </a:xfrm>
        </p:spPr>
        <p:txBody>
          <a:bodyPr/>
          <a:lstStyle>
            <a:lvl1pPr marL="0" indent="0" algn="l">
              <a:spcBef>
                <a:spcPts val="0"/>
              </a:spcBef>
              <a:buNone/>
              <a:defRPr sz="1600" b="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presenter information</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sz="quarter" idx="18" hasCustomPrompt="1"/>
          </p:nvPr>
        </p:nvSpPr>
        <p:spPr>
          <a:xfrm>
            <a:off x="8835800" y="6371584"/>
            <a:ext cx="2798793" cy="201168"/>
          </a:xfrm>
          <a:prstGeom prst="rect">
            <a:avLst/>
          </a:prstGeom>
        </p:spPr>
        <p:txBody>
          <a:bodyPr>
            <a:noAutofit/>
          </a:bodyPr>
          <a:lstStyle>
            <a:lvl1pPr algn="r">
              <a:defRPr sz="1200" b="0">
                <a:solidFill>
                  <a:schemeClr val="tx2"/>
                </a:solidFill>
                <a:latin typeface="+mn-lt"/>
              </a:defRPr>
            </a:lvl1pPr>
            <a:lvl2pPr algn="r">
              <a:defRPr b="1">
                <a:solidFill>
                  <a:schemeClr val="tx2"/>
                </a:solidFill>
                <a:latin typeface="+mn-lt"/>
              </a:defRPr>
            </a:lvl2pPr>
          </a:lstStyle>
          <a:p>
            <a:pPr lvl="0"/>
            <a:r>
              <a:rPr lang="en-US"/>
              <a:t>Click to add date</a:t>
            </a:r>
          </a:p>
          <a:p>
            <a:pPr lvl="1"/>
            <a:endParaRPr lang="en-US"/>
          </a:p>
        </p:txBody>
      </p:sp>
      <p:grpSp>
        <p:nvGrpSpPr>
          <p:cNvPr id="14" name="Group 13"/>
          <p:cNvGrpSpPr/>
          <p:nvPr userDrawn="1"/>
        </p:nvGrpSpPr>
        <p:grpSpPr>
          <a:xfrm>
            <a:off x="557929" y="429542"/>
            <a:ext cx="2872536" cy="352779"/>
            <a:chOff x="557784" y="429541"/>
            <a:chExt cx="2871788" cy="352779"/>
          </a:xfrm>
        </p:grpSpPr>
        <p:sp>
          <p:nvSpPr>
            <p:cNvPr id="15"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6"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7"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8"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9"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0"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Tree>
    <p:extLst>
      <p:ext uri="{BB962C8B-B14F-4D97-AF65-F5344CB8AC3E}">
        <p14:creationId xmlns:p14="http://schemas.microsoft.com/office/powerpoint/2010/main" val="387620135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8475144-A8AF-4C31-A022-05A109EC64D7}"/>
              </a:ext>
            </a:extLst>
          </p:cNvPr>
          <p:cNvSpPr/>
          <p:nvPr userDrawn="1"/>
        </p:nvSpPr>
        <p:spPr>
          <a:xfrm>
            <a:off x="1" y="4350554"/>
            <a:ext cx="12192000" cy="25074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latin typeface="+mn-lt"/>
            </a:endParaRPr>
          </a:p>
        </p:txBody>
      </p:sp>
      <p:sp>
        <p:nvSpPr>
          <p:cNvPr id="2" name="Title 1"/>
          <p:cNvSpPr>
            <a:spLocks noGrp="1"/>
          </p:cNvSpPr>
          <p:nvPr>
            <p:ph type="ctrTitle" hasCustomPrompt="1"/>
          </p:nvPr>
        </p:nvSpPr>
        <p:spPr>
          <a:xfrm>
            <a:off x="557357" y="4634747"/>
            <a:ext cx="10564071" cy="795528"/>
          </a:xfrm>
        </p:spPr>
        <p:txBody>
          <a:bodyPr rIns="0" anchor="b" anchorCtr="0"/>
          <a:lstStyle>
            <a:lvl1pPr>
              <a:lnSpc>
                <a:spcPct val="90000"/>
              </a:lnSpc>
              <a:defRPr sz="4000">
                <a:solidFill>
                  <a:schemeClr val="bg1"/>
                </a:solidFill>
              </a:defRPr>
            </a:lvl1pPr>
          </a:lstStyle>
          <a:p>
            <a:r>
              <a:rPr lang="en-US"/>
              <a:t>Click to add title</a:t>
            </a:r>
          </a:p>
        </p:txBody>
      </p:sp>
      <p:sp>
        <p:nvSpPr>
          <p:cNvPr id="3" name="Subtitle 2"/>
          <p:cNvSpPr>
            <a:spLocks noGrp="1"/>
          </p:cNvSpPr>
          <p:nvPr>
            <p:ph type="subTitle" idx="1" hasCustomPrompt="1"/>
          </p:nvPr>
        </p:nvSpPr>
        <p:spPr>
          <a:xfrm>
            <a:off x="557357" y="5578043"/>
            <a:ext cx="10564071" cy="347472"/>
          </a:xfrm>
        </p:spPr>
        <p:txBody>
          <a:bodyPr/>
          <a:lstStyle>
            <a:lvl1pPr marL="0" indent="0" algn="l">
              <a:spcBef>
                <a:spcPts val="0"/>
              </a:spcBef>
              <a:buNone/>
              <a:defRPr sz="1600" b="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presenter information</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sz="quarter" idx="18" hasCustomPrompt="1"/>
          </p:nvPr>
        </p:nvSpPr>
        <p:spPr>
          <a:xfrm>
            <a:off x="8835800" y="6371584"/>
            <a:ext cx="2798793" cy="201168"/>
          </a:xfrm>
          <a:prstGeom prst="rect">
            <a:avLst/>
          </a:prstGeom>
        </p:spPr>
        <p:txBody>
          <a:bodyPr>
            <a:noAutofit/>
          </a:bodyPr>
          <a:lstStyle>
            <a:lvl1pPr algn="r">
              <a:defRPr sz="1200" b="0">
                <a:solidFill>
                  <a:schemeClr val="bg1"/>
                </a:solidFill>
                <a:latin typeface="+mn-lt"/>
              </a:defRPr>
            </a:lvl1pPr>
            <a:lvl2pPr algn="r">
              <a:defRPr b="1">
                <a:solidFill>
                  <a:schemeClr val="bg1"/>
                </a:solidFill>
                <a:latin typeface="+mn-lt"/>
              </a:defRPr>
            </a:lvl2pPr>
          </a:lstStyle>
          <a:p>
            <a:pPr lvl="0"/>
            <a:r>
              <a:rPr lang="en-US"/>
              <a:t>Click to add date</a:t>
            </a:r>
          </a:p>
          <a:p>
            <a:pPr lvl="1"/>
            <a:endParaRPr lang="en-US"/>
          </a:p>
        </p:txBody>
      </p:sp>
      <p:grpSp>
        <p:nvGrpSpPr>
          <p:cNvPr id="15" name="Group 14"/>
          <p:cNvGrpSpPr/>
          <p:nvPr userDrawn="1"/>
        </p:nvGrpSpPr>
        <p:grpSpPr>
          <a:xfrm>
            <a:off x="557929" y="429542"/>
            <a:ext cx="2872536" cy="352779"/>
            <a:chOff x="557784" y="429541"/>
            <a:chExt cx="2871788" cy="352779"/>
          </a:xfrm>
        </p:grpSpPr>
        <p:sp>
          <p:nvSpPr>
            <p:cNvPr id="16"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7"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8"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9"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0"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1"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Tree>
    <p:extLst>
      <p:ext uri="{BB962C8B-B14F-4D97-AF65-F5344CB8AC3E}">
        <p14:creationId xmlns:p14="http://schemas.microsoft.com/office/powerpoint/2010/main" val="39399077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grpSp>
        <p:nvGrpSpPr>
          <p:cNvPr id="20" name="Group 19"/>
          <p:cNvGrpSpPr/>
          <p:nvPr userDrawn="1"/>
        </p:nvGrpSpPr>
        <p:grpSpPr>
          <a:xfrm>
            <a:off x="557929" y="429542"/>
            <a:ext cx="2872536" cy="352779"/>
            <a:chOff x="557784" y="429541"/>
            <a:chExt cx="2871788" cy="352779"/>
          </a:xfrm>
        </p:grpSpPr>
        <p:sp>
          <p:nvSpPr>
            <p:cNvPr id="22"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3"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4"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5"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6"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7"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
        <p:nvSpPr>
          <p:cNvPr id="15" name="Text Placeholder 4"/>
          <p:cNvSpPr>
            <a:spLocks noGrp="1"/>
          </p:cNvSpPr>
          <p:nvPr>
            <p:ph type="body" sz="quarter" idx="17" hasCustomPrompt="1"/>
          </p:nvPr>
        </p:nvSpPr>
        <p:spPr>
          <a:xfrm>
            <a:off x="557930" y="4379002"/>
            <a:ext cx="3582950" cy="1262324"/>
          </a:xfrm>
        </p:spPr>
        <p:txBody>
          <a:bodyPr/>
          <a:lstStyle>
            <a:lvl1pPr>
              <a:defRPr sz="1600" b="1">
                <a:solidFill>
                  <a:schemeClr val="tx2"/>
                </a:solidFill>
              </a:defRPr>
            </a:lvl1pPr>
            <a:lvl2pPr marL="0" indent="0">
              <a:spcBef>
                <a:spcPts val="0"/>
              </a:spcBef>
              <a:spcAft>
                <a:spcPts val="2400"/>
              </a:spcAft>
              <a:buFontTx/>
              <a:buNone/>
              <a:defRPr sz="16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11193401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userDrawn="1"/>
        </p:nvSpPr>
        <p:spPr>
          <a:xfrm>
            <a:off x="566887" y="416158"/>
            <a:ext cx="4089993" cy="710619"/>
          </a:xfrm>
          <a:prstGeom prst="rect">
            <a:avLst/>
          </a:prstGeom>
          <a:noFill/>
        </p:spPr>
        <p:txBody>
          <a:bodyPr wrap="square" lIns="0" tIns="0" rIns="0" bIns="0" rtlCol="0">
            <a:noAutofit/>
          </a:bodyPr>
          <a:lstStyle/>
          <a:p>
            <a:pPr marL="0" marR="0" indent="0" algn="l" defTabSz="456758" rtl="0" eaLnBrk="1" fontAlgn="base" latinLnBrk="0" hangingPunct="1">
              <a:lnSpc>
                <a:spcPct val="100000"/>
              </a:lnSpc>
              <a:spcBef>
                <a:spcPts val="1200"/>
              </a:spcBef>
              <a:spcAft>
                <a:spcPts val="0"/>
              </a:spcAft>
              <a:buClrTx/>
              <a:buSzTx/>
              <a:buFontTx/>
              <a:buNone/>
              <a:tabLst/>
            </a:pPr>
            <a:r>
              <a:rPr lang="en-US" sz="4800" b="1">
                <a:solidFill>
                  <a:schemeClr val="accent6"/>
                </a:solidFill>
                <a:latin typeface="+mn-lt"/>
                <a:cs typeface="Arial" panose="020B0604020202020204" pitchFamily="34" charset="0"/>
              </a:rPr>
              <a:t>Agenda</a:t>
            </a:r>
          </a:p>
        </p:txBody>
      </p:sp>
      <p:sp>
        <p:nvSpPr>
          <p:cNvPr id="5" name="Text Placeholder 4"/>
          <p:cNvSpPr>
            <a:spLocks noGrp="1"/>
          </p:cNvSpPr>
          <p:nvPr>
            <p:ph type="body" sz="quarter" idx="15" hasCustomPrompt="1"/>
          </p:nvPr>
        </p:nvSpPr>
        <p:spPr>
          <a:xfrm>
            <a:off x="557929" y="1755739"/>
            <a:ext cx="8588453" cy="3985305"/>
          </a:xfrm>
        </p:spPr>
        <p:txBody>
          <a:bodyPr/>
          <a:lstStyle>
            <a:lvl1pPr>
              <a:spcBef>
                <a:spcPts val="1800"/>
              </a:spcBef>
              <a:spcAft>
                <a:spcPts val="0"/>
              </a:spcAft>
              <a:defRPr sz="1800" b="1">
                <a:solidFill>
                  <a:schemeClr val="tx2"/>
                </a:solidFill>
              </a:defRPr>
            </a:lvl1pPr>
            <a:lvl2pPr marL="0" indent="0">
              <a:spcBef>
                <a:spcPts val="0"/>
              </a:spcBef>
              <a:spcAft>
                <a:spcPts val="0"/>
              </a:spcAft>
              <a:buNone/>
              <a:defRPr sz="1400">
                <a:solidFill>
                  <a:schemeClr val="tx2"/>
                </a:solidFill>
              </a:defRPr>
            </a:lvl2pPr>
            <a:lvl3pPr marL="177800" indent="-177800">
              <a:spcBef>
                <a:spcPts val="600"/>
              </a:spcBef>
              <a:buFont typeface="Arial" panose="020B0604020202020204" pitchFamily="34" charset="0"/>
              <a:buChar char="•"/>
              <a:defRPr sz="1400" baseline="0"/>
            </a:lvl3pPr>
            <a:lvl4pPr marL="342900" indent="-165100">
              <a:spcBef>
                <a:spcPts val="600"/>
              </a:spcBef>
              <a:buFont typeface="Arial" panose="020B0604020202020204" pitchFamily="34" charset="0"/>
              <a:buChar char="–"/>
              <a:defRPr sz="1400" baseline="0"/>
            </a:lvl4pPr>
            <a:lvl5pPr marL="520700" indent="-177800">
              <a:spcBef>
                <a:spcPts val="600"/>
              </a:spcBef>
              <a:buFont typeface="Arial" panose="020B0604020202020204" pitchFamily="34" charset="0"/>
              <a:buChar char="•"/>
              <a:defRPr sz="1400"/>
            </a:lvl5pPr>
            <a:lvl6pPr marL="685800" indent="-165100">
              <a:spcBef>
                <a:spcPts val="600"/>
              </a:spcBef>
              <a:buFont typeface="Arial" panose="020B0604020202020204" pitchFamily="34" charset="0"/>
              <a:buChar char="–"/>
              <a:defRPr baseline="0"/>
            </a:lvl6pPr>
            <a:lvl7pPr marL="863600" indent="-177800">
              <a:spcBef>
                <a:spcPts val="600"/>
              </a:spcBef>
              <a:buFont typeface="Arial" panose="020B0604020202020204" pitchFamily="34" charset="0"/>
              <a:buChar char="•"/>
              <a:defRPr/>
            </a:lvl7pPr>
            <a:lvl8pPr marL="1028700" indent="-165100">
              <a:spcBef>
                <a:spcPts val="600"/>
              </a:spcBef>
              <a:buFont typeface="Arial" panose="020B0604020202020204" pitchFamily="34" charset="0"/>
              <a:buChar char="–"/>
              <a:defRPr/>
            </a:lvl8pPr>
            <a:lvl9pPr marL="1206500" indent="-177800">
              <a:spcBef>
                <a:spcPts val="600"/>
              </a:spcBef>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6256937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userDrawn="1"/>
        </p:nvSpPr>
        <p:spPr>
          <a:xfrm>
            <a:off x="566887" y="416158"/>
            <a:ext cx="4089993" cy="710619"/>
          </a:xfrm>
          <a:prstGeom prst="rect">
            <a:avLst/>
          </a:prstGeom>
          <a:noFill/>
        </p:spPr>
        <p:txBody>
          <a:bodyPr wrap="square" lIns="0" tIns="0" rIns="0" bIns="0" rtlCol="0">
            <a:noAutofit/>
          </a:bodyPr>
          <a:lstStyle/>
          <a:p>
            <a:pPr marL="0" marR="0" indent="0" algn="l" defTabSz="456758" rtl="0" eaLnBrk="1" fontAlgn="base" latinLnBrk="0" hangingPunct="1">
              <a:lnSpc>
                <a:spcPct val="100000"/>
              </a:lnSpc>
              <a:spcBef>
                <a:spcPts val="1200"/>
              </a:spcBef>
              <a:spcAft>
                <a:spcPts val="0"/>
              </a:spcAft>
              <a:buClrTx/>
              <a:buSzTx/>
              <a:buFontTx/>
              <a:buNone/>
              <a:tabLst/>
            </a:pPr>
            <a:r>
              <a:rPr lang="en-US" sz="4800" b="1">
                <a:solidFill>
                  <a:schemeClr val="accent6"/>
                </a:solidFill>
                <a:latin typeface="+mn-lt"/>
                <a:cs typeface="Arial" panose="020B0604020202020204" pitchFamily="34" charset="0"/>
              </a:rPr>
              <a:t>Agenda</a:t>
            </a:r>
          </a:p>
        </p:txBody>
      </p:sp>
      <p:sp>
        <p:nvSpPr>
          <p:cNvPr id="4" name="Text Placeholder 19">
            <a:extLst>
              <a:ext uri="{FF2B5EF4-FFF2-40B4-BE49-F238E27FC236}">
                <a16:creationId xmlns:a16="http://schemas.microsoft.com/office/drawing/2014/main" id="{CD3DA619-C657-4377-909C-6D3A110F550F}"/>
              </a:ext>
            </a:extLst>
          </p:cNvPr>
          <p:cNvSpPr>
            <a:spLocks noGrp="1"/>
          </p:cNvSpPr>
          <p:nvPr>
            <p:ph type="body" sz="quarter" idx="10" hasCustomPrompt="1"/>
          </p:nvPr>
        </p:nvSpPr>
        <p:spPr>
          <a:xfrm>
            <a:off x="1513652" y="1756549"/>
            <a:ext cx="3914652" cy="3614737"/>
          </a:xfrm>
          <a:prstGeom prst="rect">
            <a:avLst/>
          </a:prstGeom>
        </p:spPr>
        <p:txBody>
          <a:bodyPr/>
          <a:lstStyle>
            <a:lvl1pPr>
              <a:spcAft>
                <a:spcPts val="1800"/>
              </a:spcAft>
              <a:defRPr sz="2000" b="1">
                <a:solidFill>
                  <a:schemeClr val="tx2"/>
                </a:solidFill>
                <a:latin typeface="+mn-lt"/>
              </a:defRPr>
            </a:lvl1pPr>
            <a:lvl2pPr marL="0" indent="0">
              <a:spcBef>
                <a:spcPts val="0"/>
              </a:spcBef>
              <a:spcAft>
                <a:spcPts val="300"/>
              </a:spcAft>
              <a:buNone/>
              <a:tabLst>
                <a:tab pos="568325" algn="r"/>
                <a:tab pos="1028700" algn="l"/>
              </a:tabLst>
              <a:defRPr sz="1400" b="1">
                <a:solidFill>
                  <a:schemeClr val="tx2"/>
                </a:solidFill>
                <a:latin typeface="+mn-lt"/>
              </a:defRPr>
            </a:lvl2pPr>
            <a:lvl3pPr marL="1028700" indent="0">
              <a:spcBef>
                <a:spcPts val="0"/>
              </a:spcBef>
              <a:spcAft>
                <a:spcPts val="1800"/>
              </a:spcAft>
              <a:buNone/>
              <a:defRPr sz="1400">
                <a:solidFill>
                  <a:schemeClr val="tx2"/>
                </a:solidFill>
                <a:latin typeface="+mn-lt"/>
              </a:defRPr>
            </a:lvl3pPr>
            <a:lvl4pPr marL="0" indent="0">
              <a:spcBef>
                <a:spcPts val="0"/>
              </a:spcBef>
              <a:spcAft>
                <a:spcPts val="900"/>
              </a:spcAft>
              <a:buNone/>
              <a:defRPr sz="1400" i="1">
                <a:solidFill>
                  <a:schemeClr val="tx2"/>
                </a:solidFill>
                <a:latin typeface="+mn-lt"/>
              </a:defRPr>
            </a:lvl4pPr>
            <a:lvl5pPr marL="0" indent="0">
              <a:spcBef>
                <a:spcPts val="0"/>
              </a:spcBef>
              <a:spcAft>
                <a:spcPts val="900"/>
              </a:spcAft>
              <a:buFont typeface="Arial" panose="020B0604020202020204" pitchFamily="34" charset="0"/>
              <a:buNone/>
              <a:defRPr sz="1400">
                <a:solidFill>
                  <a:schemeClr val="tx2"/>
                </a:solidFill>
                <a:latin typeface="+mn-lt"/>
              </a:defRPr>
            </a:lvl5pPr>
          </a:lstStyle>
          <a:p>
            <a:pPr lvl="0"/>
            <a:r>
              <a:rPr lang="en-US"/>
              <a:t>Click to edit header</a:t>
            </a:r>
          </a:p>
          <a:p>
            <a:pPr lvl="1"/>
            <a:r>
              <a:rPr lang="en-US"/>
              <a:t>Tab to Time then tab to Agenda item</a:t>
            </a:r>
          </a:p>
          <a:p>
            <a:pPr lvl="2"/>
            <a:r>
              <a:rPr lang="en-US"/>
              <a:t>Speaker name and topic</a:t>
            </a:r>
          </a:p>
          <a:p>
            <a:pPr lvl="3"/>
            <a:r>
              <a:rPr lang="en-US"/>
              <a:t>Additional information</a:t>
            </a:r>
          </a:p>
        </p:txBody>
      </p:sp>
      <p:sp>
        <p:nvSpPr>
          <p:cNvPr id="6" name="Text Placeholder 19">
            <a:extLst>
              <a:ext uri="{FF2B5EF4-FFF2-40B4-BE49-F238E27FC236}">
                <a16:creationId xmlns:a16="http://schemas.microsoft.com/office/drawing/2014/main" id="{99D62640-4C2F-4EEE-8702-E19D55A9718A}"/>
              </a:ext>
            </a:extLst>
          </p:cNvPr>
          <p:cNvSpPr>
            <a:spLocks noGrp="1"/>
          </p:cNvSpPr>
          <p:nvPr>
            <p:ph type="body" sz="quarter" idx="11" hasCustomPrompt="1"/>
          </p:nvPr>
        </p:nvSpPr>
        <p:spPr>
          <a:xfrm>
            <a:off x="6293091" y="1756549"/>
            <a:ext cx="3912531" cy="3614737"/>
          </a:xfrm>
          <a:prstGeom prst="rect">
            <a:avLst/>
          </a:prstGeom>
        </p:spPr>
        <p:txBody>
          <a:bodyPr/>
          <a:lstStyle>
            <a:lvl1pPr>
              <a:spcAft>
                <a:spcPts val="1800"/>
              </a:spcAft>
              <a:defRPr sz="2000" b="1">
                <a:solidFill>
                  <a:schemeClr val="tx2"/>
                </a:solidFill>
                <a:latin typeface="+mn-lt"/>
              </a:defRPr>
            </a:lvl1pPr>
            <a:lvl2pPr marL="0" indent="0">
              <a:spcBef>
                <a:spcPts val="0"/>
              </a:spcBef>
              <a:spcAft>
                <a:spcPts val="300"/>
              </a:spcAft>
              <a:buNone/>
              <a:tabLst>
                <a:tab pos="568325" algn="r"/>
                <a:tab pos="1028700" algn="l"/>
              </a:tabLst>
              <a:defRPr sz="1400" b="1">
                <a:solidFill>
                  <a:schemeClr val="tx2"/>
                </a:solidFill>
                <a:latin typeface="+mn-lt"/>
              </a:defRPr>
            </a:lvl2pPr>
            <a:lvl3pPr marL="1028700" indent="0">
              <a:spcBef>
                <a:spcPts val="0"/>
              </a:spcBef>
              <a:spcAft>
                <a:spcPts val="1800"/>
              </a:spcAft>
              <a:buNone/>
              <a:defRPr sz="1400">
                <a:solidFill>
                  <a:schemeClr val="tx2"/>
                </a:solidFill>
                <a:latin typeface="+mn-lt"/>
              </a:defRPr>
            </a:lvl3pPr>
            <a:lvl4pPr marL="0" indent="0">
              <a:spcBef>
                <a:spcPts val="0"/>
              </a:spcBef>
              <a:spcAft>
                <a:spcPts val="900"/>
              </a:spcAft>
              <a:buNone/>
              <a:defRPr sz="1400" i="1">
                <a:solidFill>
                  <a:schemeClr val="tx2"/>
                </a:solidFill>
                <a:latin typeface="+mn-lt"/>
              </a:defRPr>
            </a:lvl4pPr>
            <a:lvl5pPr marL="0" indent="0">
              <a:spcBef>
                <a:spcPts val="0"/>
              </a:spcBef>
              <a:spcAft>
                <a:spcPts val="900"/>
              </a:spcAft>
              <a:buFont typeface="Arial" panose="020B0604020202020204" pitchFamily="34" charset="0"/>
              <a:buNone/>
              <a:defRPr sz="1400">
                <a:solidFill>
                  <a:schemeClr val="tx2"/>
                </a:solidFill>
                <a:latin typeface="+mn-lt"/>
              </a:defRPr>
            </a:lvl5pPr>
          </a:lstStyle>
          <a:p>
            <a:pPr lvl="0"/>
            <a:r>
              <a:rPr lang="en-US"/>
              <a:t>Click to edit header</a:t>
            </a:r>
          </a:p>
          <a:p>
            <a:pPr lvl="1"/>
            <a:r>
              <a:rPr lang="en-US"/>
              <a:t>Tab to Time then tab to Agenda item</a:t>
            </a:r>
          </a:p>
          <a:p>
            <a:pPr lvl="2"/>
            <a:r>
              <a:rPr lang="en-US"/>
              <a:t>Speaker name and topic</a:t>
            </a:r>
          </a:p>
          <a:p>
            <a:pPr lvl="3"/>
            <a:r>
              <a:rPr lang="en-US"/>
              <a:t>Additional information</a:t>
            </a:r>
          </a:p>
        </p:txBody>
      </p:sp>
    </p:spTree>
    <p:extLst>
      <p:ext uri="{BB962C8B-B14F-4D97-AF65-F5344CB8AC3E}">
        <p14:creationId xmlns:p14="http://schemas.microsoft.com/office/powerpoint/2010/main" val="396180091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ivider re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userDrawn="1"/>
        </p:nvSpPr>
        <p:spPr>
          <a:xfrm>
            <a:off x="1"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a:defRPr sz="3200">
                <a:solidFill>
                  <a:schemeClr val="bg1"/>
                </a:solidFill>
                <a:latin typeface="+mn-lt"/>
              </a:defRPr>
            </a:lvl1pPr>
          </a:lstStyle>
          <a:p>
            <a:r>
              <a:rPr lang="en-US"/>
              <a:t>Click to edit title for divider</a:t>
            </a:r>
          </a:p>
        </p:txBody>
      </p:sp>
    </p:spTree>
    <p:extLst>
      <p:ext uri="{BB962C8B-B14F-4D97-AF65-F5344CB8AC3E}">
        <p14:creationId xmlns:p14="http://schemas.microsoft.com/office/powerpoint/2010/main" val="288946753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ivid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userDrawn="1"/>
        </p:nvSpPr>
        <p:spPr>
          <a:xfrm>
            <a:off x="1"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a:defRPr sz="3200">
                <a:solidFill>
                  <a:schemeClr val="bg1"/>
                </a:solidFill>
                <a:latin typeface="+mn-lt"/>
              </a:defRPr>
            </a:lvl1pPr>
          </a:lstStyle>
          <a:p>
            <a:r>
              <a:rPr lang="en-US"/>
              <a:t>Click to edit title for divider</a:t>
            </a:r>
          </a:p>
        </p:txBody>
      </p:sp>
    </p:spTree>
    <p:extLst>
      <p:ext uri="{BB962C8B-B14F-4D97-AF65-F5344CB8AC3E}">
        <p14:creationId xmlns:p14="http://schemas.microsoft.com/office/powerpoint/2010/main" val="123465583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ivider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userDrawn="1"/>
        </p:nvSpPr>
        <p:spPr>
          <a:xfrm>
            <a:off x="1" y="6257926"/>
            <a:ext cx="12192000" cy="6000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a:defRPr sz="3200">
                <a:solidFill>
                  <a:schemeClr val="accent2"/>
                </a:solidFill>
                <a:latin typeface="+mn-lt"/>
              </a:defRPr>
            </a:lvl1pPr>
          </a:lstStyle>
          <a:p>
            <a:r>
              <a:rPr lang="en-US"/>
              <a:t>Click to edit title for divider</a:t>
            </a:r>
          </a:p>
        </p:txBody>
      </p:sp>
    </p:spTree>
    <p:extLst>
      <p:ext uri="{BB962C8B-B14F-4D97-AF65-F5344CB8AC3E}">
        <p14:creationId xmlns:p14="http://schemas.microsoft.com/office/powerpoint/2010/main" val="169017645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and Content without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a:t>Click to add title for one 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defRPr cap="none" baseline="0">
                <a:solidFill>
                  <a:schemeClr val="tx2"/>
                </a:solidFill>
              </a:defRPr>
            </a:lvl1pPr>
            <a:lvl2pPr>
              <a:defRPr>
                <a:solidFill>
                  <a:schemeClr val="tx2"/>
                </a:solidFill>
              </a:defRPr>
            </a:lvl2pPr>
            <a:lvl3pPr>
              <a:defRPr baseline="0">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186292190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one 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buClr>
                <a:schemeClr val="tx1"/>
              </a:buClr>
              <a:defRPr sz="1800" b="1" cap="none" baseline="0">
                <a:solidFill>
                  <a:schemeClr val="tx2"/>
                </a:solidFill>
              </a:defRPr>
            </a:lvl1pPr>
            <a:lvl2pPr marL="0" indent="0">
              <a:buClr>
                <a:schemeClr val="tx1"/>
              </a:buClr>
              <a:buNone/>
              <a:defRPr baseline="0">
                <a:solidFill>
                  <a:schemeClr val="tx2"/>
                </a:solidFill>
              </a:defRPr>
            </a:lvl2pPr>
            <a:lvl3pPr marL="171450" indent="-171450">
              <a:spcBef>
                <a:spcPts val="1200"/>
              </a:spcBef>
              <a:buClr>
                <a:schemeClr val="tx1"/>
              </a:buClr>
              <a:buFont typeface="Arial" panose="020B0604020202020204" pitchFamily="34" charset="0"/>
              <a:buChar char="•"/>
              <a:defRPr sz="1400" baseline="0">
                <a:solidFill>
                  <a:schemeClr val="tx2"/>
                </a:solidFill>
              </a:defRPr>
            </a:lvl3pPr>
            <a:lvl4pPr marL="342900" indent="-171450">
              <a:buClr>
                <a:schemeClr val="tx1"/>
              </a:buClr>
              <a:buFont typeface="Arial" panose="020B0604020202020204" pitchFamily="34" charset="0"/>
              <a:buChar char="–"/>
              <a:defRPr baseline="0">
                <a:solidFill>
                  <a:schemeClr val="tx2"/>
                </a:solidFill>
              </a:defRPr>
            </a:lvl4pPr>
            <a:lvl5pPr marL="515938" indent="-173038">
              <a:buClr>
                <a:schemeClr val="tx1"/>
              </a:buClr>
              <a:buFont typeface="Arial" panose="020B0604020202020204" pitchFamily="34" charset="0"/>
              <a:buChar char="•"/>
              <a:defRPr>
                <a:solidFill>
                  <a:schemeClr val="tx2"/>
                </a:solidFill>
              </a:defRPr>
            </a:lvl5pPr>
            <a:lvl6pPr marL="687388" indent="-171450">
              <a:buClr>
                <a:schemeClr val="tx1"/>
              </a:buClr>
              <a:buFont typeface="Arial" panose="020B0604020202020204" pitchFamily="34" charset="0"/>
              <a:buChar char="–"/>
              <a:defRPr baseline="0">
                <a:solidFill>
                  <a:schemeClr val="tx2"/>
                </a:solidFill>
              </a:defRPr>
            </a:lvl6pPr>
            <a:lvl7pPr marL="860425" indent="-173038">
              <a:buFont typeface="Arial" panose="020B0604020202020204" pitchFamily="34" charset="0"/>
              <a:buChar char="•"/>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92068737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two column layout</a:t>
            </a:r>
          </a:p>
        </p:txBody>
      </p:sp>
      <p:sp>
        <p:nvSpPr>
          <p:cNvPr id="3" name="Content Placeholder 2"/>
          <p:cNvSpPr>
            <a:spLocks noGrp="1"/>
          </p:cNvSpPr>
          <p:nvPr>
            <p:ph sz="half" idx="1" hasCustomPrompt="1"/>
          </p:nvPr>
        </p:nvSpPr>
        <p:spPr bwMode="gray">
          <a:xfrm>
            <a:off x="557929" y="1767532"/>
            <a:ext cx="5238478" cy="3973512"/>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baseline="0" dirty="0" smtClean="0">
                <a:solidFill>
                  <a:schemeClr val="tx2"/>
                </a:solidFill>
              </a:defRPr>
            </a:lvl2pPr>
            <a:lvl3pPr marL="171450" indent="-171450">
              <a:spcBef>
                <a:spcPts val="1200"/>
              </a:spcBef>
              <a:buClr>
                <a:schemeClr val="tx1"/>
              </a:buClr>
              <a:buFont typeface="Arial" panose="020B0604020202020204" pitchFamily="34" charset="0"/>
              <a:buChar char="•"/>
              <a:defRPr lang="en-US" sz="1400" baseline="0" dirty="0" smtClean="0">
                <a:solidFill>
                  <a:schemeClr val="tx2"/>
                </a:solidFill>
              </a:defRPr>
            </a:lvl3pPr>
            <a:lvl4pPr marL="342900" indent="-171450">
              <a:buClr>
                <a:schemeClr val="tx1"/>
              </a:buClr>
              <a:buFont typeface="Arial" panose="020B0604020202020204" pitchFamily="34" charset="0"/>
              <a:buChar char="–"/>
              <a:defRPr lang="en-US" baseline="0" dirty="0" smtClean="0">
                <a:solidFill>
                  <a:schemeClr val="tx2"/>
                </a:solidFill>
              </a:defRPr>
            </a:lvl4pPr>
            <a:lvl5pPr marL="514350" indent="-171450">
              <a:buClr>
                <a:schemeClr val="tx1"/>
              </a:buClr>
              <a:buFont typeface="Arial" panose="020B0604020202020204" pitchFamily="34" charset="0"/>
              <a:buChar char="•"/>
              <a:defRPr lang="en-US" dirty="0">
                <a:solidFill>
                  <a:schemeClr val="tx2"/>
                </a:solidFill>
              </a:defRPr>
            </a:lvl5pPr>
            <a:lvl6pPr marL="685800" indent="-171450">
              <a:buClr>
                <a:schemeClr val="tx1"/>
              </a:buClr>
              <a:buFont typeface="Arial" panose="020B0604020202020204" pitchFamily="34" charset="0"/>
              <a:buChar char="–"/>
              <a:defRPr baseline="0">
                <a:solidFill>
                  <a:schemeClr val="tx2"/>
                </a:solidFill>
              </a:defRPr>
            </a:lvl6pPr>
            <a:lvl7pPr marL="860425" indent="-173038">
              <a:buFont typeface="Arial" panose="020B0604020202020204" pitchFamily="34" charset="0"/>
              <a:buChar char="•"/>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5" name="Content Placeholder 2"/>
          <p:cNvSpPr>
            <a:spLocks noGrp="1"/>
          </p:cNvSpPr>
          <p:nvPr>
            <p:ph sz="half" idx="10" hasCustomPrompt="1"/>
          </p:nvPr>
        </p:nvSpPr>
        <p:spPr bwMode="gray">
          <a:xfrm>
            <a:off x="6384175" y="1767532"/>
            <a:ext cx="5238478" cy="3973512"/>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baseline="0" dirty="0" smtClean="0">
                <a:solidFill>
                  <a:schemeClr val="tx2"/>
                </a:solidFill>
              </a:defRPr>
            </a:lvl2pPr>
            <a:lvl3pPr marL="171450" indent="-171450">
              <a:spcBef>
                <a:spcPts val="1200"/>
              </a:spcBef>
              <a:buClr>
                <a:schemeClr val="tx1"/>
              </a:buClr>
              <a:buFont typeface="Arial" panose="020B0604020202020204" pitchFamily="34" charset="0"/>
              <a:buChar char="•"/>
              <a:defRPr lang="en-US" sz="1400" baseline="0" dirty="0" smtClean="0">
                <a:solidFill>
                  <a:schemeClr val="tx2"/>
                </a:solidFill>
              </a:defRPr>
            </a:lvl3pPr>
            <a:lvl4pPr marL="342900" indent="-171450">
              <a:buClr>
                <a:schemeClr val="tx1"/>
              </a:buClr>
              <a:buFont typeface="Arial" panose="020B0604020202020204" pitchFamily="34" charset="0"/>
              <a:buChar char="–"/>
              <a:defRPr lang="en-US" baseline="0" dirty="0" smtClean="0">
                <a:solidFill>
                  <a:schemeClr val="tx2"/>
                </a:solidFill>
              </a:defRPr>
            </a:lvl4pPr>
            <a:lvl5pPr marL="514350" indent="-171450">
              <a:buClr>
                <a:schemeClr val="tx1"/>
              </a:buClr>
              <a:buFont typeface="Arial" panose="020B0604020202020204" pitchFamily="34" charset="0"/>
              <a:buChar char="•"/>
              <a:defRPr lang="en-US" dirty="0">
                <a:solidFill>
                  <a:schemeClr val="tx2"/>
                </a:solidFill>
              </a:defRPr>
            </a:lvl5pPr>
            <a:lvl6pPr marL="685800" indent="-171450">
              <a:buClr>
                <a:schemeClr val="tx1"/>
              </a:buClr>
              <a:buFont typeface="Arial" panose="020B0604020202020204" pitchFamily="34" charset="0"/>
              <a:buChar char="–"/>
              <a:defRPr baseline="0">
                <a:solidFill>
                  <a:schemeClr val="tx2"/>
                </a:solidFill>
              </a:defRPr>
            </a:lvl6pPr>
            <a:lvl7pPr marL="860425" indent="-173038">
              <a:buFont typeface="Arial" panose="020B0604020202020204" pitchFamily="34" charset="0"/>
              <a:buChar char="•"/>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419814704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three column layout</a:t>
            </a:r>
          </a:p>
        </p:txBody>
      </p:sp>
      <p:sp>
        <p:nvSpPr>
          <p:cNvPr id="3" name="Content Placeholder 2"/>
          <p:cNvSpPr>
            <a:spLocks noGrp="1"/>
          </p:cNvSpPr>
          <p:nvPr>
            <p:ph sz="half" idx="1" hasCustomPrompt="1"/>
          </p:nvPr>
        </p:nvSpPr>
        <p:spPr bwMode="gray">
          <a:xfrm>
            <a:off x="557930" y="1764792"/>
            <a:ext cx="3434085" cy="3988308"/>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60425" indent="-173038">
              <a:buFont typeface="Arial" panose="020B0604020202020204" pitchFamily="34" charset="0"/>
              <a:buChar char="•"/>
              <a:tabLst/>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6" name="Content Placeholder 2"/>
          <p:cNvSpPr>
            <a:spLocks noGrp="1"/>
          </p:cNvSpPr>
          <p:nvPr>
            <p:ph sz="half" idx="10" hasCustomPrompt="1"/>
          </p:nvPr>
        </p:nvSpPr>
        <p:spPr bwMode="gray">
          <a:xfrm>
            <a:off x="4371971" y="1764792"/>
            <a:ext cx="3434085" cy="3988308"/>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60425" indent="-173038">
              <a:buFont typeface="Arial" panose="020B0604020202020204" pitchFamily="34" charset="0"/>
              <a:buChar char="•"/>
              <a:tabLst/>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1" hasCustomPrompt="1"/>
          </p:nvPr>
        </p:nvSpPr>
        <p:spPr bwMode="gray">
          <a:xfrm>
            <a:off x="8186012" y="1764792"/>
            <a:ext cx="3434085" cy="3988308"/>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60425" indent="-173038">
              <a:buFont typeface="Arial" panose="020B0604020202020204" pitchFamily="34" charset="0"/>
              <a:buChar char="•"/>
              <a:tabLst/>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46817722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four column layout</a:t>
            </a:r>
          </a:p>
        </p:txBody>
      </p:sp>
      <p:sp>
        <p:nvSpPr>
          <p:cNvPr id="3" name="Content Placeholder 2"/>
          <p:cNvSpPr>
            <a:spLocks noGrp="1"/>
          </p:cNvSpPr>
          <p:nvPr>
            <p:ph sz="half" idx="1" hasCustomPrompt="1"/>
          </p:nvPr>
        </p:nvSpPr>
        <p:spPr bwMode="gray">
          <a:xfrm>
            <a:off x="557929" y="1764792"/>
            <a:ext cx="2506109" cy="3977640"/>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60425" indent="-173038">
              <a:buFont typeface="Arial" panose="020B0604020202020204" pitchFamily="34" charset="0"/>
              <a:buChar char="•"/>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0" hasCustomPrompt="1"/>
          </p:nvPr>
        </p:nvSpPr>
        <p:spPr bwMode="gray">
          <a:xfrm>
            <a:off x="3411600" y="1764792"/>
            <a:ext cx="2506109" cy="3977640"/>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60425" indent="-173038">
              <a:buFont typeface="Arial" panose="020B0604020202020204" pitchFamily="34" charset="0"/>
              <a:buChar char="•"/>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8" name="Content Placeholder 2"/>
          <p:cNvSpPr>
            <a:spLocks noGrp="1"/>
          </p:cNvSpPr>
          <p:nvPr>
            <p:ph sz="half" idx="11" hasCustomPrompt="1"/>
          </p:nvPr>
        </p:nvSpPr>
        <p:spPr bwMode="gray">
          <a:xfrm>
            <a:off x="6256125" y="1764792"/>
            <a:ext cx="2506109" cy="3977640"/>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60425" indent="-173038">
              <a:buFont typeface="Arial" panose="020B0604020202020204" pitchFamily="34" charset="0"/>
              <a:buChar char="•"/>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9" name="Content Placeholder 2"/>
          <p:cNvSpPr>
            <a:spLocks noGrp="1"/>
          </p:cNvSpPr>
          <p:nvPr>
            <p:ph sz="half" idx="12" hasCustomPrompt="1"/>
          </p:nvPr>
        </p:nvSpPr>
        <p:spPr bwMode="gray">
          <a:xfrm>
            <a:off x="9100650" y="1764792"/>
            <a:ext cx="2506109" cy="3977640"/>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60425" indent="-173038">
              <a:buFont typeface="Arial" panose="020B0604020202020204" pitchFamily="34" charset="0"/>
              <a:buChar char="•"/>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196849013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Five Content Journe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five column journey layout</a:t>
            </a:r>
          </a:p>
        </p:txBody>
      </p:sp>
      <p:sp>
        <p:nvSpPr>
          <p:cNvPr id="8" name="Content Placeholder 2"/>
          <p:cNvSpPr>
            <a:spLocks noGrp="1"/>
          </p:cNvSpPr>
          <p:nvPr>
            <p:ph sz="half" idx="1" hasCustomPrompt="1"/>
          </p:nvPr>
        </p:nvSpPr>
        <p:spPr bwMode="gray">
          <a:xfrm>
            <a:off x="1064941"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lvl="0"/>
            <a:r>
              <a:rPr lang="en-US"/>
              <a:t>Click to add Header</a:t>
            </a:r>
          </a:p>
          <a:p>
            <a:pPr lvl="1"/>
            <a:r>
              <a:rPr lang="en-US"/>
              <a:t>Body text</a:t>
            </a:r>
          </a:p>
          <a:p>
            <a:pPr lvl="2"/>
            <a:r>
              <a:rPr lang="en-US"/>
              <a:t>First-level bullet</a:t>
            </a:r>
          </a:p>
          <a:p>
            <a:pPr lvl="3"/>
            <a:r>
              <a:rPr lang="en-US"/>
              <a:t>Second-level bullet</a:t>
            </a:r>
          </a:p>
        </p:txBody>
      </p:sp>
      <p:sp>
        <p:nvSpPr>
          <p:cNvPr id="9" name="Content Placeholder 2"/>
          <p:cNvSpPr>
            <a:spLocks noGrp="1"/>
          </p:cNvSpPr>
          <p:nvPr>
            <p:ph sz="half" idx="10" hasCustomPrompt="1"/>
          </p:nvPr>
        </p:nvSpPr>
        <p:spPr bwMode="gray">
          <a:xfrm>
            <a:off x="3153647"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lvl="0"/>
            <a:r>
              <a:rPr lang="en-US"/>
              <a:t>Click to add Header</a:t>
            </a:r>
          </a:p>
          <a:p>
            <a:pPr lvl="1"/>
            <a:r>
              <a:rPr lang="en-US"/>
              <a:t>Body text</a:t>
            </a:r>
          </a:p>
          <a:p>
            <a:pPr lvl="2"/>
            <a:r>
              <a:rPr lang="en-US"/>
              <a:t>First-level bullet</a:t>
            </a:r>
          </a:p>
          <a:p>
            <a:pPr lvl="3"/>
            <a:r>
              <a:rPr lang="en-US"/>
              <a:t>Second-level bullet</a:t>
            </a:r>
          </a:p>
        </p:txBody>
      </p:sp>
      <p:sp>
        <p:nvSpPr>
          <p:cNvPr id="11" name="Content Placeholder 2"/>
          <p:cNvSpPr>
            <a:spLocks noGrp="1"/>
          </p:cNvSpPr>
          <p:nvPr>
            <p:ph sz="half" idx="11" hasCustomPrompt="1"/>
          </p:nvPr>
        </p:nvSpPr>
        <p:spPr bwMode="gray">
          <a:xfrm>
            <a:off x="5242353"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lvl="0"/>
            <a:r>
              <a:rPr lang="en-US"/>
              <a:t>Click to add Header</a:t>
            </a:r>
          </a:p>
          <a:p>
            <a:pPr lvl="1"/>
            <a:r>
              <a:rPr lang="en-US"/>
              <a:t>Body text</a:t>
            </a:r>
          </a:p>
          <a:p>
            <a:pPr lvl="2"/>
            <a:r>
              <a:rPr lang="en-US"/>
              <a:t>First-level bullet</a:t>
            </a:r>
          </a:p>
          <a:p>
            <a:pPr lvl="3"/>
            <a:r>
              <a:rPr lang="en-US"/>
              <a:t>Second-level bullet</a:t>
            </a:r>
          </a:p>
        </p:txBody>
      </p:sp>
      <p:sp>
        <p:nvSpPr>
          <p:cNvPr id="12" name="Content Placeholder 2"/>
          <p:cNvSpPr>
            <a:spLocks noGrp="1"/>
          </p:cNvSpPr>
          <p:nvPr>
            <p:ph sz="half" idx="12" hasCustomPrompt="1"/>
          </p:nvPr>
        </p:nvSpPr>
        <p:spPr bwMode="gray">
          <a:xfrm>
            <a:off x="7331059"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lvl="0"/>
            <a:r>
              <a:rPr lang="en-US"/>
              <a:t>Click to add Header</a:t>
            </a:r>
          </a:p>
          <a:p>
            <a:pPr lvl="1"/>
            <a:r>
              <a:rPr lang="en-US"/>
              <a:t>Body text</a:t>
            </a:r>
          </a:p>
          <a:p>
            <a:pPr lvl="2"/>
            <a:r>
              <a:rPr lang="en-US"/>
              <a:t>First-level bullet</a:t>
            </a:r>
          </a:p>
          <a:p>
            <a:pPr lvl="3"/>
            <a:r>
              <a:rPr lang="en-US"/>
              <a:t>Second-level bullet</a:t>
            </a:r>
          </a:p>
        </p:txBody>
      </p:sp>
      <p:sp>
        <p:nvSpPr>
          <p:cNvPr id="14" name="Content Placeholder 2"/>
          <p:cNvSpPr>
            <a:spLocks noGrp="1"/>
          </p:cNvSpPr>
          <p:nvPr>
            <p:ph sz="half" idx="13" hasCustomPrompt="1"/>
          </p:nvPr>
        </p:nvSpPr>
        <p:spPr bwMode="gray">
          <a:xfrm>
            <a:off x="9419765"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lvl="0"/>
            <a:r>
              <a:rPr lang="en-US"/>
              <a:t>Click to add Header</a:t>
            </a:r>
          </a:p>
          <a:p>
            <a:pPr lvl="1"/>
            <a:r>
              <a:rPr lang="en-US"/>
              <a:t>Body text</a:t>
            </a:r>
          </a:p>
          <a:p>
            <a:pPr lvl="2"/>
            <a:r>
              <a:rPr lang="en-US"/>
              <a:t>First-level bullet</a:t>
            </a:r>
          </a:p>
          <a:p>
            <a:pPr lvl="3"/>
            <a:r>
              <a:rPr lang="en-US"/>
              <a:t>Second-level bullet</a:t>
            </a:r>
          </a:p>
        </p:txBody>
      </p:sp>
    </p:spTree>
    <p:extLst>
      <p:ext uri="{BB962C8B-B14F-4D97-AF65-F5344CB8AC3E}">
        <p14:creationId xmlns:p14="http://schemas.microsoft.com/office/powerpoint/2010/main" val="210640619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Full page char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2"/>
                </a:solidFill>
              </a:defRPr>
            </a:lvl1pPr>
          </a:lstStyle>
          <a:p>
            <a:r>
              <a:rPr lang="en-US"/>
              <a:t>Click to add title for chart layout</a:t>
            </a:r>
          </a:p>
        </p:txBody>
      </p:sp>
      <p:sp>
        <p:nvSpPr>
          <p:cNvPr id="9" name="Content Placeholder 3">
            <a:extLst>
              <a:ext uri="{FF2B5EF4-FFF2-40B4-BE49-F238E27FC236}">
                <a16:creationId xmlns:a16="http://schemas.microsoft.com/office/drawing/2014/main" id="{579139DC-E144-408E-AD8A-E4105642CD13}"/>
              </a:ext>
            </a:extLst>
          </p:cNvPr>
          <p:cNvSpPr>
            <a:spLocks noGrp="1"/>
          </p:cNvSpPr>
          <p:nvPr>
            <p:ph sz="quarter" idx="10"/>
          </p:nvPr>
        </p:nvSpPr>
        <p:spPr>
          <a:xfrm>
            <a:off x="1570035" y="1752601"/>
            <a:ext cx="9051932" cy="2975735"/>
          </a:xfrm>
        </p:spPr>
        <p:txBody>
          <a:bodyPr/>
          <a:lstStyle>
            <a:lvl1pPr>
              <a:defRPr>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80432698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hart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2"/>
                </a:solidFill>
              </a:defRPr>
            </a:lvl1pPr>
          </a:lstStyle>
          <a:p>
            <a:r>
              <a:rPr lang="en-US"/>
              <a:t>Click to add title for chart with text layout</a:t>
            </a:r>
          </a:p>
        </p:txBody>
      </p:sp>
      <p:sp>
        <p:nvSpPr>
          <p:cNvPr id="7" name="Content Placeholder 3">
            <a:extLst>
              <a:ext uri="{FF2B5EF4-FFF2-40B4-BE49-F238E27FC236}">
                <a16:creationId xmlns:a16="http://schemas.microsoft.com/office/drawing/2014/main" id="{579139DC-E144-408E-AD8A-E4105642CD13}"/>
              </a:ext>
            </a:extLst>
          </p:cNvPr>
          <p:cNvSpPr>
            <a:spLocks noGrp="1"/>
          </p:cNvSpPr>
          <p:nvPr>
            <p:ph sz="quarter" idx="10"/>
          </p:nvPr>
        </p:nvSpPr>
        <p:spPr>
          <a:xfrm>
            <a:off x="4447653" y="1764793"/>
            <a:ext cx="7174286" cy="2975735"/>
          </a:xfrm>
        </p:spPr>
        <p:txBody>
          <a:bodyPr>
            <a:noAutofit/>
          </a:bodyPr>
          <a:lstStyle>
            <a:lvl1pPr>
              <a:defRPr>
                <a:solidFill>
                  <a:schemeClr val="tx2"/>
                </a:solidFill>
              </a:defRPr>
            </a:lvl1pPr>
          </a:lstStyle>
          <a:p>
            <a:pPr lvl="0"/>
            <a:r>
              <a:rPr lang="en-US"/>
              <a:t>Click to edit Master text styles</a:t>
            </a:r>
          </a:p>
        </p:txBody>
      </p:sp>
      <p:sp>
        <p:nvSpPr>
          <p:cNvPr id="13" name="Content Placeholder 2"/>
          <p:cNvSpPr>
            <a:spLocks noGrp="1"/>
          </p:cNvSpPr>
          <p:nvPr>
            <p:ph idx="1" hasCustomPrompt="1"/>
          </p:nvPr>
        </p:nvSpPr>
        <p:spPr bwMode="gray">
          <a:xfrm>
            <a:off x="557928" y="1767531"/>
            <a:ext cx="3439040" cy="2971800"/>
          </a:xfrm>
        </p:spPr>
        <p:txBody>
          <a:bodyPr/>
          <a:lstStyle>
            <a:lvl1pPr>
              <a:buClrTx/>
              <a:defRPr sz="1800" b="1" cap="none" baseline="0">
                <a:solidFill>
                  <a:schemeClr val="tx2"/>
                </a:solidFill>
              </a:defRPr>
            </a:lvl1pPr>
            <a:lvl2pPr marL="0" indent="0">
              <a:buClrTx/>
              <a:buNone/>
              <a:defRPr baseline="0">
                <a:solidFill>
                  <a:schemeClr val="tx2"/>
                </a:solidFill>
              </a:defRPr>
            </a:lvl2pPr>
            <a:lvl3pPr marL="177800" indent="-177800">
              <a:spcBef>
                <a:spcPts val="1200"/>
              </a:spcBef>
              <a:buClrTx/>
              <a:buFont typeface="Arial" panose="020B0604020202020204" pitchFamily="34" charset="0"/>
              <a:buChar char="•"/>
              <a:defRPr sz="1400" baseline="0">
                <a:solidFill>
                  <a:schemeClr val="tx2"/>
                </a:solidFill>
              </a:defRPr>
            </a:lvl3pPr>
            <a:lvl4pPr marL="342900" indent="-165100">
              <a:buClrTx/>
              <a:buFont typeface="Arial" panose="020B0604020202020204" pitchFamily="34" charset="0"/>
              <a:buChar char="–"/>
              <a:defRPr sz="1400">
                <a:solidFill>
                  <a:schemeClr val="tx2"/>
                </a:solidFill>
              </a:defRPr>
            </a:lvl4pPr>
            <a:lvl5pPr marL="515938" indent="-173038">
              <a:buClrTx/>
              <a:buFont typeface="Arial" panose="020B0604020202020204" pitchFamily="34" charset="0"/>
              <a:buChar char="•"/>
              <a:defRPr sz="1400">
                <a:solidFill>
                  <a:schemeClr val="tx2"/>
                </a:solidFill>
              </a:defRPr>
            </a:lvl5pPr>
            <a:lvl6pPr marL="687388" indent="-171450">
              <a:buClrTx/>
              <a:buFont typeface="Arial" panose="020B0604020202020204" pitchFamily="34" charset="0"/>
              <a:buChar char="–"/>
              <a:defRPr sz="1400">
                <a:solidFill>
                  <a:schemeClr val="tx2"/>
                </a:solidFill>
              </a:defRPr>
            </a:lvl6pPr>
            <a:lvl7pPr marL="860425" indent="-173038">
              <a:buClrTx/>
              <a:buFont typeface="Arial" panose="020B0604020202020204" pitchFamily="34" charset="0"/>
              <a:buChar char="•"/>
              <a:defRPr/>
            </a:lvl7pPr>
            <a:lvl8pPr marL="1031875" indent="-171450">
              <a:buClrTx/>
              <a:buFont typeface="Arial" panose="020B0604020202020204" pitchFamily="34" charset="0"/>
              <a:buChar char="–"/>
              <a:defRPr/>
            </a:lvl8pPr>
            <a:lvl9pPr marL="1203325" indent="-171450">
              <a:buClrTx/>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33461822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139F72-CEC0-495F-8477-192D60A880E2}"/>
              </a:ext>
            </a:extLst>
          </p:cNvPr>
          <p:cNvSpPr/>
          <p:nvPr userDrawn="1"/>
        </p:nvSpPr>
        <p:spPr>
          <a:xfrm>
            <a:off x="6096000" y="0"/>
            <a:ext cx="6096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comparison slide</a:t>
            </a:r>
          </a:p>
        </p:txBody>
      </p:sp>
      <p:grpSp>
        <p:nvGrpSpPr>
          <p:cNvPr id="19" name="Group 18">
            <a:extLst>
              <a:ext uri="{FF2B5EF4-FFF2-40B4-BE49-F238E27FC236}">
                <a16:creationId xmlns:a16="http://schemas.microsoft.com/office/drawing/2014/main" id="{4FDE6AD5-F9DF-408C-8730-856FE7DF1ACB}"/>
              </a:ext>
            </a:extLst>
          </p:cNvPr>
          <p:cNvGrpSpPr>
            <a:grpSpLocks noChangeAspect="1"/>
          </p:cNvGrpSpPr>
          <p:nvPr userDrawn="1"/>
        </p:nvGrpSpPr>
        <p:grpSpPr>
          <a:xfrm>
            <a:off x="10355279" y="6373316"/>
            <a:ext cx="1279513" cy="157138"/>
            <a:chOff x="1011652" y="1504398"/>
            <a:chExt cx="10028238" cy="1231900"/>
          </a:xfrm>
          <a:solidFill>
            <a:schemeClr val="bg1"/>
          </a:solidFill>
        </p:grpSpPr>
        <p:sp>
          <p:nvSpPr>
            <p:cNvPr id="20"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1"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2"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3"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4"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5"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15" name="Content Placeholder 3"/>
          <p:cNvSpPr>
            <a:spLocks noGrp="1"/>
          </p:cNvSpPr>
          <p:nvPr>
            <p:ph sz="half" idx="2" hasCustomPrompt="1"/>
          </p:nvPr>
        </p:nvSpPr>
        <p:spPr>
          <a:xfrm>
            <a:off x="1253474" y="3718012"/>
            <a:ext cx="3493918" cy="2023033"/>
          </a:xfrm>
          <a:noFill/>
        </p:spPr>
        <p:txBody>
          <a:bodyPr lIns="0" tIns="0" rIns="0" bIns="0"/>
          <a:lstStyle>
            <a:lvl1pPr marL="0" indent="0" algn="ctr">
              <a:spcBef>
                <a:spcPts val="1200"/>
              </a:spcBef>
              <a:buClrTx/>
              <a:buFont typeface="Arial"/>
              <a:buNone/>
              <a:defRPr sz="1800" b="1">
                <a:solidFill>
                  <a:schemeClr val="tx2"/>
                </a:solidFill>
              </a:defRPr>
            </a:lvl1pPr>
            <a:lvl2pPr marL="0" indent="0" algn="ctr">
              <a:spcBef>
                <a:spcPts val="1200"/>
              </a:spcBef>
              <a:buClrTx/>
              <a:buFontTx/>
              <a:buNone/>
              <a:defRPr sz="1600">
                <a:solidFill>
                  <a:schemeClr val="tx2"/>
                </a:solidFill>
              </a:defRPr>
            </a:lvl2pPr>
            <a:lvl3pPr marL="404813" indent="-173038">
              <a:spcBef>
                <a:spcPts val="600"/>
              </a:spcBef>
              <a:buClrTx/>
              <a:buFont typeface="Arial" panose="020B0604020202020204" pitchFamily="34" charset="0"/>
              <a:buChar char="•"/>
              <a:defRPr sz="1600">
                <a:solidFill>
                  <a:schemeClr val="tx2"/>
                </a:solidFill>
              </a:defRPr>
            </a:lvl3pPr>
            <a:lvl4pPr marL="631825" indent="-174625">
              <a:spcBef>
                <a:spcPts val="600"/>
              </a:spcBef>
              <a:buClrTx/>
              <a:buFont typeface="Arial" panose="020B0604020202020204" pitchFamily="34" charset="0"/>
              <a:buChar char="•"/>
              <a:defRPr sz="1600">
                <a:solidFill>
                  <a:schemeClr val="tx2"/>
                </a:solidFill>
              </a:defRPr>
            </a:lvl4pPr>
            <a:lvl5pPr marL="804863" indent="-173038">
              <a:spcBef>
                <a:spcPts val="600"/>
              </a:spcBef>
              <a:buClrTx/>
              <a:buFont typeface="Arial" panose="020B0604020202020204" pitchFamily="34" charset="0"/>
              <a:buChar char="–"/>
              <a:defRPr sz="1600">
                <a:solidFill>
                  <a:schemeClr val="tx2"/>
                </a:solidFill>
              </a:defRPr>
            </a:lvl5pPr>
            <a:lvl6pPr marL="977900" indent="-177800">
              <a:buClrTx/>
              <a:defRPr sz="1600"/>
            </a:lvl6pPr>
            <a:lvl7pPr marL="1143000" indent="-165100">
              <a:buClrTx/>
              <a:defRPr sz="1600"/>
            </a:lvl7pPr>
            <a:lvl8pPr marL="1320800" indent="-177800">
              <a:buClrTx/>
              <a:defRPr sz="1600"/>
            </a:lvl8pPr>
            <a:lvl9pPr>
              <a:defRPr sz="1600"/>
            </a:lvl9pPr>
          </a:lstStyle>
          <a:p>
            <a:pPr lvl="0"/>
            <a:r>
              <a:rPr lang="en-US"/>
              <a:t>Header</a:t>
            </a:r>
          </a:p>
          <a:p>
            <a:pPr lvl="1"/>
            <a:r>
              <a:rPr lang="en-US"/>
              <a:t>First-level</a:t>
            </a:r>
          </a:p>
        </p:txBody>
      </p:sp>
      <p:sp>
        <p:nvSpPr>
          <p:cNvPr id="16" name="Content Placeholder 5"/>
          <p:cNvSpPr>
            <a:spLocks noGrp="1"/>
          </p:cNvSpPr>
          <p:nvPr>
            <p:ph sz="quarter" idx="4" hasCustomPrompt="1"/>
          </p:nvPr>
        </p:nvSpPr>
        <p:spPr>
          <a:xfrm>
            <a:off x="7380297" y="3718012"/>
            <a:ext cx="3493918" cy="2023033"/>
          </a:xfrm>
          <a:noFill/>
        </p:spPr>
        <p:txBody>
          <a:bodyPr lIns="0" tIns="0" rIns="0" bIns="0"/>
          <a:lstStyle>
            <a:lvl1pPr marL="0" indent="0" algn="ctr">
              <a:spcBef>
                <a:spcPts val="1200"/>
              </a:spcBef>
              <a:buClrTx/>
              <a:buFont typeface="Arial"/>
              <a:buNone/>
              <a:defRPr sz="1800" b="1">
                <a:solidFill>
                  <a:schemeClr val="bg1"/>
                </a:solidFill>
              </a:defRPr>
            </a:lvl1pPr>
            <a:lvl2pPr marL="0" indent="0" algn="ctr">
              <a:spcBef>
                <a:spcPts val="1200"/>
              </a:spcBef>
              <a:buClrTx/>
              <a:buFontTx/>
              <a:buNone/>
              <a:defRPr sz="1600">
                <a:solidFill>
                  <a:schemeClr val="bg1"/>
                </a:solidFill>
              </a:defRPr>
            </a:lvl2pPr>
            <a:lvl3pPr marL="231775" indent="0">
              <a:spcBef>
                <a:spcPts val="600"/>
              </a:spcBef>
              <a:buClrTx/>
              <a:buFont typeface="Arial" panose="020B0604020202020204" pitchFamily="34" charset="0"/>
              <a:buNone/>
              <a:defRPr sz="1600">
                <a:solidFill>
                  <a:schemeClr val="bg1"/>
                </a:solidFill>
              </a:defRPr>
            </a:lvl3pPr>
            <a:lvl4pPr marL="631825" indent="-174625">
              <a:spcBef>
                <a:spcPts val="600"/>
              </a:spcBef>
              <a:buClrTx/>
              <a:buFont typeface="Arial" panose="020B0604020202020204" pitchFamily="34" charset="0"/>
              <a:buChar char="•"/>
              <a:defRPr sz="1600">
                <a:solidFill>
                  <a:schemeClr val="bg1"/>
                </a:solidFill>
              </a:defRPr>
            </a:lvl4pPr>
            <a:lvl5pPr marL="804863" indent="-173038">
              <a:spcBef>
                <a:spcPts val="600"/>
              </a:spcBef>
              <a:buClrTx/>
              <a:buFont typeface="Arial" panose="020B0604020202020204" pitchFamily="34" charset="0"/>
              <a:buChar char="–"/>
              <a:defRPr sz="1600">
                <a:solidFill>
                  <a:schemeClr val="bg1"/>
                </a:solidFill>
              </a:defRPr>
            </a:lvl5pPr>
            <a:lvl6pPr>
              <a:spcBef>
                <a:spcPts val="600"/>
              </a:spcBef>
              <a:buClrTx/>
              <a:defRPr sz="1600">
                <a:solidFill>
                  <a:schemeClr val="bg1"/>
                </a:solidFill>
              </a:defRPr>
            </a:lvl6pPr>
            <a:lvl7pPr>
              <a:spcBef>
                <a:spcPts val="600"/>
              </a:spcBef>
              <a:buClrTx/>
              <a:defRPr sz="1600">
                <a:solidFill>
                  <a:schemeClr val="bg1"/>
                </a:solidFill>
              </a:defRPr>
            </a:lvl7pPr>
            <a:lvl8pPr>
              <a:spcBef>
                <a:spcPts val="600"/>
              </a:spcBef>
              <a:buClrTx/>
              <a:defRPr sz="1600">
                <a:solidFill>
                  <a:schemeClr val="bg1"/>
                </a:solidFill>
              </a:defRPr>
            </a:lvl8pPr>
            <a:lvl9pPr>
              <a:defRPr sz="1600"/>
            </a:lvl9pPr>
          </a:lstStyle>
          <a:p>
            <a:pPr lvl="0"/>
            <a:r>
              <a:rPr lang="en-US"/>
              <a:t>Header</a:t>
            </a:r>
          </a:p>
          <a:p>
            <a:pPr lvl="1"/>
            <a:r>
              <a:rPr lang="en-US"/>
              <a:t>First-level</a:t>
            </a:r>
          </a:p>
        </p:txBody>
      </p:sp>
    </p:spTree>
    <p:extLst>
      <p:ext uri="{BB962C8B-B14F-4D97-AF65-F5344CB8AC3E}">
        <p14:creationId xmlns:p14="http://schemas.microsoft.com/office/powerpoint/2010/main" val="84099469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hree points">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CFACB8A6-3813-48D2-B8CE-038DD1E42B32}"/>
              </a:ext>
            </a:extLst>
          </p:cNvPr>
          <p:cNvSpPr/>
          <p:nvPr userDrawn="1"/>
        </p:nvSpPr>
        <p:spPr>
          <a:xfrm>
            <a:off x="218718" y="6241774"/>
            <a:ext cx="5587246" cy="616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3" name="Rectangle 22">
            <a:extLst>
              <a:ext uri="{FF2B5EF4-FFF2-40B4-BE49-F238E27FC236}">
                <a16:creationId xmlns:a16="http://schemas.microsoft.com/office/drawing/2014/main" id="{B5FE79D5-35B2-49F2-B15D-DA1A165F3786}"/>
              </a:ext>
            </a:extLst>
          </p:cNvPr>
          <p:cNvSpPr/>
          <p:nvPr userDrawn="1"/>
        </p:nvSpPr>
        <p:spPr>
          <a:xfrm>
            <a:off x="4062895" y="0"/>
            <a:ext cx="405815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2" name="Rectangle 21">
            <a:extLst>
              <a:ext uri="{FF2B5EF4-FFF2-40B4-BE49-F238E27FC236}">
                <a16:creationId xmlns:a16="http://schemas.microsoft.com/office/drawing/2014/main" id="{D8E8E372-A3D9-43BC-A3BE-4011C8DA5B98}"/>
              </a:ext>
            </a:extLst>
          </p:cNvPr>
          <p:cNvSpPr/>
          <p:nvPr userDrawn="1"/>
        </p:nvSpPr>
        <p:spPr>
          <a:xfrm>
            <a:off x="8121046" y="0"/>
            <a:ext cx="407095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grpSp>
        <p:nvGrpSpPr>
          <p:cNvPr id="6" name="Group 5">
            <a:extLst>
              <a:ext uri="{FF2B5EF4-FFF2-40B4-BE49-F238E27FC236}">
                <a16:creationId xmlns:a16="http://schemas.microsoft.com/office/drawing/2014/main" id="{4FDE6AD5-F9DF-408C-8730-856FE7DF1ACB}"/>
              </a:ext>
            </a:extLst>
          </p:cNvPr>
          <p:cNvGrpSpPr>
            <a:grpSpLocks noChangeAspect="1"/>
          </p:cNvGrpSpPr>
          <p:nvPr userDrawn="1"/>
        </p:nvGrpSpPr>
        <p:grpSpPr>
          <a:xfrm>
            <a:off x="10355279" y="6373316"/>
            <a:ext cx="1279513" cy="157138"/>
            <a:chOff x="1011652" y="1504398"/>
            <a:chExt cx="10028238" cy="1231900"/>
          </a:xfrm>
          <a:solidFill>
            <a:schemeClr val="bg1"/>
          </a:solidFill>
        </p:grpSpPr>
        <p:sp>
          <p:nvSpPr>
            <p:cNvPr id="7"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8"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9"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0"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2"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8" name="Content Placeholder 8">
            <a:extLst>
              <a:ext uri="{FF2B5EF4-FFF2-40B4-BE49-F238E27FC236}">
                <a16:creationId xmlns:a16="http://schemas.microsoft.com/office/drawing/2014/main" id="{80785A3E-DA24-410F-9CAE-7070C42B58B4}"/>
              </a:ext>
            </a:extLst>
          </p:cNvPr>
          <p:cNvSpPr txBox="1">
            <a:spLocks/>
          </p:cNvSpPr>
          <p:nvPr userDrawn="1"/>
        </p:nvSpPr>
        <p:spPr>
          <a:xfrm>
            <a:off x="557930"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tx2"/>
                </a:solidFill>
                <a:latin typeface="+mn-lt"/>
                <a:ea typeface="Open Sans" panose="020B0606030504020204" pitchFamily="34" charset="0"/>
                <a:cs typeface="Arial" panose="020B0604020202020204" pitchFamily="34" charset="0"/>
              </a:rPr>
              <a:pPr algn="l"/>
              <a:t>‹#›</a:t>
            </a:fld>
            <a:endParaRPr lang="en-US" sz="1000" b="1">
              <a:solidFill>
                <a:schemeClr val="tx2"/>
              </a:solidFill>
              <a:latin typeface="+mn-lt"/>
              <a:ea typeface="Open Sans" panose="020B0606030504020204" pitchFamily="34" charset="0"/>
              <a:cs typeface="Arial" panose="020B0604020202020204" pitchFamily="34" charset="0"/>
            </a:endParaRPr>
          </a:p>
        </p:txBody>
      </p:sp>
      <p:sp>
        <p:nvSpPr>
          <p:cNvPr id="29" name="Content Placeholder 8">
            <a:extLst>
              <a:ext uri="{FF2B5EF4-FFF2-40B4-BE49-F238E27FC236}">
                <a16:creationId xmlns:a16="http://schemas.microsoft.com/office/drawing/2014/main" id="{62BE1DE7-64C2-4B16-AD38-1C91E86AECEB}"/>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tx2"/>
                </a:solidFill>
                <a:latin typeface="+mn-lt"/>
                <a:cs typeface="Arial" panose="020B0604020202020204" pitchFamily="34" charset="0"/>
              </a:rPr>
              <a:t>©2019 CVS Health and/or one of its affiliates. Confidential and proprietary.</a:t>
            </a:r>
          </a:p>
        </p:txBody>
      </p:sp>
      <p:sp>
        <p:nvSpPr>
          <p:cNvPr id="17" name="Content Placeholder 2"/>
          <p:cNvSpPr>
            <a:spLocks noGrp="1"/>
          </p:cNvSpPr>
          <p:nvPr>
            <p:ph sz="half" idx="1" hasCustomPrompt="1"/>
          </p:nvPr>
        </p:nvSpPr>
        <p:spPr bwMode="gray">
          <a:xfrm>
            <a:off x="846991" y="3148862"/>
            <a:ext cx="2368913" cy="2592183"/>
          </a:xfrm>
        </p:spPr>
        <p:txBody>
          <a:bodyPr vert="horz" lIns="0" tIns="0" rIns="0" bIns="0" rtlCol="0">
            <a:noAutofit/>
          </a:bodyPr>
          <a:lstStyle>
            <a:lvl1pPr algn="ctr">
              <a:buClrTx/>
              <a:defRPr lang="en-US" sz="1800" b="1" cap="none" baseline="0" dirty="0" smtClean="0">
                <a:solidFill>
                  <a:schemeClr val="tx2"/>
                </a:solidFill>
              </a:defRPr>
            </a:lvl1pPr>
            <a:lvl2pPr marL="0" indent="0" algn="ctr">
              <a:buClrTx/>
              <a:buFontTx/>
              <a:buNone/>
              <a:defRPr lang="en-US" sz="1600" dirty="0" smtClean="0">
                <a:solidFill>
                  <a:schemeClr val="tx2"/>
                </a:solidFill>
              </a:defRPr>
            </a:lvl2pPr>
            <a:lvl3pPr marL="171450" indent="0">
              <a:buClrTx/>
              <a:buFont typeface="Arial" panose="020B0604020202020204" pitchFamily="34" charset="0"/>
              <a:buNone/>
              <a:defRPr lang="en-US" sz="1600" dirty="0" smtClean="0">
                <a:solidFill>
                  <a:schemeClr val="tx2"/>
                </a:solidFill>
              </a:defRPr>
            </a:lvl3pPr>
            <a:lvl4pPr>
              <a:buClrTx/>
              <a:defRPr lang="en-US" sz="1600" dirty="0" smtClean="0">
                <a:solidFill>
                  <a:schemeClr val="tx2"/>
                </a:solidFill>
              </a:defRPr>
            </a:lvl4pPr>
            <a:lvl5pPr>
              <a:buClrTx/>
              <a:defRPr lang="en-US" sz="1600" dirty="0">
                <a:solidFill>
                  <a:schemeClr val="tx2"/>
                </a:solidFill>
              </a:defRPr>
            </a:lvl5pPr>
            <a:lvl6pPr>
              <a:buClrTx/>
              <a:defRPr sz="1600"/>
            </a:lvl6pPr>
            <a:lvl7pPr>
              <a:buClrTx/>
              <a:defRPr sz="1600"/>
            </a:lvl7pPr>
            <a:lvl8pPr>
              <a:buClrTx/>
              <a:defRPr sz="1600"/>
            </a:lvl8pPr>
            <a:lvl9pPr>
              <a:defRPr sz="1600"/>
            </a:lvl9pPr>
          </a:lstStyle>
          <a:p>
            <a:pPr lvl="0"/>
            <a:r>
              <a:rPr lang="en-US"/>
              <a:t>Header</a:t>
            </a:r>
          </a:p>
          <a:p>
            <a:pPr lvl="1"/>
            <a:r>
              <a:rPr lang="en-US"/>
              <a:t>First-level</a:t>
            </a:r>
          </a:p>
        </p:txBody>
      </p:sp>
      <p:sp>
        <p:nvSpPr>
          <p:cNvPr id="18" name="Content Placeholder 3"/>
          <p:cNvSpPr>
            <a:spLocks noGrp="1"/>
          </p:cNvSpPr>
          <p:nvPr>
            <p:ph sz="half" idx="2" hasCustomPrompt="1"/>
          </p:nvPr>
        </p:nvSpPr>
        <p:spPr bwMode="gray">
          <a:xfrm>
            <a:off x="4907514" y="3148862"/>
            <a:ext cx="2368913" cy="2592183"/>
          </a:xfrm>
        </p:spPr>
        <p:txBody>
          <a:bodyPr vert="horz" lIns="0" tIns="0" rIns="0" bIns="0" rtlCol="0">
            <a:noAutofit/>
          </a:bodyPr>
          <a:lstStyle>
            <a:lvl1pPr algn="ctr">
              <a:buClrTx/>
              <a:defRPr lang="en-US" sz="1800" b="1" cap="none" baseline="0" dirty="0" smtClean="0">
                <a:solidFill>
                  <a:schemeClr val="tx2"/>
                </a:solidFill>
              </a:defRPr>
            </a:lvl1pPr>
            <a:lvl2pPr marL="0" indent="0" algn="ctr">
              <a:buClrTx/>
              <a:buFontTx/>
              <a:buNone/>
              <a:defRPr lang="en-US" sz="1600" baseline="0" dirty="0" smtClean="0">
                <a:solidFill>
                  <a:schemeClr val="tx2"/>
                </a:solidFill>
              </a:defRPr>
            </a:lvl2pPr>
            <a:lvl3pPr marL="171450" indent="0">
              <a:buClrTx/>
              <a:buFont typeface="Arial" panose="020B0604020202020204" pitchFamily="34" charset="0"/>
              <a:buNone/>
              <a:defRPr lang="en-US" sz="1600" baseline="0" dirty="0" smtClean="0">
                <a:solidFill>
                  <a:schemeClr val="tx2"/>
                </a:solidFill>
              </a:defRPr>
            </a:lvl3pPr>
            <a:lvl4pPr>
              <a:buClrTx/>
              <a:defRPr lang="en-US" sz="1600" baseline="0" dirty="0" smtClean="0">
                <a:solidFill>
                  <a:schemeClr val="tx2"/>
                </a:solidFill>
              </a:defRPr>
            </a:lvl4pPr>
            <a:lvl5pPr>
              <a:buClrTx/>
              <a:defRPr lang="en-US" sz="1600" baseline="0" dirty="0">
                <a:solidFill>
                  <a:schemeClr val="tx2"/>
                </a:solidFill>
              </a:defRPr>
            </a:lvl5pPr>
            <a:lvl6pPr>
              <a:buClrTx/>
              <a:defRPr sz="1600" baseline="0">
                <a:solidFill>
                  <a:schemeClr val="tx2"/>
                </a:solidFill>
              </a:defRPr>
            </a:lvl6pPr>
            <a:lvl7pPr>
              <a:buClrTx/>
              <a:defRPr sz="1600" baseline="0">
                <a:solidFill>
                  <a:schemeClr val="tx2"/>
                </a:solidFill>
              </a:defRPr>
            </a:lvl7pPr>
            <a:lvl8pPr>
              <a:buClrTx/>
              <a:defRPr sz="1600" baseline="0">
                <a:solidFill>
                  <a:schemeClr val="tx2"/>
                </a:solidFill>
              </a:defRPr>
            </a:lvl8pPr>
            <a:lvl9pPr>
              <a:buClrTx/>
              <a:defRPr sz="1600">
                <a:solidFill>
                  <a:schemeClr val="tx2"/>
                </a:solidFill>
              </a:defRPr>
            </a:lvl9pPr>
          </a:lstStyle>
          <a:p>
            <a:pPr lvl="0"/>
            <a:r>
              <a:rPr lang="en-US"/>
              <a:t>Header</a:t>
            </a:r>
          </a:p>
          <a:p>
            <a:pPr lvl="1"/>
            <a:r>
              <a:rPr lang="en-US"/>
              <a:t>First-level</a:t>
            </a:r>
          </a:p>
        </p:txBody>
      </p:sp>
      <p:sp>
        <p:nvSpPr>
          <p:cNvPr id="19" name="Content Placeholder 3"/>
          <p:cNvSpPr>
            <a:spLocks noGrp="1"/>
          </p:cNvSpPr>
          <p:nvPr>
            <p:ph sz="half" idx="18" hasCustomPrompt="1"/>
          </p:nvPr>
        </p:nvSpPr>
        <p:spPr bwMode="gray">
          <a:xfrm>
            <a:off x="8972065" y="3148862"/>
            <a:ext cx="2368913" cy="2592183"/>
          </a:xfrm>
        </p:spPr>
        <p:txBody>
          <a:bodyPr vert="horz" lIns="0" tIns="0" rIns="0" bIns="0" rtlCol="0">
            <a:noAutofit/>
          </a:bodyPr>
          <a:lstStyle>
            <a:lvl1pPr algn="ctr">
              <a:buClrTx/>
              <a:defRPr lang="en-US" sz="1800" b="1" cap="none" baseline="0" dirty="0" smtClean="0">
                <a:solidFill>
                  <a:schemeClr val="bg1"/>
                </a:solidFill>
              </a:defRPr>
            </a:lvl1pPr>
            <a:lvl2pPr marL="0" indent="0" algn="ctr">
              <a:buClrTx/>
              <a:buFontTx/>
              <a:buNone/>
              <a:defRPr lang="en-US" sz="1600" dirty="0" smtClean="0">
                <a:solidFill>
                  <a:schemeClr val="bg1"/>
                </a:solidFill>
              </a:defRPr>
            </a:lvl2pPr>
            <a:lvl3pPr marL="171450" indent="0">
              <a:buClrTx/>
              <a:buFont typeface="Arial" panose="020B0604020202020204" pitchFamily="34" charset="0"/>
              <a:buNone/>
              <a:defRPr lang="en-US" sz="1600" baseline="0" dirty="0" smtClean="0">
                <a:solidFill>
                  <a:schemeClr val="bg1"/>
                </a:solidFill>
              </a:defRPr>
            </a:lvl3pPr>
            <a:lvl4pPr>
              <a:buClrTx/>
              <a:defRPr lang="en-US" sz="1600" baseline="0" dirty="0" smtClean="0">
                <a:solidFill>
                  <a:schemeClr val="bg1"/>
                </a:solidFill>
              </a:defRPr>
            </a:lvl4pPr>
            <a:lvl5pPr>
              <a:buClrTx/>
              <a:defRPr lang="en-US" sz="1600" baseline="0" dirty="0">
                <a:solidFill>
                  <a:schemeClr val="bg1"/>
                </a:solidFill>
              </a:defRPr>
            </a:lvl5pPr>
            <a:lvl6pPr>
              <a:buClrTx/>
              <a:defRPr sz="1600" baseline="0">
                <a:solidFill>
                  <a:schemeClr val="bg1"/>
                </a:solidFill>
              </a:defRPr>
            </a:lvl6pPr>
            <a:lvl7pPr>
              <a:buClrTx/>
              <a:defRPr sz="1600">
                <a:solidFill>
                  <a:schemeClr val="bg1"/>
                </a:solidFill>
              </a:defRPr>
            </a:lvl7pPr>
            <a:lvl8pPr>
              <a:buClrTx/>
              <a:defRPr sz="1600" baseline="0">
                <a:solidFill>
                  <a:schemeClr val="bg1"/>
                </a:solidFill>
              </a:defRPr>
            </a:lvl8pPr>
            <a:lvl9pPr>
              <a:buClrTx/>
              <a:defRPr sz="1600">
                <a:solidFill>
                  <a:schemeClr val="bg1"/>
                </a:solidFill>
              </a:defRPr>
            </a:lvl9pPr>
          </a:lstStyle>
          <a:p>
            <a:pPr lvl="0"/>
            <a:r>
              <a:rPr lang="en-US"/>
              <a:t>Header</a:t>
            </a:r>
          </a:p>
          <a:p>
            <a:pPr lvl="1"/>
            <a:r>
              <a:rPr lang="en-US"/>
              <a:t>First-level</a:t>
            </a:r>
          </a:p>
        </p:txBody>
      </p:sp>
    </p:spTree>
    <p:extLst>
      <p:ext uri="{BB962C8B-B14F-4D97-AF65-F5344CB8AC3E}">
        <p14:creationId xmlns:p14="http://schemas.microsoft.com/office/powerpoint/2010/main" val="330698363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and image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a:t>
            </a:r>
            <a:br>
              <a:rPr lang="en-US"/>
            </a:br>
            <a:r>
              <a:rPr lang="en-US"/>
              <a:t>for image and text slide</a:t>
            </a:r>
          </a:p>
        </p:txBody>
      </p:sp>
      <p:sp>
        <p:nvSpPr>
          <p:cNvPr id="6" name="Content Placeholder 2"/>
          <p:cNvSpPr>
            <a:spLocks noGrp="1"/>
          </p:cNvSpPr>
          <p:nvPr>
            <p:ph idx="1" hasCustomPrompt="1"/>
          </p:nvPr>
        </p:nvSpPr>
        <p:spPr bwMode="gray">
          <a:xfrm>
            <a:off x="557929" y="1765300"/>
            <a:ext cx="4884168" cy="3977640"/>
          </a:xfrm>
        </p:spPr>
        <p:txBody>
          <a:bodyPr/>
          <a:lstStyle>
            <a:lvl1pPr>
              <a:defRPr cap="none" baseline="0">
                <a:solidFill>
                  <a:schemeClr val="tx2"/>
                </a:solidFill>
              </a:defRPr>
            </a:lvl1pPr>
            <a:lvl2pPr>
              <a:defRPr baseline="0">
                <a:solidFill>
                  <a:schemeClr val="tx2"/>
                </a:solidFill>
              </a:defRPr>
            </a:lvl2pPr>
            <a:lvl3pPr>
              <a:defRPr>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609600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spTree>
    <p:extLst>
      <p:ext uri="{BB962C8B-B14F-4D97-AF65-F5344CB8AC3E}">
        <p14:creationId xmlns:p14="http://schemas.microsoft.com/office/powerpoint/2010/main" val="327437841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and image left">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sp>
        <p:nvSpPr>
          <p:cNvPr id="2" name="Title 1"/>
          <p:cNvSpPr>
            <a:spLocks noGrp="1"/>
          </p:cNvSpPr>
          <p:nvPr>
            <p:ph type="title" hasCustomPrompt="1"/>
          </p:nvPr>
        </p:nvSpPr>
        <p:spPr>
          <a:xfrm>
            <a:off x="6733589" y="530351"/>
            <a:ext cx="4884168" cy="713232"/>
          </a:xfrm>
        </p:spPr>
        <p:txBody>
          <a:bodyPr/>
          <a:lstStyle>
            <a:lvl1pPr>
              <a:defRPr>
                <a:solidFill>
                  <a:schemeClr val="tx2"/>
                </a:solidFill>
              </a:defRPr>
            </a:lvl1pPr>
          </a:lstStyle>
          <a:p>
            <a:r>
              <a:rPr lang="en-US"/>
              <a:t>Click to add title </a:t>
            </a:r>
            <a:br>
              <a:rPr lang="en-US"/>
            </a:br>
            <a:r>
              <a:rPr lang="en-US"/>
              <a:t>for image and text slide</a:t>
            </a:r>
          </a:p>
        </p:txBody>
      </p:sp>
      <p:sp>
        <p:nvSpPr>
          <p:cNvPr id="6" name="Content Placeholder 2"/>
          <p:cNvSpPr>
            <a:spLocks noGrp="1"/>
          </p:cNvSpPr>
          <p:nvPr>
            <p:ph idx="1" hasCustomPrompt="1"/>
          </p:nvPr>
        </p:nvSpPr>
        <p:spPr bwMode="gray">
          <a:xfrm>
            <a:off x="6740693" y="1765300"/>
            <a:ext cx="4884168" cy="3977640"/>
          </a:xfrm>
        </p:spPr>
        <p:txBody>
          <a:bodyPr/>
          <a:lstStyle>
            <a:lvl1pPr>
              <a:buClrTx/>
              <a:defRPr cap="none" baseline="0">
                <a:solidFill>
                  <a:schemeClr val="tx2"/>
                </a:solidFill>
              </a:defRPr>
            </a:lvl1pPr>
            <a:lvl2pPr>
              <a:buClrTx/>
              <a:defRPr>
                <a:solidFill>
                  <a:schemeClr val="tx2"/>
                </a:solidFill>
              </a:defRPr>
            </a:lvl2pPr>
            <a:lvl3pPr>
              <a:buClrTx/>
              <a:defRPr>
                <a:solidFill>
                  <a:schemeClr val="tx2"/>
                </a:solidFill>
              </a:defRPr>
            </a:lvl3pPr>
            <a:lvl4pPr>
              <a:buClrTx/>
              <a:defRPr>
                <a:solidFill>
                  <a:schemeClr val="tx2"/>
                </a:solidFill>
              </a:defRPr>
            </a:lvl4pPr>
            <a:lvl5pPr>
              <a:buClrTx/>
              <a:defRPr>
                <a:solidFill>
                  <a:schemeClr val="tx2"/>
                </a:solidFill>
              </a:defRPr>
            </a:lvl5pPr>
            <a:lvl6pPr>
              <a:buClrTx/>
              <a:defRPr/>
            </a:lvl6pPr>
            <a:lvl7pPr>
              <a:buClrTx/>
              <a:defRPr/>
            </a:lvl7pPr>
            <a:lvl8pPr>
              <a:buClrTx/>
              <a:defRPr/>
            </a:lvl8pPr>
            <a:lvl9pPr>
              <a:buClrTx/>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97408527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ext and Infographic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5139F72-CEC0-495F-8477-192D60A880E2}"/>
              </a:ext>
            </a:extLst>
          </p:cNvPr>
          <p:cNvSpPr/>
          <p:nvPr userDrawn="1"/>
        </p:nvSpPr>
        <p:spPr>
          <a:xfrm>
            <a:off x="6096000" y="0"/>
            <a:ext cx="6096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grpSp>
        <p:nvGrpSpPr>
          <p:cNvPr id="9" name="Group 8">
            <a:extLst>
              <a:ext uri="{FF2B5EF4-FFF2-40B4-BE49-F238E27FC236}">
                <a16:creationId xmlns:a16="http://schemas.microsoft.com/office/drawing/2014/main" id="{C4BCE3BF-19DE-4243-9ED2-5FA21553C1FA}"/>
              </a:ext>
            </a:extLst>
          </p:cNvPr>
          <p:cNvGrpSpPr>
            <a:grpSpLocks noChangeAspect="1"/>
          </p:cNvGrpSpPr>
          <p:nvPr userDrawn="1"/>
        </p:nvGrpSpPr>
        <p:grpSpPr>
          <a:xfrm>
            <a:off x="10355279" y="6373316"/>
            <a:ext cx="1279513" cy="157138"/>
            <a:chOff x="1011652" y="1504398"/>
            <a:chExt cx="10028238" cy="1231900"/>
          </a:xfrm>
          <a:solidFill>
            <a:schemeClr val="bg1"/>
          </a:solidFill>
        </p:grpSpPr>
        <p:sp>
          <p:nvSpPr>
            <p:cNvPr id="10" name="Freeform 4">
              <a:extLst>
                <a:ext uri="{FF2B5EF4-FFF2-40B4-BE49-F238E27FC236}">
                  <a16:creationId xmlns:a16="http://schemas.microsoft.com/office/drawing/2014/main" id="{4FAD22A7-02FD-47B7-B56B-F83C1B41E59F}"/>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5">
              <a:extLst>
                <a:ext uri="{FF2B5EF4-FFF2-40B4-BE49-F238E27FC236}">
                  <a16:creationId xmlns:a16="http://schemas.microsoft.com/office/drawing/2014/main" id="{E5501FD2-6558-4D19-84E8-1DAF689AB5F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2" name="Freeform 6">
              <a:extLst>
                <a:ext uri="{FF2B5EF4-FFF2-40B4-BE49-F238E27FC236}">
                  <a16:creationId xmlns:a16="http://schemas.microsoft.com/office/drawing/2014/main" id="{56C71C9D-3B12-4743-ABB3-3300A6D7C2AE}"/>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3" name="Freeform 7">
              <a:extLst>
                <a:ext uri="{FF2B5EF4-FFF2-40B4-BE49-F238E27FC236}">
                  <a16:creationId xmlns:a16="http://schemas.microsoft.com/office/drawing/2014/main" id="{7C9731B0-F7F6-409F-971D-705E83BF30BE}"/>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4" name="Freeform 8">
              <a:extLst>
                <a:ext uri="{FF2B5EF4-FFF2-40B4-BE49-F238E27FC236}">
                  <a16:creationId xmlns:a16="http://schemas.microsoft.com/office/drawing/2014/main" id="{D982D7F3-8E67-4A4F-91EE-C8AA3BB44D70}"/>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5" name="Freeform 10">
              <a:extLst>
                <a:ext uri="{FF2B5EF4-FFF2-40B4-BE49-F238E27FC236}">
                  <a16:creationId xmlns:a16="http://schemas.microsoft.com/office/drawing/2014/main" id="{37B8E154-46D5-4920-86B2-1F96A57FEDC1}"/>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text and infographic</a:t>
            </a:r>
          </a:p>
        </p:txBody>
      </p:sp>
      <p:sp>
        <p:nvSpPr>
          <p:cNvPr id="6" name="Content Placeholder 2"/>
          <p:cNvSpPr>
            <a:spLocks noGrp="1"/>
          </p:cNvSpPr>
          <p:nvPr>
            <p:ph idx="1" hasCustomPrompt="1"/>
          </p:nvPr>
        </p:nvSpPr>
        <p:spPr bwMode="gray">
          <a:xfrm>
            <a:off x="557929" y="1767532"/>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167530777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and Infographic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33589" y="530351"/>
            <a:ext cx="4884168" cy="713232"/>
          </a:xfrm>
        </p:spPr>
        <p:txBody>
          <a:bodyPr/>
          <a:lstStyle>
            <a:lvl1pPr>
              <a:defRPr>
                <a:solidFill>
                  <a:schemeClr val="tx2"/>
                </a:solidFill>
              </a:defRPr>
            </a:lvl1pPr>
          </a:lstStyle>
          <a:p>
            <a:r>
              <a:rPr lang="en-US"/>
              <a:t>Click to add title for text and infographic</a:t>
            </a:r>
          </a:p>
        </p:txBody>
      </p:sp>
      <p:sp>
        <p:nvSpPr>
          <p:cNvPr id="6" name="Content Placeholder 2"/>
          <p:cNvSpPr>
            <a:spLocks noGrp="1"/>
          </p:cNvSpPr>
          <p:nvPr>
            <p:ph idx="1" hasCustomPrompt="1"/>
          </p:nvPr>
        </p:nvSpPr>
        <p:spPr bwMode="gray">
          <a:xfrm>
            <a:off x="6740693" y="1765300"/>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7" name="Rectangle 6">
            <a:extLst>
              <a:ext uri="{FF2B5EF4-FFF2-40B4-BE49-F238E27FC236}">
                <a16:creationId xmlns:a16="http://schemas.microsoft.com/office/drawing/2014/main" id="{65139F72-CEC0-495F-8477-192D60A880E2}"/>
              </a:ext>
            </a:extLst>
          </p:cNvPr>
          <p:cNvSpPr/>
          <p:nvPr userDrawn="1"/>
        </p:nvSpPr>
        <p:spPr>
          <a:xfrm>
            <a:off x="-1" y="0"/>
            <a:ext cx="6096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10" name="Content Placeholder 8">
            <a:extLst>
              <a:ext uri="{FF2B5EF4-FFF2-40B4-BE49-F238E27FC236}">
                <a16:creationId xmlns:a16="http://schemas.microsoft.com/office/drawing/2014/main" id="{935A177A-64AC-49B1-9D97-25A4DB841CAD}"/>
              </a:ext>
            </a:extLst>
          </p:cNvPr>
          <p:cNvSpPr txBox="1">
            <a:spLocks/>
          </p:cNvSpPr>
          <p:nvPr userDrawn="1"/>
        </p:nvSpPr>
        <p:spPr>
          <a:xfrm>
            <a:off x="557930"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bg1"/>
                </a:solidFill>
                <a:latin typeface="+mn-lt"/>
                <a:ea typeface="Open Sans" panose="020B0606030504020204" pitchFamily="34" charset="0"/>
                <a:cs typeface="Arial" panose="020B0604020202020204" pitchFamily="34" charset="0"/>
              </a:rPr>
              <a:pPr algn="l"/>
              <a:t>‹#›</a:t>
            </a:fld>
            <a:endParaRPr lang="en-US" sz="1000" b="1">
              <a:solidFill>
                <a:schemeClr val="bg1"/>
              </a:solidFill>
              <a:latin typeface="+mn-lt"/>
              <a:ea typeface="Open Sans" panose="020B0606030504020204" pitchFamily="34" charset="0"/>
              <a:cs typeface="Arial" panose="020B0604020202020204" pitchFamily="34" charset="0"/>
            </a:endParaRPr>
          </a:p>
        </p:txBody>
      </p:sp>
      <p:sp>
        <p:nvSpPr>
          <p:cNvPr id="11" name="Content Placeholder 8">
            <a:extLst>
              <a:ext uri="{FF2B5EF4-FFF2-40B4-BE49-F238E27FC236}">
                <a16:creationId xmlns:a16="http://schemas.microsoft.com/office/drawing/2014/main" id="{F35D44D1-CF2C-4331-B380-083F7ABF73CB}"/>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bg1"/>
                </a:solidFill>
                <a:latin typeface="+mn-lt"/>
                <a:cs typeface="Arial" panose="020B0604020202020204" pitchFamily="34" charset="0"/>
              </a:rPr>
              <a:t>©2019 CVS Health and/or one of its affiliates. Confidential and proprietary.</a:t>
            </a:r>
          </a:p>
        </p:txBody>
      </p:sp>
    </p:spTree>
    <p:extLst>
      <p:ext uri="{BB962C8B-B14F-4D97-AF65-F5344CB8AC3E}">
        <p14:creationId xmlns:p14="http://schemas.microsoft.com/office/powerpoint/2010/main" val="423315765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Quote or high impact with image">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609600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sp>
        <p:nvSpPr>
          <p:cNvPr id="2" name="Title 1"/>
          <p:cNvSpPr>
            <a:spLocks noGrp="1"/>
          </p:cNvSpPr>
          <p:nvPr>
            <p:ph type="title" hasCustomPrompt="1"/>
          </p:nvPr>
        </p:nvSpPr>
        <p:spPr>
          <a:xfrm>
            <a:off x="557929" y="1764792"/>
            <a:ext cx="4435995" cy="1463040"/>
          </a:xfrm>
        </p:spPr>
        <p:txBody>
          <a:bodyPr rIns="0"/>
          <a:lstStyle>
            <a:lvl1pPr>
              <a:defRPr>
                <a:solidFill>
                  <a:schemeClr val="tx2"/>
                </a:solidFill>
              </a:defRPr>
            </a:lvl1pPr>
          </a:lstStyle>
          <a:p>
            <a:r>
              <a:rPr lang="en-US"/>
              <a:t>Click to add quote with image. Image should reflect the content of the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557929" y="3590383"/>
            <a:ext cx="4573191" cy="161925"/>
          </a:xfrm>
          <a:prstGeom prst="rect">
            <a:avLst/>
          </a:prstGeom>
          <a:noFill/>
        </p:spPr>
        <p:txBody>
          <a:bodyPr>
            <a:noAutofit/>
          </a:bodyPr>
          <a:lstStyle>
            <a:lvl1pPr>
              <a:defRPr sz="1400" cap="all" baseline="0">
                <a:solidFill>
                  <a:schemeClr val="tx2"/>
                </a:solidFill>
              </a:defRPr>
            </a:lvl1pPr>
          </a:lstStyle>
          <a:p>
            <a:pPr lvl="0"/>
            <a:r>
              <a:rPr lang="en-US"/>
              <a:t>click to add AUTHOR</a:t>
            </a:r>
          </a:p>
        </p:txBody>
      </p:sp>
    </p:spTree>
    <p:extLst>
      <p:ext uri="{BB962C8B-B14F-4D97-AF65-F5344CB8AC3E}">
        <p14:creationId xmlns:p14="http://schemas.microsoft.com/office/powerpoint/2010/main" val="338542087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Quote or high impac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12868" y="2180108"/>
            <a:ext cx="7170763" cy="1463040"/>
          </a:xfrm>
        </p:spPr>
        <p:txBody>
          <a:bodyPr rIns="0"/>
          <a:lstStyle>
            <a:lvl1pPr>
              <a:defRPr>
                <a:solidFill>
                  <a:schemeClr val="tx2"/>
                </a:solidFill>
              </a:defRPr>
            </a:lvl1pPr>
          </a:lstStyle>
          <a:p>
            <a:r>
              <a:rPr lang="en-US"/>
              <a:t>Click to add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2512867" y="4020922"/>
            <a:ext cx="4573191" cy="161925"/>
          </a:xfrm>
          <a:prstGeom prst="rect">
            <a:avLst/>
          </a:prstGeom>
          <a:noFill/>
        </p:spPr>
        <p:txBody>
          <a:bodyPr>
            <a:noAutofit/>
          </a:bodyPr>
          <a:lstStyle>
            <a:lvl1pPr>
              <a:defRPr sz="1400" cap="all" baseline="0">
                <a:solidFill>
                  <a:schemeClr val="tx2"/>
                </a:solidFill>
              </a:defRPr>
            </a:lvl1pPr>
          </a:lstStyle>
          <a:p>
            <a:pPr lvl="0"/>
            <a:r>
              <a:rPr lang="en-US"/>
              <a:t>click to add AUTHOR</a:t>
            </a:r>
          </a:p>
        </p:txBody>
      </p:sp>
    </p:spTree>
    <p:extLst>
      <p:ext uri="{BB962C8B-B14F-4D97-AF65-F5344CB8AC3E}">
        <p14:creationId xmlns:p14="http://schemas.microsoft.com/office/powerpoint/2010/main" val="3613235365"/>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Quote or high impact on re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5139F72-CEC0-495F-8477-192D60A880E2}"/>
              </a:ext>
            </a:extLst>
          </p:cNvPr>
          <p:cNvSpPr/>
          <p:nvPr userDrawn="1"/>
        </p:nvSpPr>
        <p:spPr>
          <a:xfrm>
            <a:off x="-1" y="0"/>
            <a:ext cx="12192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5" name="Content Placeholder 8">
            <a:extLst>
              <a:ext uri="{FF2B5EF4-FFF2-40B4-BE49-F238E27FC236}">
                <a16:creationId xmlns:a16="http://schemas.microsoft.com/office/drawing/2014/main" id="{935A177A-64AC-49B1-9D97-25A4DB841CAD}"/>
              </a:ext>
            </a:extLst>
          </p:cNvPr>
          <p:cNvSpPr txBox="1">
            <a:spLocks/>
          </p:cNvSpPr>
          <p:nvPr userDrawn="1"/>
        </p:nvSpPr>
        <p:spPr>
          <a:xfrm>
            <a:off x="557930"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bg1"/>
                </a:solidFill>
                <a:latin typeface="+mn-lt"/>
                <a:ea typeface="Open Sans" panose="020B0606030504020204" pitchFamily="34" charset="0"/>
                <a:cs typeface="Arial" panose="020B0604020202020204" pitchFamily="34" charset="0"/>
              </a:rPr>
              <a:pPr algn="l"/>
              <a:t>‹#›</a:t>
            </a:fld>
            <a:endParaRPr lang="en-US" sz="1000" b="1">
              <a:solidFill>
                <a:schemeClr val="bg1"/>
              </a:solidFill>
              <a:latin typeface="+mn-lt"/>
              <a:ea typeface="Open Sans" panose="020B0606030504020204" pitchFamily="34" charset="0"/>
              <a:cs typeface="Arial" panose="020B0604020202020204" pitchFamily="34" charset="0"/>
            </a:endParaRPr>
          </a:p>
        </p:txBody>
      </p:sp>
      <p:sp>
        <p:nvSpPr>
          <p:cNvPr id="6" name="Content Placeholder 8">
            <a:extLst>
              <a:ext uri="{FF2B5EF4-FFF2-40B4-BE49-F238E27FC236}">
                <a16:creationId xmlns:a16="http://schemas.microsoft.com/office/drawing/2014/main" id="{F35D44D1-CF2C-4331-B380-083F7ABF73CB}"/>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bg1"/>
                </a:solidFill>
                <a:latin typeface="+mn-lt"/>
                <a:cs typeface="Arial" panose="020B0604020202020204" pitchFamily="34" charset="0"/>
              </a:rPr>
              <a:t>©2019 CVS Health and/or one of its affiliates. Confidential and proprietary.</a:t>
            </a:r>
          </a:p>
        </p:txBody>
      </p:sp>
      <p:grpSp>
        <p:nvGrpSpPr>
          <p:cNvPr id="8" name="Group 7">
            <a:extLst>
              <a:ext uri="{FF2B5EF4-FFF2-40B4-BE49-F238E27FC236}">
                <a16:creationId xmlns:a16="http://schemas.microsoft.com/office/drawing/2014/main" id="{4FDE6AD5-F9DF-408C-8730-856FE7DF1ACB}"/>
              </a:ext>
            </a:extLst>
          </p:cNvPr>
          <p:cNvGrpSpPr>
            <a:grpSpLocks noChangeAspect="1"/>
          </p:cNvGrpSpPr>
          <p:nvPr userDrawn="1"/>
        </p:nvGrpSpPr>
        <p:grpSpPr>
          <a:xfrm>
            <a:off x="10355279" y="6373316"/>
            <a:ext cx="1279513" cy="157138"/>
            <a:chOff x="1011652" y="1504398"/>
            <a:chExt cx="10028238" cy="1231900"/>
          </a:xfrm>
          <a:solidFill>
            <a:schemeClr val="bg1"/>
          </a:solidFill>
        </p:grpSpPr>
        <p:sp>
          <p:nvSpPr>
            <p:cNvPr id="9"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0"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2"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3"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4"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 name="Title 1"/>
          <p:cNvSpPr>
            <a:spLocks noGrp="1"/>
          </p:cNvSpPr>
          <p:nvPr>
            <p:ph type="title" hasCustomPrompt="1"/>
          </p:nvPr>
        </p:nvSpPr>
        <p:spPr>
          <a:xfrm>
            <a:off x="2512868" y="2180108"/>
            <a:ext cx="7170763" cy="1463040"/>
          </a:xfrm>
        </p:spPr>
        <p:txBody>
          <a:bodyPr rIns="0"/>
          <a:lstStyle>
            <a:lvl1pPr>
              <a:defRPr>
                <a:solidFill>
                  <a:schemeClr val="bg1"/>
                </a:solidFill>
              </a:defRPr>
            </a:lvl1pPr>
          </a:lstStyle>
          <a:p>
            <a:r>
              <a:rPr lang="en-US"/>
              <a:t>Click to add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2512867" y="4020922"/>
            <a:ext cx="4573191" cy="161925"/>
          </a:xfrm>
          <a:prstGeom prst="rect">
            <a:avLst/>
          </a:prstGeom>
          <a:noFill/>
        </p:spPr>
        <p:txBody>
          <a:bodyPr>
            <a:noAutofit/>
          </a:bodyPr>
          <a:lstStyle>
            <a:lvl1pPr>
              <a:defRPr sz="1400" cap="all" baseline="0">
                <a:solidFill>
                  <a:schemeClr val="bg1"/>
                </a:solidFill>
              </a:defRPr>
            </a:lvl1pPr>
          </a:lstStyle>
          <a:p>
            <a:pPr lvl="0"/>
            <a:r>
              <a:rPr lang="en-US"/>
              <a:t>click to add AUTHOR</a:t>
            </a:r>
          </a:p>
        </p:txBody>
      </p:sp>
    </p:spTree>
    <p:extLst>
      <p:ext uri="{BB962C8B-B14F-4D97-AF65-F5344CB8AC3E}">
        <p14:creationId xmlns:p14="http://schemas.microsoft.com/office/powerpoint/2010/main" val="3093856967"/>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Next steps">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userDrawn="1"/>
        </p:nvSpPr>
        <p:spPr>
          <a:xfrm>
            <a:off x="533034" y="416158"/>
            <a:ext cx="4089993" cy="710619"/>
          </a:xfrm>
          <a:prstGeom prst="rect">
            <a:avLst/>
          </a:prstGeom>
          <a:noFill/>
        </p:spPr>
        <p:txBody>
          <a:bodyPr wrap="square" lIns="0" tIns="0" rIns="0" bIns="0" rtlCol="0">
            <a:noAutofit/>
          </a:bodyPr>
          <a:lstStyle/>
          <a:p>
            <a:pPr marL="0" marR="0" indent="0" algn="l" defTabSz="456758" rtl="0" eaLnBrk="1" fontAlgn="base" latinLnBrk="0" hangingPunct="1">
              <a:lnSpc>
                <a:spcPct val="100000"/>
              </a:lnSpc>
              <a:spcBef>
                <a:spcPts val="1200"/>
              </a:spcBef>
              <a:spcAft>
                <a:spcPts val="0"/>
              </a:spcAft>
              <a:buClrTx/>
              <a:buSzTx/>
              <a:buFontTx/>
              <a:buNone/>
              <a:tabLst/>
            </a:pPr>
            <a:r>
              <a:rPr lang="en-US" sz="4800" b="1">
                <a:solidFill>
                  <a:schemeClr val="accent6"/>
                </a:solidFill>
                <a:latin typeface="+mn-lt"/>
                <a:cs typeface="Arial" panose="020B0604020202020204" pitchFamily="34" charset="0"/>
              </a:rPr>
              <a:t>Next steps</a:t>
            </a:r>
          </a:p>
        </p:txBody>
      </p:sp>
      <p:sp>
        <p:nvSpPr>
          <p:cNvPr id="5" name="Content Placeholder 2"/>
          <p:cNvSpPr>
            <a:spLocks noGrp="1"/>
          </p:cNvSpPr>
          <p:nvPr>
            <p:ph sz="half" idx="1" hasCustomPrompt="1"/>
          </p:nvPr>
        </p:nvSpPr>
        <p:spPr bwMode="gray">
          <a:xfrm>
            <a:off x="1970635" y="2110424"/>
            <a:ext cx="2506109" cy="3630620"/>
          </a:xfrm>
        </p:spPr>
        <p:txBody>
          <a:bodyPr vert="horz" lIns="0" tIns="0" rIns="0" bIns="0" rtlCol="0">
            <a:noAutofit/>
          </a:bodyPr>
          <a:lstStyle>
            <a:lvl1pPr algn="ctr">
              <a:buClrTx/>
              <a:defRPr lang="en-US" sz="3200" b="1" cap="none" baseline="0" dirty="0" smtClean="0">
                <a:solidFill>
                  <a:schemeClr val="accent2"/>
                </a:solidFill>
              </a:defRPr>
            </a:lvl1pPr>
            <a:lvl2pPr marL="0" indent="0" algn="ctr">
              <a:spcBef>
                <a:spcPts val="4200"/>
              </a:spcBef>
              <a:buClrTx/>
              <a:buNone/>
              <a:defRPr lang="en-US" dirty="0" smtClean="0">
                <a:solidFill>
                  <a:schemeClr val="tx2"/>
                </a:solidFill>
              </a:defRPr>
            </a:lvl2pPr>
            <a:lvl3pPr marL="174625" indent="-174625" algn="l">
              <a:spcBef>
                <a:spcPts val="1200"/>
              </a:spcBef>
              <a:buClrTx/>
              <a:buFont typeface="Arial" panose="020B0604020202020204" pitchFamily="34" charset="0"/>
              <a:buChar char="•"/>
              <a:defRPr lang="en-US" sz="1400" baseline="0" dirty="0" smtClean="0">
                <a:solidFill>
                  <a:schemeClr val="tx2"/>
                </a:solidFill>
              </a:defRPr>
            </a:lvl3pPr>
            <a:lvl4pPr marL="347663" indent="-173038" algn="l">
              <a:buClrTx/>
              <a:buFont typeface="Arial" panose="020B0604020202020204" pitchFamily="34" charset="0"/>
              <a:buChar char="–"/>
              <a:defRPr lang="en-US" baseline="0" dirty="0" smtClean="0">
                <a:solidFill>
                  <a:schemeClr val="tx2"/>
                </a:solidFill>
              </a:defRPr>
            </a:lvl4pPr>
            <a:lvl5pPr marL="511175" indent="-163513" algn="l">
              <a:buClrTx/>
              <a:buFont typeface="Arial" panose="020B0604020202020204" pitchFamily="34" charset="0"/>
              <a:buChar char="•"/>
              <a:defRPr lang="en-US" dirty="0">
                <a:solidFill>
                  <a:schemeClr val="tx2"/>
                </a:solidFill>
              </a:defRPr>
            </a:lvl5pPr>
            <a:lvl6pPr marL="685800" indent="-174625" algn="l">
              <a:buClrTx/>
              <a:buFont typeface="Arial" panose="020B0604020202020204" pitchFamily="34" charset="0"/>
              <a:buChar char="–"/>
              <a:defRPr baseline="0">
                <a:solidFill>
                  <a:schemeClr val="tx2"/>
                </a:solidFill>
              </a:defRPr>
            </a:lvl6pPr>
            <a:lvl7pPr marL="860425" indent="-173038" algn="l">
              <a:buClrTx/>
              <a:buFont typeface="Arial" panose="020B0604020202020204" pitchFamily="34" charset="0"/>
              <a:buChar char="•"/>
              <a:defRPr/>
            </a:lvl7pPr>
            <a:lvl8pPr marL="1031875" indent="-171450" algn="l">
              <a:buClrTx/>
              <a:buFont typeface="Arial" panose="020B0604020202020204" pitchFamily="34" charset="0"/>
              <a:buChar char="–"/>
              <a:defRPr/>
            </a:lvl8pPr>
            <a:lvl9pPr marL="1203325" indent="-171450" algn="l">
              <a:buClrTx/>
              <a:buFont typeface="Arial" panose="020B0604020202020204" pitchFamily="34" charset="0"/>
              <a:buChar char="•"/>
              <a:defRPr/>
            </a:lvl9pPr>
          </a:lstStyle>
          <a:p>
            <a:pPr lvl="0"/>
            <a:r>
              <a:rPr lang="en-US"/>
              <a:t>1</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
        <p:nvSpPr>
          <p:cNvPr id="6" name="Content Placeholder 2"/>
          <p:cNvSpPr>
            <a:spLocks noGrp="1"/>
          </p:cNvSpPr>
          <p:nvPr>
            <p:ph sz="half" idx="10" hasCustomPrompt="1"/>
          </p:nvPr>
        </p:nvSpPr>
        <p:spPr bwMode="gray">
          <a:xfrm>
            <a:off x="4820143" y="2110424"/>
            <a:ext cx="2506109" cy="3630620"/>
          </a:xfrm>
        </p:spPr>
        <p:txBody>
          <a:bodyPr vert="horz" lIns="0" tIns="0" rIns="0" bIns="0" rtlCol="0">
            <a:noAutofit/>
          </a:bodyPr>
          <a:lstStyle>
            <a:lvl1pPr algn="ctr">
              <a:buClrTx/>
              <a:defRPr lang="en-US" sz="3200" b="1" cap="none" baseline="0" dirty="0" smtClean="0">
                <a:solidFill>
                  <a:schemeClr val="accent2"/>
                </a:solidFill>
              </a:defRPr>
            </a:lvl1pPr>
            <a:lvl2pPr marL="0" indent="0" algn="ctr">
              <a:spcBef>
                <a:spcPts val="4200"/>
              </a:spcBef>
              <a:buClrTx/>
              <a:buNone/>
              <a:defRPr lang="en-US" dirty="0" smtClean="0">
                <a:solidFill>
                  <a:schemeClr val="tx2"/>
                </a:solidFill>
              </a:defRPr>
            </a:lvl2pPr>
            <a:lvl3pPr marL="174625" indent="-174625" algn="l">
              <a:spcBef>
                <a:spcPts val="1200"/>
              </a:spcBef>
              <a:buClrTx/>
              <a:buFont typeface="Arial" panose="020B0604020202020204" pitchFamily="34" charset="0"/>
              <a:buChar char="•"/>
              <a:defRPr lang="en-US" sz="1400" baseline="0" dirty="0" smtClean="0">
                <a:solidFill>
                  <a:schemeClr val="tx2"/>
                </a:solidFill>
              </a:defRPr>
            </a:lvl3pPr>
            <a:lvl4pPr marL="347663" indent="-173038" algn="l">
              <a:buClrTx/>
              <a:buFont typeface="Arial" panose="020B0604020202020204" pitchFamily="34" charset="0"/>
              <a:buChar char="–"/>
              <a:defRPr lang="en-US" baseline="0" dirty="0" smtClean="0">
                <a:solidFill>
                  <a:schemeClr val="tx2"/>
                </a:solidFill>
              </a:defRPr>
            </a:lvl4pPr>
            <a:lvl5pPr marL="511175" indent="-163513" algn="l">
              <a:buClrTx/>
              <a:buFont typeface="Arial" panose="020B0604020202020204" pitchFamily="34" charset="0"/>
              <a:buChar char="•"/>
              <a:defRPr lang="en-US" dirty="0">
                <a:solidFill>
                  <a:schemeClr val="tx2"/>
                </a:solidFill>
              </a:defRPr>
            </a:lvl5pPr>
            <a:lvl6pPr marL="685800" indent="-174625" algn="l">
              <a:buClrTx/>
              <a:buFont typeface="Arial" panose="020B0604020202020204" pitchFamily="34" charset="0"/>
              <a:buChar char="–"/>
              <a:defRPr baseline="0">
                <a:solidFill>
                  <a:schemeClr val="tx2"/>
                </a:solidFill>
              </a:defRPr>
            </a:lvl6pPr>
            <a:lvl7pPr marL="860425" indent="-173038" algn="l">
              <a:buClrTx/>
              <a:buFont typeface="Arial" panose="020B0604020202020204" pitchFamily="34" charset="0"/>
              <a:buChar char="•"/>
              <a:defRPr/>
            </a:lvl7pPr>
            <a:lvl8pPr marL="1031875" indent="-171450" algn="l">
              <a:buClrTx/>
              <a:buFont typeface="Arial" panose="020B0604020202020204" pitchFamily="34" charset="0"/>
              <a:buChar char="–"/>
              <a:defRPr/>
            </a:lvl8pPr>
            <a:lvl9pPr marL="1203325" indent="-171450" algn="l">
              <a:buClrTx/>
              <a:buFont typeface="Arial" panose="020B0604020202020204" pitchFamily="34" charset="0"/>
              <a:buChar char="•"/>
              <a:defRPr/>
            </a:lvl9pPr>
          </a:lstStyle>
          <a:p>
            <a:pPr lvl="0"/>
            <a:r>
              <a:rPr lang="en-US"/>
              <a:t>2</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
        <p:nvSpPr>
          <p:cNvPr id="10" name="Content Placeholder 2"/>
          <p:cNvSpPr>
            <a:spLocks noGrp="1"/>
          </p:cNvSpPr>
          <p:nvPr>
            <p:ph sz="half" idx="11" hasCustomPrompt="1"/>
          </p:nvPr>
        </p:nvSpPr>
        <p:spPr bwMode="gray">
          <a:xfrm>
            <a:off x="7664668" y="2110424"/>
            <a:ext cx="2506109" cy="3630620"/>
          </a:xfrm>
        </p:spPr>
        <p:txBody>
          <a:bodyPr vert="horz" lIns="0" tIns="0" rIns="0" bIns="0" rtlCol="0">
            <a:noAutofit/>
          </a:bodyPr>
          <a:lstStyle>
            <a:lvl1pPr algn="ctr">
              <a:buClrTx/>
              <a:defRPr lang="en-US" sz="3200" b="1" cap="none" baseline="0" dirty="0" smtClean="0">
                <a:solidFill>
                  <a:schemeClr val="accent2"/>
                </a:solidFill>
              </a:defRPr>
            </a:lvl1pPr>
            <a:lvl2pPr marL="0" indent="0" algn="ctr">
              <a:spcBef>
                <a:spcPts val="4200"/>
              </a:spcBef>
              <a:buClrTx/>
              <a:buNone/>
              <a:defRPr lang="en-US" dirty="0" smtClean="0">
                <a:solidFill>
                  <a:schemeClr val="tx2"/>
                </a:solidFill>
              </a:defRPr>
            </a:lvl2pPr>
            <a:lvl3pPr marL="174625" indent="-174625" algn="l">
              <a:spcBef>
                <a:spcPts val="1200"/>
              </a:spcBef>
              <a:buClrTx/>
              <a:buFont typeface="Arial" panose="020B0604020202020204" pitchFamily="34" charset="0"/>
              <a:buChar char="•"/>
              <a:defRPr lang="en-US" sz="1400" baseline="0" dirty="0" smtClean="0">
                <a:solidFill>
                  <a:schemeClr val="tx2"/>
                </a:solidFill>
              </a:defRPr>
            </a:lvl3pPr>
            <a:lvl4pPr marL="347663" indent="-173038" algn="l">
              <a:buClrTx/>
              <a:buFont typeface="Arial" panose="020B0604020202020204" pitchFamily="34" charset="0"/>
              <a:buChar char="–"/>
              <a:defRPr lang="en-US" baseline="0" dirty="0" smtClean="0">
                <a:solidFill>
                  <a:schemeClr val="tx2"/>
                </a:solidFill>
              </a:defRPr>
            </a:lvl4pPr>
            <a:lvl5pPr marL="511175" indent="-163513" algn="l">
              <a:buClrTx/>
              <a:buFont typeface="Arial" panose="020B0604020202020204" pitchFamily="34" charset="0"/>
              <a:buChar char="•"/>
              <a:defRPr lang="en-US" dirty="0">
                <a:solidFill>
                  <a:schemeClr val="tx2"/>
                </a:solidFill>
              </a:defRPr>
            </a:lvl5pPr>
            <a:lvl6pPr marL="685800" indent="-174625" algn="l">
              <a:buClrTx/>
              <a:buFont typeface="Arial" panose="020B0604020202020204" pitchFamily="34" charset="0"/>
              <a:buChar char="–"/>
              <a:defRPr baseline="0">
                <a:solidFill>
                  <a:schemeClr val="tx2"/>
                </a:solidFill>
              </a:defRPr>
            </a:lvl6pPr>
            <a:lvl7pPr marL="860425" indent="-173038" algn="l">
              <a:buClrTx/>
              <a:buFont typeface="Arial" panose="020B0604020202020204" pitchFamily="34" charset="0"/>
              <a:buChar char="•"/>
              <a:defRPr/>
            </a:lvl7pPr>
            <a:lvl8pPr marL="1031875" indent="-171450" algn="l">
              <a:buClrTx/>
              <a:buFont typeface="Arial" panose="020B0604020202020204" pitchFamily="34" charset="0"/>
              <a:buChar char="–"/>
              <a:defRPr/>
            </a:lvl8pPr>
            <a:lvl9pPr marL="1203325" indent="-171450" algn="l">
              <a:buClrTx/>
              <a:buFont typeface="Arial" panose="020B0604020202020204" pitchFamily="34" charset="0"/>
              <a:buChar char="•"/>
              <a:defRPr/>
            </a:lvl9pPr>
          </a:lstStyle>
          <a:p>
            <a:pPr lvl="0"/>
            <a:r>
              <a:rPr lang="en-US"/>
              <a:t>3</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Tree>
    <p:extLst>
      <p:ext uri="{BB962C8B-B14F-4D97-AF65-F5344CB8AC3E}">
        <p14:creationId xmlns:p14="http://schemas.microsoft.com/office/powerpoint/2010/main" val="2896398540"/>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userDrawn="1"/>
        </p:nvSpPr>
        <p:spPr>
          <a:xfrm>
            <a:off x="534939" y="416158"/>
            <a:ext cx="4089993" cy="710619"/>
          </a:xfrm>
          <a:prstGeom prst="rect">
            <a:avLst/>
          </a:prstGeom>
          <a:noFill/>
        </p:spPr>
        <p:txBody>
          <a:bodyPr wrap="square" lIns="0" tIns="0" rIns="0" bIns="0" rtlCol="0">
            <a:noAutofit/>
          </a:bodyPr>
          <a:lstStyle/>
          <a:p>
            <a:pPr marL="0" marR="0" indent="0" algn="l" defTabSz="456758" rtl="0" eaLnBrk="1" fontAlgn="base" latinLnBrk="0" hangingPunct="1">
              <a:lnSpc>
                <a:spcPct val="100000"/>
              </a:lnSpc>
              <a:spcBef>
                <a:spcPts val="1200"/>
              </a:spcBef>
              <a:spcAft>
                <a:spcPts val="0"/>
              </a:spcAft>
              <a:buClrTx/>
              <a:buSzTx/>
              <a:buFontTx/>
              <a:buNone/>
              <a:tabLst/>
            </a:pPr>
            <a:r>
              <a:rPr lang="en-US" sz="4800" b="1">
                <a:solidFill>
                  <a:schemeClr val="accent6"/>
                </a:solidFill>
                <a:latin typeface="+mn-lt"/>
                <a:cs typeface="Arial" panose="020B0604020202020204" pitchFamily="34" charset="0"/>
              </a:rPr>
              <a:t>In closing</a:t>
            </a:r>
          </a:p>
        </p:txBody>
      </p:sp>
      <p:sp>
        <p:nvSpPr>
          <p:cNvPr id="4" name="Content Placeholder 2"/>
          <p:cNvSpPr>
            <a:spLocks noGrp="1"/>
          </p:cNvSpPr>
          <p:nvPr>
            <p:ph idx="1" hasCustomPrompt="1"/>
          </p:nvPr>
        </p:nvSpPr>
        <p:spPr bwMode="gray">
          <a:xfrm>
            <a:off x="557929" y="1767532"/>
            <a:ext cx="8588453" cy="3977640"/>
          </a:xfrm>
        </p:spPr>
        <p:txBody>
          <a:bodyPr/>
          <a:lstStyle>
            <a:lvl1pPr>
              <a:buClrTx/>
              <a:defRPr sz="1800" b="1" cap="none" baseline="0">
                <a:solidFill>
                  <a:schemeClr val="tx2"/>
                </a:solidFill>
              </a:defRPr>
            </a:lvl1pPr>
            <a:lvl2pPr marL="0" indent="0">
              <a:buClrTx/>
              <a:buFontTx/>
              <a:buNone/>
              <a:defRPr baseline="0">
                <a:solidFill>
                  <a:schemeClr val="tx2"/>
                </a:solidFill>
              </a:defRPr>
            </a:lvl2pPr>
            <a:lvl3pPr marL="173038" indent="-173038">
              <a:buClrTx/>
              <a:buFont typeface="Arial" panose="020B0604020202020204" pitchFamily="34" charset="0"/>
              <a:buChar char="•"/>
              <a:defRPr baseline="0">
                <a:solidFill>
                  <a:schemeClr val="tx2"/>
                </a:solidFill>
              </a:defRPr>
            </a:lvl3pPr>
            <a:lvl4pPr marL="347663" indent="-174625">
              <a:buClrTx/>
              <a:buFont typeface="Arial" panose="020B0604020202020204" pitchFamily="34" charset="0"/>
              <a:buChar char="–"/>
              <a:defRPr>
                <a:solidFill>
                  <a:schemeClr val="tx2"/>
                </a:solidFill>
              </a:defRPr>
            </a:lvl4pPr>
            <a:lvl5pPr marL="509588" indent="-161925">
              <a:buClrTx/>
              <a:buFont typeface="Arial" panose="020B0604020202020204" pitchFamily="34" charset="0"/>
              <a:buChar char="•"/>
              <a:defRPr baseline="0">
                <a:solidFill>
                  <a:schemeClr val="tx2"/>
                </a:solidFill>
              </a:defRPr>
            </a:lvl5pPr>
            <a:lvl6pPr marL="682625" indent="-173038">
              <a:buClrTx/>
              <a:buFont typeface="Arial" panose="020B0604020202020204" pitchFamily="34" charset="0"/>
              <a:buChar char="–"/>
              <a:defRPr/>
            </a:lvl6pPr>
            <a:lvl7pPr marL="857250" indent="-174625">
              <a:buClrTx/>
              <a:buFont typeface="Arial" panose="020B0604020202020204" pitchFamily="34" charset="0"/>
              <a:buChar char="•"/>
              <a:defRPr/>
            </a:lvl7pPr>
            <a:lvl8pPr marL="1030288" indent="-173038">
              <a:buClrTx/>
              <a:buFont typeface="Arial" panose="020B0604020202020204" pitchFamily="34" charset="0"/>
              <a:buChar char="–"/>
              <a:defRPr/>
            </a:lvl8pPr>
            <a:lvl9pPr marL="1203325" indent="-173038">
              <a:buClrTx/>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73779678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a:t>Click to add title</a:t>
            </a:r>
          </a:p>
        </p:txBody>
      </p:sp>
    </p:spTree>
    <p:extLst>
      <p:ext uri="{BB962C8B-B14F-4D97-AF65-F5344CB8AC3E}">
        <p14:creationId xmlns:p14="http://schemas.microsoft.com/office/powerpoint/2010/main" val="125746549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2600">
                <a:solidFill>
                  <a:schemeClr val="tx2"/>
                </a:solidFill>
              </a:defRPr>
            </a:lvl1pPr>
          </a:lstStyle>
          <a:p>
            <a:r>
              <a:rPr lang="en-US"/>
              <a:t>Click to add title</a:t>
            </a:r>
          </a:p>
        </p:txBody>
      </p:sp>
      <p:sp>
        <p:nvSpPr>
          <p:cNvPr id="3" name="Text Placeholder 8">
            <a:extLst>
              <a:ext uri="{FF2B5EF4-FFF2-40B4-BE49-F238E27FC236}">
                <a16:creationId xmlns:a16="http://schemas.microsoft.com/office/drawing/2014/main" id="{B8021B34-0B0D-44E7-A626-32E071681433}"/>
              </a:ext>
            </a:extLst>
          </p:cNvPr>
          <p:cNvSpPr>
            <a:spLocks noGrp="1"/>
          </p:cNvSpPr>
          <p:nvPr>
            <p:ph type="body" sz="quarter" idx="13" hasCustomPrompt="1"/>
          </p:nvPr>
        </p:nvSpPr>
        <p:spPr>
          <a:xfrm>
            <a:off x="557930" y="960555"/>
            <a:ext cx="11188701" cy="757255"/>
          </a:xfrm>
          <a:prstGeom prst="rect">
            <a:avLst/>
          </a:prstGeom>
        </p:spPr>
        <p:txBody>
          <a:bodyPr lIns="0" tIns="0" rIns="0" bIns="0">
            <a:noAutofit/>
          </a:bodyPr>
          <a:lstStyle>
            <a:lvl1pPr marL="0" indent="0">
              <a:buNone/>
              <a:defRPr sz="1800" b="0">
                <a:solidFill>
                  <a:schemeClr val="tx2"/>
                </a:solidFill>
              </a:defRPr>
            </a:lvl1pPr>
          </a:lstStyle>
          <a:p>
            <a:pPr lvl="0"/>
            <a:r>
              <a:rPr lang="en-US" noProof="0"/>
              <a:t>Click to add subtitle</a:t>
            </a:r>
          </a:p>
        </p:txBody>
      </p:sp>
    </p:spTree>
    <p:extLst>
      <p:ext uri="{BB962C8B-B14F-4D97-AF65-F5344CB8AC3E}">
        <p14:creationId xmlns:p14="http://schemas.microsoft.com/office/powerpoint/2010/main" val="325649454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re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5139F72-CEC0-495F-8477-192D60A880E2}"/>
              </a:ext>
            </a:extLst>
          </p:cNvPr>
          <p:cNvSpPr/>
          <p:nvPr userDrawn="1"/>
        </p:nvSpPr>
        <p:spPr>
          <a:xfrm>
            <a:off x="-1" y="0"/>
            <a:ext cx="12192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3" name="Content Placeholder 8">
            <a:extLst>
              <a:ext uri="{FF2B5EF4-FFF2-40B4-BE49-F238E27FC236}">
                <a16:creationId xmlns:a16="http://schemas.microsoft.com/office/drawing/2014/main" id="{935A177A-64AC-49B1-9D97-25A4DB841CAD}"/>
              </a:ext>
            </a:extLst>
          </p:cNvPr>
          <p:cNvSpPr txBox="1">
            <a:spLocks/>
          </p:cNvSpPr>
          <p:nvPr userDrawn="1"/>
        </p:nvSpPr>
        <p:spPr>
          <a:xfrm>
            <a:off x="557930"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bg1"/>
                </a:solidFill>
                <a:latin typeface="+mn-lt"/>
                <a:ea typeface="Open Sans" panose="020B0606030504020204" pitchFamily="34" charset="0"/>
                <a:cs typeface="Arial" panose="020B0604020202020204" pitchFamily="34" charset="0"/>
              </a:rPr>
              <a:pPr algn="l"/>
              <a:t>‹#›</a:t>
            </a:fld>
            <a:endParaRPr lang="en-US" sz="1000" b="1">
              <a:solidFill>
                <a:schemeClr val="bg1"/>
              </a:solidFill>
              <a:latin typeface="+mn-lt"/>
              <a:ea typeface="Open Sans" panose="020B0606030504020204" pitchFamily="34" charset="0"/>
              <a:cs typeface="Arial" panose="020B0604020202020204" pitchFamily="34" charset="0"/>
            </a:endParaRPr>
          </a:p>
        </p:txBody>
      </p:sp>
      <p:sp>
        <p:nvSpPr>
          <p:cNvPr id="4" name="Content Placeholder 8">
            <a:extLst>
              <a:ext uri="{FF2B5EF4-FFF2-40B4-BE49-F238E27FC236}">
                <a16:creationId xmlns:a16="http://schemas.microsoft.com/office/drawing/2014/main" id="{F35D44D1-CF2C-4331-B380-083F7ABF73CB}"/>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bg1"/>
                </a:solidFill>
                <a:latin typeface="+mn-lt"/>
                <a:cs typeface="Arial" panose="020B0604020202020204" pitchFamily="34" charset="0"/>
              </a:rPr>
              <a:t>©2019 CVS Health and/or one of its affiliates. Confidential and proprietary.</a:t>
            </a:r>
          </a:p>
        </p:txBody>
      </p:sp>
      <p:grpSp>
        <p:nvGrpSpPr>
          <p:cNvPr id="5" name="Group 4">
            <a:extLst>
              <a:ext uri="{FF2B5EF4-FFF2-40B4-BE49-F238E27FC236}">
                <a16:creationId xmlns:a16="http://schemas.microsoft.com/office/drawing/2014/main" id="{4FDE6AD5-F9DF-408C-8730-856FE7DF1ACB}"/>
              </a:ext>
            </a:extLst>
          </p:cNvPr>
          <p:cNvGrpSpPr>
            <a:grpSpLocks noChangeAspect="1"/>
          </p:cNvGrpSpPr>
          <p:nvPr userDrawn="1"/>
        </p:nvGrpSpPr>
        <p:grpSpPr>
          <a:xfrm>
            <a:off x="10355279" y="6373316"/>
            <a:ext cx="1279513" cy="157138"/>
            <a:chOff x="1011652" y="1504398"/>
            <a:chExt cx="10028238" cy="1231900"/>
          </a:xfrm>
          <a:solidFill>
            <a:schemeClr val="bg1"/>
          </a:solidFill>
        </p:grpSpPr>
        <p:sp>
          <p:nvSpPr>
            <p:cNvPr id="6"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7"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8"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9"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0"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 name="Title 1"/>
          <p:cNvSpPr>
            <a:spLocks noGrp="1"/>
          </p:cNvSpPr>
          <p:nvPr>
            <p:ph type="title" hasCustomPrompt="1"/>
          </p:nvPr>
        </p:nvSpPr>
        <p:spPr/>
        <p:txBody>
          <a:bodyPr/>
          <a:lstStyle>
            <a:lvl1pPr>
              <a:defRPr>
                <a:solidFill>
                  <a:schemeClr val="bg1"/>
                </a:solidFill>
              </a:defRPr>
            </a:lvl1pPr>
          </a:lstStyle>
          <a:p>
            <a:r>
              <a:rPr lang="en-US"/>
              <a:t>Click to add title</a:t>
            </a:r>
          </a:p>
        </p:txBody>
      </p:sp>
    </p:spTree>
    <p:extLst>
      <p:ext uri="{BB962C8B-B14F-4D97-AF65-F5344CB8AC3E}">
        <p14:creationId xmlns:p14="http://schemas.microsoft.com/office/powerpoint/2010/main" val="21238609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494634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extBox 1"/>
          <p:cNvSpPr txBox="1"/>
          <p:nvPr userDrawn="1"/>
        </p:nvSpPr>
        <p:spPr>
          <a:xfrm>
            <a:off x="3813933" y="2941079"/>
            <a:ext cx="4564136" cy="830997"/>
          </a:xfrm>
          <a:prstGeom prst="rect">
            <a:avLst/>
          </a:prstGeom>
          <a:noFill/>
        </p:spPr>
        <p:txBody>
          <a:bodyPr wrap="square" lIns="0" tIns="0" rIns="0" bIns="0" rtlCol="0" anchor="ctr">
            <a:spAutoFit/>
          </a:bodyPr>
          <a:lstStyle/>
          <a:p>
            <a:pPr algn="ctr"/>
            <a:r>
              <a:rPr lang="en-US" sz="5400" b="1">
                <a:solidFill>
                  <a:schemeClr val="accent2"/>
                </a:solidFill>
              </a:rPr>
              <a:t>Thank you</a:t>
            </a:r>
          </a:p>
        </p:txBody>
      </p:sp>
    </p:spTree>
    <p:extLst>
      <p:ext uri="{BB962C8B-B14F-4D97-AF65-F5344CB8AC3E}">
        <p14:creationId xmlns:p14="http://schemas.microsoft.com/office/powerpoint/2010/main" val="4275339874"/>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losing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AD57F1C3-026C-4E29-99D9-D207AB9AE851}"/>
              </a:ext>
            </a:extLst>
          </p:cNvPr>
          <p:cNvSpPr>
            <a:spLocks noGrp="1"/>
          </p:cNvSpPr>
          <p:nvPr>
            <p:ph type="pic" sz="quarter" idx="16" hasCustomPrompt="1"/>
          </p:nvPr>
        </p:nvSpPr>
        <p:spPr>
          <a:xfrm>
            <a:off x="1" y="0"/>
            <a:ext cx="12192000" cy="6858000"/>
          </a:xfrm>
          <a:prstGeom prst="rect">
            <a:avLst/>
          </a:prstGeom>
          <a:solidFill>
            <a:schemeClr val="bg1">
              <a:lumMod val="85000"/>
            </a:schemeClr>
          </a:solidFill>
        </p:spPr>
        <p:txBody>
          <a:bodyPr anchor="ctr"/>
          <a:lstStyle>
            <a:lvl1pPr marL="0" marR="0" indent="0" algn="ctr" defTabSz="457200" rtl="0" eaLnBrk="1" fontAlgn="auto" latinLnBrk="0" hangingPunct="1">
              <a:lnSpc>
                <a:spcPct val="100000"/>
              </a:lnSpc>
              <a:spcBef>
                <a:spcPts val="0"/>
              </a:spcBef>
              <a:spcAft>
                <a:spcPts val="0"/>
              </a:spcAft>
              <a:buClrTx/>
              <a:buSzTx/>
              <a:buFont typeface="Arial"/>
              <a:buNone/>
              <a:tabLst/>
              <a:defRPr>
                <a:solidFill>
                  <a:schemeClr val="accent6"/>
                </a:solidFill>
                <a:latin typeface="+mn-lt"/>
              </a:defRPr>
            </a:lvl1pPr>
          </a:lstStyle>
          <a:p>
            <a:r>
              <a:rPr lang="en-US"/>
              <a:t>BE SURE IMAGE IS </a:t>
            </a:r>
            <a:br>
              <a:rPr lang="en-US"/>
            </a:br>
            <a:r>
              <a:rPr lang="en-US"/>
              <a:t>DARK ENOUGH SO TYPE AND </a:t>
            </a:r>
            <a:br>
              <a:rPr lang="en-US"/>
            </a:br>
            <a:r>
              <a:rPr lang="en-US"/>
              <a:t>LOGO ARE READABLE</a:t>
            </a:r>
          </a:p>
          <a:p>
            <a:br>
              <a:rPr lang="en-US"/>
            </a:br>
            <a:r>
              <a:rPr lang="en-US"/>
              <a:t>Be sure to send image to </a:t>
            </a:r>
            <a:br>
              <a:rPr lang="en-US"/>
            </a:br>
            <a:r>
              <a:rPr lang="en-US"/>
              <a:t>back so logo sits on top of image</a:t>
            </a:r>
            <a:br>
              <a:rPr lang="en-US"/>
            </a:br>
            <a:br>
              <a:rPr lang="en-US"/>
            </a:br>
            <a:br>
              <a:rPr lang="en-US"/>
            </a:br>
            <a:br>
              <a:rPr lang="en-US"/>
            </a:br>
            <a:br>
              <a:rPr lang="en-US"/>
            </a:br>
            <a:br>
              <a:rPr lang="en-US"/>
            </a:br>
            <a:br>
              <a:rPr lang="en-US"/>
            </a:br>
            <a:br>
              <a:rPr lang="en-US"/>
            </a:br>
            <a:br>
              <a:rPr lang="en-US"/>
            </a:br>
            <a:endParaRPr lang="en-US"/>
          </a:p>
        </p:txBody>
      </p:sp>
      <p:sp>
        <p:nvSpPr>
          <p:cNvPr id="4" name="Text Placeholder 8"/>
          <p:cNvSpPr>
            <a:spLocks noGrp="1"/>
          </p:cNvSpPr>
          <p:nvPr>
            <p:ph type="body" sz="quarter" idx="18" hasCustomPrompt="1"/>
          </p:nvPr>
        </p:nvSpPr>
        <p:spPr>
          <a:xfrm>
            <a:off x="845172" y="1196075"/>
            <a:ext cx="3069479" cy="1444752"/>
          </a:xfrm>
        </p:spPr>
        <p:txBody>
          <a:bodyPr/>
          <a:lstStyle>
            <a:lvl1pPr algn="l">
              <a:lnSpc>
                <a:spcPct val="80000"/>
              </a:lnSpc>
              <a:spcBef>
                <a:spcPts val="0"/>
              </a:spcBef>
              <a:defRPr sz="5400" b="1">
                <a:solidFill>
                  <a:schemeClr val="bg1"/>
                </a:solidFill>
              </a:defRPr>
            </a:lvl1pPr>
          </a:lstStyle>
          <a:p>
            <a:pPr lvl="0"/>
            <a:r>
              <a:rPr lang="en-US"/>
              <a:t>Closing slide</a:t>
            </a:r>
          </a:p>
        </p:txBody>
      </p:sp>
    </p:spTree>
    <p:extLst>
      <p:ext uri="{BB962C8B-B14F-4D97-AF65-F5344CB8AC3E}">
        <p14:creationId xmlns:p14="http://schemas.microsoft.com/office/powerpoint/2010/main" val="294180101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VS logo on white">
    <p:spTree>
      <p:nvGrpSpPr>
        <p:cNvPr id="1" name=""/>
        <p:cNvGrpSpPr/>
        <p:nvPr/>
      </p:nvGrpSpPr>
      <p:grpSpPr>
        <a:xfrm>
          <a:off x="0" y="0"/>
          <a:ext cx="0" cy="0"/>
          <a:chOff x="0" y="0"/>
          <a:chExt cx="0" cy="0"/>
        </a:xfrm>
      </p:grpSpPr>
      <p:grpSp>
        <p:nvGrpSpPr>
          <p:cNvPr id="2" name="Group 1"/>
          <p:cNvGrpSpPr>
            <a:grpSpLocks noChangeAspect="1"/>
          </p:cNvGrpSpPr>
          <p:nvPr userDrawn="1"/>
        </p:nvGrpSpPr>
        <p:grpSpPr>
          <a:xfrm>
            <a:off x="3490044" y="253570"/>
            <a:ext cx="5211911" cy="640080"/>
            <a:chOff x="2825581" y="3027447"/>
            <a:chExt cx="6537663" cy="803106"/>
          </a:xfrm>
        </p:grpSpPr>
        <p:sp>
          <p:nvSpPr>
            <p:cNvPr id="5" name="Freeform 2">
              <a:extLst>
                <a:ext uri="{FF2B5EF4-FFF2-40B4-BE49-F238E27FC236}">
                  <a16:creationId xmlns:a16="http://schemas.microsoft.com/office/drawing/2014/main" id="{B2BDFE3B-4557-45B7-B3FF-10C47DDF32FE}"/>
                </a:ext>
              </a:extLst>
            </p:cNvPr>
            <p:cNvSpPr>
              <a:spLocks noEditPoints="1"/>
            </p:cNvSpPr>
            <p:nvPr/>
          </p:nvSpPr>
          <p:spPr bwMode="auto">
            <a:xfrm>
              <a:off x="6023520" y="3050215"/>
              <a:ext cx="3134808" cy="775163"/>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solidFill>
                <a:effectLst/>
                <a:uLnTx/>
                <a:uFillTx/>
                <a:latin typeface="+mn-lt"/>
              </a:endParaRPr>
            </a:p>
          </p:txBody>
        </p:sp>
        <p:sp>
          <p:nvSpPr>
            <p:cNvPr id="6" name="Freeform 3">
              <a:extLst>
                <a:ext uri="{FF2B5EF4-FFF2-40B4-BE49-F238E27FC236}">
                  <a16:creationId xmlns:a16="http://schemas.microsoft.com/office/drawing/2014/main" id="{4DFEB978-9998-4C51-B950-8201DC4896BF}"/>
                </a:ext>
              </a:extLst>
            </p:cNvPr>
            <p:cNvSpPr>
              <a:spLocks/>
            </p:cNvSpPr>
            <p:nvPr/>
          </p:nvSpPr>
          <p:spPr bwMode="auto">
            <a:xfrm>
              <a:off x="5280439" y="3027447"/>
              <a:ext cx="671671" cy="803106"/>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4">
              <a:extLst>
                <a:ext uri="{FF2B5EF4-FFF2-40B4-BE49-F238E27FC236}">
                  <a16:creationId xmlns:a16="http://schemas.microsoft.com/office/drawing/2014/main" id="{5AA45A1A-56E8-4687-A1C0-2DE872F66AAA}"/>
                </a:ext>
              </a:extLst>
            </p:cNvPr>
            <p:cNvSpPr>
              <a:spLocks/>
            </p:cNvSpPr>
            <p:nvPr/>
          </p:nvSpPr>
          <p:spPr bwMode="auto">
            <a:xfrm>
              <a:off x="3879141" y="3027447"/>
              <a:ext cx="748256" cy="803106"/>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5">
              <a:extLst>
                <a:ext uri="{FF2B5EF4-FFF2-40B4-BE49-F238E27FC236}">
                  <a16:creationId xmlns:a16="http://schemas.microsoft.com/office/drawing/2014/main" id="{8F5885F4-B442-4DC7-A6C5-9C77C9A18B16}"/>
                </a:ext>
              </a:extLst>
            </p:cNvPr>
            <p:cNvSpPr>
              <a:spLocks/>
            </p:cNvSpPr>
            <p:nvPr/>
          </p:nvSpPr>
          <p:spPr bwMode="auto">
            <a:xfrm>
              <a:off x="4575651" y="3050215"/>
              <a:ext cx="746186" cy="758604"/>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6">
              <a:extLst>
                <a:ext uri="{FF2B5EF4-FFF2-40B4-BE49-F238E27FC236}">
                  <a16:creationId xmlns:a16="http://schemas.microsoft.com/office/drawing/2014/main" id="{430A74DF-73A3-4CDD-A36E-988C8B0C9875}"/>
                </a:ext>
              </a:extLst>
            </p:cNvPr>
            <p:cNvSpPr>
              <a:spLocks/>
            </p:cNvSpPr>
            <p:nvPr/>
          </p:nvSpPr>
          <p:spPr bwMode="auto">
            <a:xfrm>
              <a:off x="2825581" y="3027447"/>
              <a:ext cx="978011" cy="803106"/>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0" name="Freeform 7">
              <a:extLst>
                <a:ext uri="{FF2B5EF4-FFF2-40B4-BE49-F238E27FC236}">
                  <a16:creationId xmlns:a16="http://schemas.microsoft.com/office/drawing/2014/main" id="{326DD814-0149-498C-A954-885C837F6B8B}"/>
                </a:ext>
              </a:extLst>
            </p:cNvPr>
            <p:cNvSpPr>
              <a:spLocks noEditPoints="1"/>
            </p:cNvSpPr>
            <p:nvPr/>
          </p:nvSpPr>
          <p:spPr bwMode="auto">
            <a:xfrm>
              <a:off x="9211109" y="3657720"/>
              <a:ext cx="152135" cy="156275"/>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solidFill>
                <a:effectLst/>
                <a:uLnTx/>
                <a:uFillTx/>
                <a:latin typeface="+mn-lt"/>
              </a:endParaRPr>
            </a:p>
          </p:txBody>
        </p:sp>
      </p:grpSp>
    </p:spTree>
    <p:extLst>
      <p:ext uri="{BB962C8B-B14F-4D97-AF65-F5344CB8AC3E}">
        <p14:creationId xmlns:p14="http://schemas.microsoft.com/office/powerpoint/2010/main" val="2033183779"/>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VS logo on re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268719-E45D-4DB9-A5CE-3920E9240B44}"/>
              </a:ext>
            </a:extLst>
          </p:cNvPr>
          <p:cNvSpPr/>
          <p:nvPr userDrawn="1"/>
        </p:nvSpPr>
        <p:spPr>
          <a:xfrm>
            <a:off x="1" y="0"/>
            <a:ext cx="12192000" cy="6858000"/>
          </a:xfrm>
          <a:prstGeom prst="rect">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grpSp>
        <p:nvGrpSpPr>
          <p:cNvPr id="4" name="Group 3">
            <a:extLst>
              <a:ext uri="{FF2B5EF4-FFF2-40B4-BE49-F238E27FC236}">
                <a16:creationId xmlns:a16="http://schemas.microsoft.com/office/drawing/2014/main" id="{40949C91-C34A-48C0-97AF-F55ED1D82DFF}"/>
              </a:ext>
            </a:extLst>
          </p:cNvPr>
          <p:cNvGrpSpPr>
            <a:grpSpLocks noChangeAspect="1"/>
          </p:cNvGrpSpPr>
          <p:nvPr userDrawn="1"/>
        </p:nvGrpSpPr>
        <p:grpSpPr>
          <a:xfrm>
            <a:off x="2826318" y="3027447"/>
            <a:ext cx="6539366" cy="803106"/>
            <a:chOff x="1011652" y="1504398"/>
            <a:chExt cx="10028238" cy="1231900"/>
          </a:xfrm>
          <a:solidFill>
            <a:schemeClr val="bg1"/>
          </a:solidFill>
        </p:grpSpPr>
        <p:sp>
          <p:nvSpPr>
            <p:cNvPr id="5" name="Freeform 2">
              <a:extLst>
                <a:ext uri="{FF2B5EF4-FFF2-40B4-BE49-F238E27FC236}">
                  <a16:creationId xmlns:a16="http://schemas.microsoft.com/office/drawing/2014/main" id="{B2BDFE3B-4557-45B7-B3FF-10C47DDF32FE}"/>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3">
              <a:extLst>
                <a:ext uri="{FF2B5EF4-FFF2-40B4-BE49-F238E27FC236}">
                  <a16:creationId xmlns:a16="http://schemas.microsoft.com/office/drawing/2014/main" id="{4DFEB978-9998-4C51-B950-8201DC4896BF}"/>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4">
              <a:extLst>
                <a:ext uri="{FF2B5EF4-FFF2-40B4-BE49-F238E27FC236}">
                  <a16:creationId xmlns:a16="http://schemas.microsoft.com/office/drawing/2014/main" id="{5AA45A1A-56E8-4687-A1C0-2DE872F66AAA}"/>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5">
              <a:extLst>
                <a:ext uri="{FF2B5EF4-FFF2-40B4-BE49-F238E27FC236}">
                  <a16:creationId xmlns:a16="http://schemas.microsoft.com/office/drawing/2014/main" id="{8F5885F4-B442-4DC7-A6C5-9C77C9A18B16}"/>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6">
              <a:extLst>
                <a:ext uri="{FF2B5EF4-FFF2-40B4-BE49-F238E27FC236}">
                  <a16:creationId xmlns:a16="http://schemas.microsoft.com/office/drawing/2014/main" id="{430A74DF-73A3-4CDD-A36E-988C8B0C9875}"/>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0" name="Freeform 7">
              <a:extLst>
                <a:ext uri="{FF2B5EF4-FFF2-40B4-BE49-F238E27FC236}">
                  <a16:creationId xmlns:a16="http://schemas.microsoft.com/office/drawing/2014/main" id="{326DD814-0149-498C-A954-885C837F6B8B}"/>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26768751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subtitle, Breadcrumbs">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1" y="736690"/>
            <a:ext cx="11252200" cy="757255"/>
          </a:xfrm>
          <a:prstGeom prst="rect">
            <a:avLst/>
          </a:prstGeom>
        </p:spPr>
        <p:txBody>
          <a:bodyPr lIns="0" tIns="0" rIns="0" bIns="0">
            <a:noAutofit/>
          </a:bodyPr>
          <a:lstStyle>
            <a:lvl1pPr marL="0" indent="0">
              <a:buNone/>
              <a:defRPr sz="1799"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1"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
        <p:nvSpPr>
          <p:cNvPr id="6" name="Text Placeholder 5">
            <a:extLst>
              <a:ext uri="{FF2B5EF4-FFF2-40B4-BE49-F238E27FC236}">
                <a16:creationId xmlns:a16="http://schemas.microsoft.com/office/drawing/2014/main" id="{43669498-C6A1-44F1-9D19-E5BD0D403EA8}"/>
              </a:ext>
            </a:extLst>
          </p:cNvPr>
          <p:cNvSpPr>
            <a:spLocks noGrp="1"/>
          </p:cNvSpPr>
          <p:nvPr>
            <p:ph type="body" sz="quarter" idx="15" hasCustomPrompt="1"/>
          </p:nvPr>
        </p:nvSpPr>
        <p:spPr>
          <a:xfrm>
            <a:off x="469900" y="180915"/>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531" lvl="0" indent="-228531"/>
            <a:r>
              <a:rPr lang="en-US"/>
              <a:t>BREADCRUMBS</a:t>
            </a:r>
          </a:p>
        </p:txBody>
      </p:sp>
    </p:spTree>
    <p:extLst>
      <p:ext uri="{BB962C8B-B14F-4D97-AF65-F5344CB8AC3E}">
        <p14:creationId xmlns:p14="http://schemas.microsoft.com/office/powerpoint/2010/main" val="48520429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1" y="736690"/>
            <a:ext cx="11252200" cy="757255"/>
          </a:xfrm>
          <a:prstGeom prst="rect">
            <a:avLst/>
          </a:prstGeom>
        </p:spPr>
        <p:txBody>
          <a:bodyPr lIns="0" tIns="0" rIns="0" bIns="0">
            <a:noAutofit/>
          </a:bodyPr>
          <a:lstStyle>
            <a:lvl1pPr marL="0" indent="0">
              <a:buNone/>
              <a:defRPr sz="1799"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1"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Tree>
    <p:extLst>
      <p:ext uri="{BB962C8B-B14F-4D97-AF65-F5344CB8AC3E}">
        <p14:creationId xmlns:p14="http://schemas.microsoft.com/office/powerpoint/2010/main" val="2253440608"/>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1"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Tree>
    <p:extLst>
      <p:ext uri="{BB962C8B-B14F-4D97-AF65-F5344CB8AC3E}">
        <p14:creationId xmlns:p14="http://schemas.microsoft.com/office/powerpoint/2010/main" val="181007849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6C42718-30DC-4BF5-83B8-F07AB67E7F2D}"/>
              </a:ext>
            </a:extLst>
          </p:cNvPr>
          <p:cNvSpPr>
            <a:spLocks noGrp="1"/>
          </p:cNvSpPr>
          <p:nvPr>
            <p:ph type="body" sz="quarter" idx="10"/>
          </p:nvPr>
        </p:nvSpPr>
        <p:spPr>
          <a:xfrm>
            <a:off x="609601" y="2298702"/>
            <a:ext cx="10982633" cy="830997"/>
          </a:xfrm>
        </p:spPr>
        <p:txBody>
          <a:bodyPr/>
          <a:lstStyle>
            <a:lvl1pPr marL="0" indent="0">
              <a:buClr>
                <a:schemeClr val="bg1"/>
              </a:buClr>
              <a:buNone/>
              <a:defRPr sz="4799">
                <a:solidFill>
                  <a:schemeClr val="bg1"/>
                </a:solidFill>
              </a:defRPr>
            </a:lvl1pPr>
          </a:lstStyle>
          <a:p>
            <a:pPr lvl="0"/>
            <a:endParaRPr lang="en-US"/>
          </a:p>
        </p:txBody>
      </p:sp>
    </p:spTree>
    <p:extLst>
      <p:ext uri="{BB962C8B-B14F-4D97-AF65-F5344CB8AC3E}">
        <p14:creationId xmlns:p14="http://schemas.microsoft.com/office/powerpoint/2010/main" val="7973861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Master Blocker">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C46978-702E-4430-8A8E-D53AA508F3CB}"/>
              </a:ext>
            </a:extLst>
          </p:cNvPr>
          <p:cNvSpPr txBox="1"/>
          <p:nvPr userDrawn="1"/>
        </p:nvSpPr>
        <p:spPr>
          <a:xfrm>
            <a:off x="914401" y="1217629"/>
            <a:ext cx="10363200" cy="4616648"/>
          </a:xfrm>
          <a:prstGeom prst="rect">
            <a:avLst/>
          </a:prstGeom>
          <a:noFill/>
        </p:spPr>
        <p:txBody>
          <a:bodyPr wrap="square" rtlCol="0">
            <a:spAutoFit/>
          </a:bodyPr>
          <a:lstStyle/>
          <a:p>
            <a:pPr algn="ctr"/>
            <a:r>
              <a:rPr lang="en-US" sz="11497" b="1"/>
              <a:t>Do not use this</a:t>
            </a:r>
            <a:r>
              <a:rPr lang="en-US" sz="11497" b="1" baseline="0"/>
              <a:t> layout</a:t>
            </a:r>
          </a:p>
          <a:p>
            <a:pPr algn="ctr"/>
            <a:endParaRPr lang="en-US" sz="3199" b="1" baseline="0"/>
          </a:p>
          <a:p>
            <a:pPr algn="ctr"/>
            <a:r>
              <a:rPr lang="en-US" sz="3199" b="0" baseline="0"/>
              <a:t>Delete any master slides that occur after this layout</a:t>
            </a:r>
            <a:endParaRPr lang="en-US" sz="3199" b="0"/>
          </a:p>
        </p:txBody>
      </p:sp>
    </p:spTree>
    <p:extLst>
      <p:ext uri="{BB962C8B-B14F-4D97-AF65-F5344CB8AC3E}">
        <p14:creationId xmlns:p14="http://schemas.microsoft.com/office/powerpoint/2010/main" val="201011066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3" y="4965305"/>
            <a:ext cx="4407673" cy="897983"/>
          </a:xfrm>
        </p:spPr>
        <p:txBody>
          <a:bodyPr anchor="b" anchorCtr="0"/>
          <a:lstStyle>
            <a:lvl1pPr>
              <a:lnSpc>
                <a:spcPct val="85000"/>
              </a:lnSpc>
              <a:defRPr sz="2799" b="1" baseline="0">
                <a:latin typeface="+mn-lt"/>
              </a:defRPr>
            </a:lvl1pPr>
          </a:lstStyle>
          <a:p>
            <a:r>
              <a:rPr lang="en-US"/>
              <a:t>Click to edit Title</a:t>
            </a:r>
          </a:p>
        </p:txBody>
      </p:sp>
      <p:sp>
        <p:nvSpPr>
          <p:cNvPr id="6" name="Text Placeholder 9"/>
          <p:cNvSpPr>
            <a:spLocks noGrp="1"/>
          </p:cNvSpPr>
          <p:nvPr>
            <p:ph type="body" sz="quarter" idx="16" hasCustomPrompt="1"/>
          </p:nvPr>
        </p:nvSpPr>
        <p:spPr>
          <a:xfrm>
            <a:off x="914403" y="5940665"/>
            <a:ext cx="4407673" cy="478209"/>
          </a:xfrm>
        </p:spPr>
        <p:txBody>
          <a:bodyPr vert="horz" lIns="0" tIns="0" rIns="0" bIns="0" rtlCol="0">
            <a:noAutofit/>
          </a:bodyPr>
          <a:lstStyle>
            <a:lvl1pPr marL="0" indent="0">
              <a:buNone/>
              <a:defRPr lang="en-US" sz="1200" dirty="0"/>
            </a:lvl1pPr>
          </a:lstStyle>
          <a:p>
            <a:pPr marL="228531" lvl="0" indent="-228531">
              <a:lnSpc>
                <a:spcPct val="130000"/>
              </a:lnSpc>
            </a:pPr>
            <a:r>
              <a:rPr lang="en-US"/>
              <a:t>Click to edit Subtitle</a:t>
            </a:r>
          </a:p>
        </p:txBody>
      </p:sp>
      <p:sp>
        <p:nvSpPr>
          <p:cNvPr id="7" name="Text Placeholder 9"/>
          <p:cNvSpPr>
            <a:spLocks noGrp="1"/>
          </p:cNvSpPr>
          <p:nvPr>
            <p:ph type="body" sz="quarter" idx="17" hasCustomPrompt="1"/>
          </p:nvPr>
        </p:nvSpPr>
        <p:spPr>
          <a:xfrm>
            <a:off x="914403" y="4585210"/>
            <a:ext cx="4407673" cy="348286"/>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531" lvl="0" indent="-228531"/>
            <a:r>
              <a:rPr lang="en-US"/>
              <a:t>Date</a:t>
            </a:r>
          </a:p>
        </p:txBody>
      </p:sp>
      <p:sp>
        <p:nvSpPr>
          <p:cNvPr id="8" name="Picture Placeholder 7"/>
          <p:cNvSpPr>
            <a:spLocks noGrp="1"/>
          </p:cNvSpPr>
          <p:nvPr>
            <p:ph type="pic" sz="quarter" idx="19" hasCustomPrompt="1"/>
          </p:nvPr>
        </p:nvSpPr>
        <p:spPr>
          <a:xfrm>
            <a:off x="5322075" y="0"/>
            <a:ext cx="6869925" cy="6858000"/>
          </a:xfrm>
        </p:spPr>
        <p:txBody>
          <a:bodyPr anchor="ctr"/>
          <a:lstStyle>
            <a:lvl1pPr marL="0" indent="0" algn="ctr">
              <a:buNone/>
              <a:defRPr/>
            </a:lvl1pPr>
          </a:lstStyle>
          <a:p>
            <a:r>
              <a:rPr lang="en-US"/>
              <a:t>Click to insert picture</a:t>
            </a:r>
          </a:p>
        </p:txBody>
      </p:sp>
      <p:pic>
        <p:nvPicPr>
          <p:cNvPr id="11" name="Picture 10">
            <a:extLst>
              <a:ext uri="{FF2B5EF4-FFF2-40B4-BE49-F238E27FC236}">
                <a16:creationId xmlns:a16="http://schemas.microsoft.com/office/drawing/2014/main" id="{582ECD92-3C5F-485A-83D0-7BE7BAC91467}"/>
              </a:ext>
            </a:extLst>
          </p:cNvPr>
          <p:cNvPicPr>
            <a:picLocks noChangeAspect="1"/>
          </p:cNvPicPr>
          <p:nvPr userDrawn="1"/>
        </p:nvPicPr>
        <p:blipFill>
          <a:blip r:embed="rId2"/>
          <a:stretch>
            <a:fillRect/>
          </a:stretch>
        </p:blipFill>
        <p:spPr>
          <a:xfrm>
            <a:off x="914403" y="599140"/>
            <a:ext cx="2275745" cy="1167456"/>
          </a:xfrm>
          <a:prstGeom prst="rect">
            <a:avLst/>
          </a:prstGeom>
        </p:spPr>
      </p:pic>
    </p:spTree>
    <p:extLst>
      <p:ext uri="{BB962C8B-B14F-4D97-AF65-F5344CB8AC3E}">
        <p14:creationId xmlns:p14="http://schemas.microsoft.com/office/powerpoint/2010/main" val="275987489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userDrawn="1">
  <p:cSld name="Divider">
    <p:bg>
      <p:bgPr>
        <a:solidFill>
          <a:schemeClr val="bg1"/>
        </a:solidFill>
        <a:effectLst/>
      </p:bgPr>
    </p:bg>
    <p:spTree>
      <p:nvGrpSpPr>
        <p:cNvPr id="1" name=""/>
        <p:cNvGrpSpPr/>
        <p:nvPr/>
      </p:nvGrpSpPr>
      <p:grpSpPr>
        <a:xfrm>
          <a:off x="0" y="0"/>
          <a:ext cx="0" cy="0"/>
          <a:chOff x="0" y="0"/>
          <a:chExt cx="0" cy="0"/>
        </a:xfrm>
      </p:grpSpPr>
      <p:sp>
        <p:nvSpPr>
          <p:cNvPr id="6" name="Picture Placeholder 5"/>
          <p:cNvSpPr>
            <a:spLocks noGrp="1"/>
          </p:cNvSpPr>
          <p:nvPr>
            <p:ph type="pic" sz="quarter" idx="11"/>
          </p:nvPr>
        </p:nvSpPr>
        <p:spPr>
          <a:xfrm>
            <a:off x="1" y="2"/>
            <a:ext cx="12192000" cy="6857999"/>
          </a:xfrm>
          <a:noFill/>
        </p:spPr>
        <p:txBody>
          <a:bodyPr anchor="ctr"/>
          <a:lstStyle>
            <a:lvl1pPr marL="0" indent="0" algn="ctr">
              <a:buNone/>
              <a:defRPr>
                <a:solidFill>
                  <a:schemeClr val="accent6"/>
                </a:solidFill>
              </a:defRPr>
            </a:lvl1pPr>
          </a:lstStyle>
          <a:p>
            <a:r>
              <a:rPr lang="en-US"/>
              <a:t>Click icon to add picture</a:t>
            </a:r>
          </a:p>
        </p:txBody>
      </p:sp>
      <p:sp>
        <p:nvSpPr>
          <p:cNvPr id="3" name="Title 1"/>
          <p:cNvSpPr>
            <a:spLocks noGrp="1"/>
          </p:cNvSpPr>
          <p:nvPr>
            <p:ph type="title" hasCustomPrompt="1"/>
          </p:nvPr>
        </p:nvSpPr>
        <p:spPr>
          <a:xfrm>
            <a:off x="914403" y="4725108"/>
            <a:ext cx="4389120" cy="2132892"/>
          </a:xfrm>
          <a:solidFill>
            <a:schemeClr val="bg1"/>
          </a:solidFill>
        </p:spPr>
        <p:txBody>
          <a:bodyPr vert="horz" lIns="365760" tIns="365760" rIns="365760" bIns="1280160" rtlCol="0" anchor="b" anchorCtr="0">
            <a:spAutoFit/>
          </a:bodyPr>
          <a:lstStyle>
            <a:lvl1pPr>
              <a:lnSpc>
                <a:spcPct val="90000"/>
              </a:lnSpc>
              <a:defRPr lang="en-US" sz="3599" b="1" baseline="0" dirty="0">
                <a:solidFill>
                  <a:sysClr val="windowText" lastClr="000000"/>
                </a:solidFill>
                <a:latin typeface="+mn-lt"/>
              </a:defRPr>
            </a:lvl1pPr>
          </a:lstStyle>
          <a:p>
            <a:pPr lvl="0">
              <a:lnSpc>
                <a:spcPct val="85000"/>
              </a:lnSpc>
            </a:pPr>
            <a:r>
              <a:rPr lang="en-US"/>
              <a:t>Click to edit Title</a:t>
            </a:r>
          </a:p>
        </p:txBody>
      </p:sp>
      <p:sp>
        <p:nvSpPr>
          <p:cNvPr id="4" name="Text Placeholder 4"/>
          <p:cNvSpPr>
            <a:spLocks noGrp="1"/>
          </p:cNvSpPr>
          <p:nvPr>
            <p:ph type="body" sz="quarter" idx="10" hasCustomPrompt="1"/>
          </p:nvPr>
        </p:nvSpPr>
        <p:spPr>
          <a:xfrm>
            <a:off x="914403" y="5694831"/>
            <a:ext cx="4389120" cy="1163171"/>
          </a:xfrm>
        </p:spPr>
        <p:txBody>
          <a:bodyPr vert="horz" lIns="365760" tIns="0" rIns="365760" bIns="0" rtlCol="0">
            <a:noAutofit/>
          </a:bodyPr>
          <a:lstStyle>
            <a:lvl1pPr marL="0" indent="0">
              <a:buNone/>
              <a:defRPr lang="en-US" sz="1400" baseline="0" dirty="0"/>
            </a:lvl1pPr>
          </a:lstStyle>
          <a:p>
            <a:pPr marL="228531" lvl="0" indent="-228531">
              <a:lnSpc>
                <a:spcPct val="130000"/>
              </a:lnSpc>
            </a:pPr>
            <a:r>
              <a:rPr lang="en-US"/>
              <a:t>Click to edit subtitle</a:t>
            </a:r>
          </a:p>
        </p:txBody>
      </p:sp>
    </p:spTree>
    <p:extLst>
      <p:ext uri="{BB962C8B-B14F-4D97-AF65-F5344CB8AC3E}">
        <p14:creationId xmlns:p14="http://schemas.microsoft.com/office/powerpoint/2010/main" val="1862945257"/>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userDrawn="1">
  <p:cSld name="Three Content with Graphic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EB6C09C-1569-4654-BB41-00C9680D23C8}"/>
              </a:ext>
            </a:extLst>
          </p:cNvPr>
          <p:cNvSpPr>
            <a:spLocks noGrp="1"/>
          </p:cNvSpPr>
          <p:nvPr>
            <p:ph type="title" hasCustomPrompt="1"/>
          </p:nvPr>
        </p:nvSpPr>
        <p:spPr>
          <a:xfrm>
            <a:off x="557929" y="649224"/>
            <a:ext cx="10382997" cy="767080"/>
          </a:xfrm>
        </p:spPr>
        <p:txBody>
          <a:bodyPr anchor="t"/>
          <a:lstStyle>
            <a:lvl1pPr>
              <a:defRPr baseline="0"/>
            </a:lvl1pPr>
          </a:lstStyle>
          <a:p>
            <a:r>
              <a:rPr lang="en-US"/>
              <a:t>Click to add title for three-column with text and pictograms</a:t>
            </a:r>
          </a:p>
        </p:txBody>
      </p:sp>
      <p:sp>
        <p:nvSpPr>
          <p:cNvPr id="4" name="Content Placeholder 5">
            <a:extLst>
              <a:ext uri="{FF2B5EF4-FFF2-40B4-BE49-F238E27FC236}">
                <a16:creationId xmlns:a16="http://schemas.microsoft.com/office/drawing/2014/main" id="{876397E4-B71C-46AA-956F-3D980F86C3DA}"/>
              </a:ext>
            </a:extLst>
          </p:cNvPr>
          <p:cNvSpPr>
            <a:spLocks noGrp="1"/>
          </p:cNvSpPr>
          <p:nvPr>
            <p:ph sz="quarter" idx="12" hasCustomPrompt="1"/>
          </p:nvPr>
        </p:nvSpPr>
        <p:spPr>
          <a:xfrm>
            <a:off x="1114332" y="3474720"/>
            <a:ext cx="2926080" cy="2278380"/>
          </a:xfrm>
        </p:spPr>
        <p:txBody>
          <a:bodyPr/>
          <a:lstStyle>
            <a:lvl1pPr algn="ctr">
              <a:spcBef>
                <a:spcPts val="1200"/>
              </a:spcBef>
              <a:defRPr sz="2000" b="1"/>
            </a:lvl1pPr>
            <a:lvl2pPr marL="0" indent="0" algn="ctr">
              <a:spcBef>
                <a:spcPts val="1200"/>
              </a:spcBef>
              <a:buFontTx/>
              <a:buNone/>
              <a:defRPr sz="1500" baseline="0"/>
            </a:lvl2pPr>
          </a:lstStyle>
          <a:p>
            <a:pPr lvl="0"/>
            <a:r>
              <a:rPr lang="en-US"/>
              <a:t>Header</a:t>
            </a:r>
          </a:p>
          <a:p>
            <a:pPr lvl="1"/>
            <a:r>
              <a:rPr lang="en-US"/>
              <a:t>Descriptor text</a:t>
            </a:r>
          </a:p>
        </p:txBody>
      </p:sp>
      <p:sp>
        <p:nvSpPr>
          <p:cNvPr id="5" name="Content Placeholder 5">
            <a:extLst>
              <a:ext uri="{FF2B5EF4-FFF2-40B4-BE49-F238E27FC236}">
                <a16:creationId xmlns:a16="http://schemas.microsoft.com/office/drawing/2014/main" id="{69553113-2B4B-401B-B370-4B3C744FACE9}"/>
              </a:ext>
            </a:extLst>
          </p:cNvPr>
          <p:cNvSpPr>
            <a:spLocks noGrp="1"/>
          </p:cNvSpPr>
          <p:nvPr>
            <p:ph sz="quarter" idx="14" hasCustomPrompt="1"/>
          </p:nvPr>
        </p:nvSpPr>
        <p:spPr>
          <a:xfrm>
            <a:off x="4629476" y="3474720"/>
            <a:ext cx="2926080" cy="2278380"/>
          </a:xfrm>
        </p:spPr>
        <p:txBody>
          <a:bodyPr/>
          <a:lstStyle>
            <a:lvl1pPr algn="ctr">
              <a:spcBef>
                <a:spcPts val="1200"/>
              </a:spcBef>
              <a:defRPr sz="2000" b="1"/>
            </a:lvl1pPr>
            <a:lvl2pPr marL="0" indent="0" algn="ctr">
              <a:spcBef>
                <a:spcPts val="1200"/>
              </a:spcBef>
              <a:buFontTx/>
              <a:buNone/>
              <a:defRPr sz="1500"/>
            </a:lvl2pPr>
          </a:lstStyle>
          <a:p>
            <a:pPr lvl="0"/>
            <a:r>
              <a:rPr lang="en-US"/>
              <a:t>Header</a:t>
            </a:r>
          </a:p>
          <a:p>
            <a:pPr lvl="1"/>
            <a:r>
              <a:rPr lang="en-US"/>
              <a:t>Descriptor text</a:t>
            </a:r>
          </a:p>
        </p:txBody>
      </p:sp>
      <p:sp>
        <p:nvSpPr>
          <p:cNvPr id="6" name="Content Placeholder 5">
            <a:extLst>
              <a:ext uri="{FF2B5EF4-FFF2-40B4-BE49-F238E27FC236}">
                <a16:creationId xmlns:a16="http://schemas.microsoft.com/office/drawing/2014/main" id="{9357CE74-CA0B-4C5C-9F24-0A4DDE0192E7}"/>
              </a:ext>
            </a:extLst>
          </p:cNvPr>
          <p:cNvSpPr>
            <a:spLocks noGrp="1"/>
          </p:cNvSpPr>
          <p:nvPr>
            <p:ph sz="quarter" idx="15" hasCustomPrompt="1"/>
          </p:nvPr>
        </p:nvSpPr>
        <p:spPr>
          <a:xfrm>
            <a:off x="8144620" y="3474720"/>
            <a:ext cx="2926080" cy="2278380"/>
          </a:xfrm>
        </p:spPr>
        <p:txBody>
          <a:bodyPr/>
          <a:lstStyle>
            <a:lvl1pPr algn="ctr">
              <a:spcBef>
                <a:spcPts val="1200"/>
              </a:spcBef>
              <a:defRPr sz="2000" b="1"/>
            </a:lvl1pPr>
            <a:lvl2pPr marL="0" indent="0" algn="ctr">
              <a:spcBef>
                <a:spcPts val="1200"/>
              </a:spcBef>
              <a:buFontTx/>
              <a:buNone/>
              <a:defRPr sz="1500"/>
            </a:lvl2pPr>
          </a:lstStyle>
          <a:p>
            <a:pPr lvl="0"/>
            <a:r>
              <a:rPr lang="en-US"/>
              <a:t>Header</a:t>
            </a:r>
          </a:p>
          <a:p>
            <a:pPr lvl="1"/>
            <a:r>
              <a:rPr lang="en-US"/>
              <a:t>Descriptor text</a:t>
            </a:r>
          </a:p>
        </p:txBody>
      </p:sp>
    </p:spTree>
    <p:extLst>
      <p:ext uri="{BB962C8B-B14F-4D97-AF65-F5344CB8AC3E}">
        <p14:creationId xmlns:p14="http://schemas.microsoft.com/office/powerpoint/2010/main" val="2102473490"/>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50351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4020510"/>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649224"/>
            <a:ext cx="9667726" cy="713232"/>
          </a:xfrm>
        </p:spPr>
        <p:txBody>
          <a:bodyPr/>
          <a:lstStyle>
            <a:lvl1pPr>
              <a:defRPr>
                <a:solidFill>
                  <a:schemeClr val="tx2"/>
                </a:solidFill>
              </a:defRPr>
            </a:lvl1pPr>
          </a:lstStyle>
          <a:p>
            <a:r>
              <a:rPr lang="en-US"/>
              <a:t>Click to add title for one-column layout</a:t>
            </a:r>
          </a:p>
        </p:txBody>
      </p:sp>
      <p:sp>
        <p:nvSpPr>
          <p:cNvPr id="4" name="Content Placeholder 2"/>
          <p:cNvSpPr>
            <a:spLocks noGrp="1"/>
          </p:cNvSpPr>
          <p:nvPr>
            <p:ph idx="1" hasCustomPrompt="1"/>
          </p:nvPr>
        </p:nvSpPr>
        <p:spPr bwMode="gray">
          <a:xfrm>
            <a:off x="557929" y="1774880"/>
            <a:ext cx="8588453" cy="3987745"/>
          </a:xfrm>
        </p:spPr>
        <p:txBody>
          <a:bodyPr/>
          <a:lstStyle>
            <a:lvl1pPr>
              <a:defRPr sz="2000" b="1" cap="none" baseline="0">
                <a:solidFill>
                  <a:schemeClr val="tx2"/>
                </a:solidFill>
              </a:defRPr>
            </a:lvl1pPr>
            <a:lvl2pPr marL="0" indent="0">
              <a:buFontTx/>
              <a:buNone/>
              <a:defRPr sz="1500">
                <a:solidFill>
                  <a:schemeClr val="tx2"/>
                </a:solidFill>
              </a:defRPr>
            </a:lvl2pPr>
            <a:lvl3pPr marL="173038" indent="-173038">
              <a:spcBef>
                <a:spcPts val="1200"/>
              </a:spcBef>
              <a:buFont typeface="Arial" panose="020B0604020202020204" pitchFamily="34" charset="0"/>
              <a:buChar char="•"/>
              <a:defRPr sz="1500">
                <a:solidFill>
                  <a:schemeClr val="tx2"/>
                </a:solidFill>
              </a:defRPr>
            </a:lvl3pPr>
            <a:lvl4pPr marL="347663" indent="-174625">
              <a:spcBef>
                <a:spcPts val="600"/>
              </a:spcBef>
              <a:buFont typeface="Arial" panose="020B0604020202020204" pitchFamily="34" charset="0"/>
              <a:buChar char="–"/>
              <a:defRPr sz="1500">
                <a:solidFill>
                  <a:schemeClr val="tx2"/>
                </a:solidFill>
              </a:defRPr>
            </a:lvl4pPr>
            <a:lvl5pPr marL="509588" indent="-161925">
              <a:spcBef>
                <a:spcPts val="600"/>
              </a:spcBef>
              <a:buFont typeface="Arial" panose="020B0604020202020204" pitchFamily="34" charset="0"/>
              <a:buChar char="•"/>
              <a:defRPr sz="1500">
                <a:solidFill>
                  <a:schemeClr val="tx2"/>
                </a:solidFill>
              </a:defRPr>
            </a:lvl5pPr>
            <a:lvl6pPr marL="682625" indent="-173038">
              <a:buFont typeface="Arial" panose="020B0604020202020204" pitchFamily="34" charset="0"/>
              <a:buChar char="–"/>
              <a:defRPr sz="1500" baseline="0"/>
            </a:lvl6pPr>
            <a:lvl7pPr marL="857250" indent="-174625">
              <a:spcBef>
                <a:spcPts val="600"/>
              </a:spcBef>
              <a:buFont typeface="Arial" panose="020B0604020202020204" pitchFamily="34" charset="0"/>
              <a:buChar char="•"/>
              <a:defRPr sz="1500" baseline="0">
                <a:solidFill>
                  <a:schemeClr val="tx2"/>
                </a:solidFill>
              </a:defRPr>
            </a:lvl7pPr>
            <a:lvl8pPr marL="1030288" indent="-173038">
              <a:spcBef>
                <a:spcPts val="600"/>
              </a:spcBef>
              <a:buFont typeface="Arial" panose="020B0604020202020204" pitchFamily="34" charset="0"/>
              <a:buChar char="–"/>
              <a:defRPr sz="1500" baseline="0">
                <a:solidFill>
                  <a:schemeClr val="tx2"/>
                </a:solidFill>
              </a:defRPr>
            </a:lvl8pPr>
            <a:lvl9pPr marL="1203325" indent="-173038">
              <a:spcBef>
                <a:spcPts val="600"/>
              </a:spcBef>
              <a:buFont typeface="Arial" panose="020B0604020202020204" pitchFamily="34" charset="0"/>
              <a:buChar char="•"/>
              <a:defRPr sz="1500" baseline="0">
                <a:solidFill>
                  <a:schemeClr val="tx2"/>
                </a:solidFill>
              </a:defRPr>
            </a:lvl9pPr>
          </a:lstStyle>
          <a:p>
            <a:pPr lvl="0"/>
            <a:r>
              <a:rPr lang="en-US"/>
              <a:t>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720061472"/>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2_Title and Content without Header">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0506ECB-3DDB-436F-A887-5462DE6C8DFE}"/>
              </a:ext>
            </a:extLst>
          </p:cNvPr>
          <p:cNvGraphicFramePr>
            <a:graphicFrameLocks noChangeAspect="1"/>
          </p:cNvGraphicFramePr>
          <p:nvPr userDrawn="1">
            <p:custDataLst>
              <p:tags r:id="rId1"/>
            </p:custDataLst>
            <p:extLst>
              <p:ext uri="{D42A27DB-BD31-4B8C-83A1-F6EECF244321}">
                <p14:modId xmlns:p14="http://schemas.microsoft.com/office/powerpoint/2010/main" val="3368508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5" name="Object 4" hidden="1">
                        <a:extLst>
                          <a:ext uri="{FF2B5EF4-FFF2-40B4-BE49-F238E27FC236}">
                            <a16:creationId xmlns:a16="http://schemas.microsoft.com/office/drawing/2014/main" id="{00506ECB-3DDB-436F-A887-5462DE6C8DF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726A50DC-E9CB-D6E3-2D71-DDF1E97E276B}"/>
              </a:ext>
            </a:extLst>
          </p:cNvPr>
          <p:cNvSpPr/>
          <p:nvPr userDrawn="1"/>
        </p:nvSpPr>
        <p:spPr bwMode="gray">
          <a:xfrm>
            <a:off x="0" y="1435394"/>
            <a:ext cx="5257800" cy="5422605"/>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white"/>
              </a:solidFill>
              <a:effectLst/>
              <a:uLnTx/>
              <a:uFillTx/>
              <a:latin typeface="CVS Health Sans" panose="020B0504020202020204" pitchFamily="34" charset="0"/>
              <a:ea typeface="+mn-ea"/>
              <a:cs typeface="+mn-cs"/>
            </a:endParaRPr>
          </a:p>
        </p:txBody>
      </p:sp>
      <p:sp>
        <p:nvSpPr>
          <p:cNvPr id="7" name="Title 2">
            <a:extLst>
              <a:ext uri="{FF2B5EF4-FFF2-40B4-BE49-F238E27FC236}">
                <a16:creationId xmlns:a16="http://schemas.microsoft.com/office/drawing/2014/main" id="{3E6CB22D-4140-D080-3890-A006E443E760}"/>
              </a:ext>
            </a:extLst>
          </p:cNvPr>
          <p:cNvSpPr txBox="1">
            <a:spLocks/>
          </p:cNvSpPr>
          <p:nvPr userDrawn="1"/>
        </p:nvSpPr>
        <p:spPr>
          <a:xfrm>
            <a:off x="557928" y="478980"/>
            <a:ext cx="10636814" cy="724437"/>
          </a:xfrm>
          <a:prstGeom prst="rect">
            <a:avLst/>
          </a:prstGeom>
        </p:spPr>
        <p:txBody>
          <a:bodyPr vert="horz" lIns="0" tIns="0" rIns="0" bIns="0" rtlCol="0" anchor="t" anchorCtr="0">
            <a:noAutofit/>
          </a:bodyPr>
          <a:lstStyle>
            <a:lvl1pPr algn="l" defTabSz="457200" rtl="0" eaLnBrk="1" latinLnBrk="0" hangingPunct="1">
              <a:lnSpc>
                <a:spcPct val="90000"/>
              </a:lnSpc>
              <a:spcBef>
                <a:spcPct val="0"/>
              </a:spcBef>
              <a:buNone/>
              <a:defRPr sz="2600" b="1" kern="1200">
                <a:solidFill>
                  <a:schemeClr val="tx2"/>
                </a:solidFill>
                <a:latin typeface="+mj-lt"/>
                <a:ea typeface="+mj-ea"/>
                <a:cs typeface="+mj-cs"/>
              </a:defRPr>
            </a:lvl1pPr>
          </a:lstStyle>
          <a:p>
            <a:pPr marL="0" marR="0" lvl="0" indent="0" algn="l" defTabSz="457200" rtl="0" eaLnBrk="1" fontAlgn="auto" latinLnBrk="0" hangingPunct="1">
              <a:lnSpc>
                <a:spcPct val="90000"/>
              </a:lnSpc>
              <a:spcBef>
                <a:spcPct val="0"/>
              </a:spcBef>
              <a:spcAft>
                <a:spcPts val="0"/>
              </a:spcAft>
              <a:buClrTx/>
              <a:buSzTx/>
              <a:buFontTx/>
              <a:buNone/>
              <a:tabLst/>
              <a:defRPr/>
            </a:pPr>
            <a:endParaRPr kumimoji="0" lang="en-US" i="0" u="none" strike="noStrike" kern="1200" cap="none" spc="0" normalizeH="0" baseline="0" noProof="0">
              <a:ln>
                <a:noFill/>
              </a:ln>
              <a:solidFill>
                <a:schemeClr val="tx1"/>
              </a:solidFill>
              <a:effectLst/>
              <a:uLnTx/>
              <a:uFillTx/>
              <a:latin typeface="CVS Health Sans Light" panose="020B0404020202020204" pitchFamily="34" charset="0"/>
              <a:cs typeface="Arial"/>
            </a:endParaRPr>
          </a:p>
        </p:txBody>
      </p:sp>
      <p:sp>
        <p:nvSpPr>
          <p:cNvPr id="11" name="Title 1">
            <a:extLst>
              <a:ext uri="{FF2B5EF4-FFF2-40B4-BE49-F238E27FC236}">
                <a16:creationId xmlns:a16="http://schemas.microsoft.com/office/drawing/2014/main" id="{CCC09762-7CD3-B2CB-947D-784941CD3D5B}"/>
              </a:ext>
            </a:extLst>
          </p:cNvPr>
          <p:cNvSpPr>
            <a:spLocks noGrp="1"/>
          </p:cNvSpPr>
          <p:nvPr>
            <p:ph type="title" hasCustomPrompt="1"/>
          </p:nvPr>
        </p:nvSpPr>
        <p:spPr>
          <a:xfrm>
            <a:off x="557929" y="530351"/>
            <a:ext cx="10967764" cy="713232"/>
          </a:xfrm>
        </p:spPr>
        <p:txBody>
          <a:bodyPr vert="horz"/>
          <a:lstStyle>
            <a:lvl1pPr>
              <a:defRPr>
                <a:solidFill>
                  <a:schemeClr val="tx1"/>
                </a:solidFill>
                <a:latin typeface="+mj-lt"/>
              </a:defRPr>
            </a:lvl1pPr>
          </a:lstStyle>
          <a:p>
            <a:r>
              <a:rPr lang="en-US"/>
              <a:t>Click to add title for one column layout</a:t>
            </a:r>
          </a:p>
        </p:txBody>
      </p:sp>
      <p:sp>
        <p:nvSpPr>
          <p:cNvPr id="3" name="Content Placeholder 2">
            <a:extLst>
              <a:ext uri="{FF2B5EF4-FFF2-40B4-BE49-F238E27FC236}">
                <a16:creationId xmlns:a16="http://schemas.microsoft.com/office/drawing/2014/main" id="{6F20CDE5-8798-C84D-283F-307E7F6342D1}"/>
              </a:ext>
            </a:extLst>
          </p:cNvPr>
          <p:cNvSpPr>
            <a:spLocks noGrp="1"/>
          </p:cNvSpPr>
          <p:nvPr>
            <p:ph sz="quarter" idx="10" hasCustomPrompt="1"/>
          </p:nvPr>
        </p:nvSpPr>
        <p:spPr>
          <a:xfrm>
            <a:off x="372914" y="60132"/>
            <a:ext cx="2465387" cy="287338"/>
          </a:xfrm>
        </p:spPr>
        <p:txBody>
          <a:bodyPr/>
          <a:lstStyle>
            <a:lvl1pPr>
              <a:defRPr i="1">
                <a:solidFill>
                  <a:schemeClr val="accent6"/>
                </a:solidFill>
                <a:latin typeface="CVS Health Sans Thin" panose="020B0404020202020204" pitchFamily="34" charset="0"/>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Add Theme / Program</a:t>
            </a:r>
          </a:p>
        </p:txBody>
      </p:sp>
      <p:sp>
        <p:nvSpPr>
          <p:cNvPr id="2" name="Rectangle 1">
            <a:extLst>
              <a:ext uri="{FF2B5EF4-FFF2-40B4-BE49-F238E27FC236}">
                <a16:creationId xmlns:a16="http://schemas.microsoft.com/office/drawing/2014/main" id="{E0165C63-B550-C972-E53F-0AC301DF635E}"/>
              </a:ext>
            </a:extLst>
          </p:cNvPr>
          <p:cNvSpPr/>
          <p:nvPr userDrawn="1"/>
        </p:nvSpPr>
        <p:spPr bwMode="gray">
          <a:xfrm>
            <a:off x="-1586" y="-8651"/>
            <a:ext cx="288491" cy="6865758"/>
          </a:xfrm>
          <a:prstGeom prst="rect">
            <a:avLst/>
          </a:prstGeom>
          <a:solidFill>
            <a:srgbClr val="0070C0"/>
          </a:solidFill>
          <a:ln>
            <a:noFill/>
            <a:miter lim="800000"/>
          </a:ln>
          <a:effectLst/>
        </p:spPr>
        <p:style>
          <a:lnRef idx="1">
            <a:schemeClr val="accent1"/>
          </a:lnRef>
          <a:fillRef idx="3">
            <a:schemeClr val="accent1"/>
          </a:fillRef>
          <a:effectRef idx="2">
            <a:schemeClr val="accent1"/>
          </a:effectRef>
          <a:fontRef idx="minor">
            <a:schemeClr val="lt1"/>
          </a:fontRef>
        </p:style>
        <p:txBody>
          <a:bodyPr vert="vert270" rtlCol="0" anchor="ctr"/>
          <a:lstStyle/>
          <a:p>
            <a:pPr marL="0" marR="0" lvl="0" indent="0" algn="ctr" defTabSz="457063"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600" normalizeH="0" baseline="0" noProof="0">
                <a:ln>
                  <a:noFill/>
                </a:ln>
                <a:solidFill>
                  <a:prstClr val="white"/>
                </a:solidFill>
                <a:effectLst/>
                <a:uLnTx/>
                <a:uFillTx/>
                <a:latin typeface="+mj-lt"/>
                <a:ea typeface="+mn-ea"/>
                <a:cs typeface="+mn-cs"/>
              </a:rPr>
              <a:t>DEEP DIVE</a:t>
            </a:r>
          </a:p>
        </p:txBody>
      </p:sp>
    </p:spTree>
    <p:extLst>
      <p:ext uri="{BB962C8B-B14F-4D97-AF65-F5344CB8AC3E}">
        <p14:creationId xmlns:p14="http://schemas.microsoft.com/office/powerpoint/2010/main" val="313486769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1_Divider dark">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228EF9E-D56F-3081-913E-24F056DCCD74}"/>
              </a:ext>
            </a:extLst>
          </p:cNvPr>
          <p:cNvGraphicFramePr>
            <a:graphicFrameLocks noChangeAspect="1"/>
          </p:cNvGraphicFramePr>
          <p:nvPr userDrawn="1">
            <p:custDataLst>
              <p:tags r:id="rId1"/>
            </p:custDataLst>
            <p:extLst>
              <p:ext uri="{D42A27DB-BD31-4B8C-83A1-F6EECF244321}">
                <p14:modId xmlns:p14="http://schemas.microsoft.com/office/powerpoint/2010/main" val="26518091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5" name="Object 4" hidden="1">
                        <a:extLst>
                          <a:ext uri="{FF2B5EF4-FFF2-40B4-BE49-F238E27FC236}">
                            <a16:creationId xmlns:a16="http://schemas.microsoft.com/office/drawing/2014/main" id="{4228EF9E-D56F-3081-913E-24F056DCCD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1">
            <a:extLst>
              <a:ext uri="{FF2B5EF4-FFF2-40B4-BE49-F238E27FC236}">
                <a16:creationId xmlns:a16="http://schemas.microsoft.com/office/drawing/2014/main" id="{ABD1AEB8-3322-4E67-A702-83F309202013}"/>
              </a:ext>
            </a:extLst>
          </p:cNvPr>
          <p:cNvSpPr>
            <a:spLocks noGrp="1"/>
          </p:cNvSpPr>
          <p:nvPr>
            <p:ph type="title" hasCustomPrompt="1"/>
          </p:nvPr>
        </p:nvSpPr>
        <p:spPr>
          <a:xfrm>
            <a:off x="3232111" y="3022967"/>
            <a:ext cx="5727776" cy="812066"/>
          </a:xfrm>
        </p:spPr>
        <p:txBody>
          <a:bodyPr vert="horz" rIns="0" anchor="ctr"/>
          <a:lstStyle>
            <a:lvl1pPr algn="ctr" defTabSz="457200" rtl="0" eaLnBrk="1" latinLnBrk="0" hangingPunct="1">
              <a:lnSpc>
                <a:spcPct val="90000"/>
              </a:lnSpc>
              <a:spcBef>
                <a:spcPct val="0"/>
              </a:spcBef>
              <a:buNone/>
              <a:defRPr lang="en-US" sz="3200" b="1" kern="1200" dirty="0">
                <a:solidFill>
                  <a:srgbClr val="0070C0"/>
                </a:solidFill>
                <a:latin typeface="CVS Health Sans" panose="020B0504020202020204" pitchFamily="34" charset="0"/>
                <a:ea typeface="+mj-ea"/>
                <a:cs typeface="+mj-cs"/>
              </a:defRPr>
            </a:lvl1pPr>
          </a:lstStyle>
          <a:p>
            <a:r>
              <a:rPr lang="en-US"/>
              <a:t>Click to edit title for divider</a:t>
            </a:r>
          </a:p>
        </p:txBody>
      </p:sp>
    </p:spTree>
    <p:extLst>
      <p:ext uri="{BB962C8B-B14F-4D97-AF65-F5344CB8AC3E}">
        <p14:creationId xmlns:p14="http://schemas.microsoft.com/office/powerpoint/2010/main" val="233862196"/>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EA0B41C-B0AB-085E-BAD8-D47E8E1F7507}"/>
              </a:ext>
            </a:extLst>
          </p:cNvPr>
          <p:cNvGraphicFramePr>
            <a:graphicFrameLocks noChangeAspect="1"/>
          </p:cNvGraphicFramePr>
          <p:nvPr userDrawn="1">
            <p:custDataLst>
              <p:tags r:id="rId1"/>
            </p:custDataLst>
            <p:extLst>
              <p:ext uri="{D42A27DB-BD31-4B8C-83A1-F6EECF244321}">
                <p14:modId xmlns:p14="http://schemas.microsoft.com/office/powerpoint/2010/main" val="21880118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5" name="Object 4" hidden="1">
                        <a:extLst>
                          <a:ext uri="{FF2B5EF4-FFF2-40B4-BE49-F238E27FC236}">
                            <a16:creationId xmlns:a16="http://schemas.microsoft.com/office/drawing/2014/main" id="{DEA0B41C-B0AB-085E-BAD8-D47E8E1F750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557931" y="2130386"/>
            <a:ext cx="4682948" cy="2011680"/>
          </a:xfrm>
        </p:spPr>
        <p:txBody>
          <a:bodyPr vert="horz" rIns="0" anchor="b" anchorCtr="0"/>
          <a:lstStyle>
            <a:lvl1pPr>
              <a:lnSpc>
                <a:spcPct val="90000"/>
              </a:lnSpc>
              <a:defRPr sz="4000">
                <a:solidFill>
                  <a:schemeClr val="tx1"/>
                </a:solidFill>
              </a:defRPr>
            </a:lvl1pPr>
          </a:lstStyle>
          <a:p>
            <a:r>
              <a:rPr lang="en-US"/>
              <a:t>Click to add title</a:t>
            </a:r>
          </a:p>
        </p:txBody>
      </p:sp>
      <p:grpSp>
        <p:nvGrpSpPr>
          <p:cNvPr id="4" name="Group 3"/>
          <p:cNvGrpSpPr/>
          <p:nvPr userDrawn="1"/>
        </p:nvGrpSpPr>
        <p:grpSpPr>
          <a:xfrm>
            <a:off x="557929" y="429542"/>
            <a:ext cx="2872536" cy="352779"/>
            <a:chOff x="557784" y="429541"/>
            <a:chExt cx="2871788" cy="352779"/>
          </a:xfrm>
        </p:grpSpPr>
        <p:sp>
          <p:nvSpPr>
            <p:cNvPr id="14"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5"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6"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7"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8"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9"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pic>
        <p:nvPicPr>
          <p:cNvPr id="21" name="Picture 2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175169" y="1016179"/>
            <a:ext cx="5222470" cy="4340047"/>
          </a:xfrm>
          <a:prstGeom prst="rect">
            <a:avLst/>
          </a:prstGeom>
        </p:spPr>
      </p:pic>
      <p:sp>
        <p:nvSpPr>
          <p:cNvPr id="22" name="Text Placeholder 4"/>
          <p:cNvSpPr>
            <a:spLocks noGrp="1"/>
          </p:cNvSpPr>
          <p:nvPr>
            <p:ph type="body" sz="quarter" idx="16" hasCustomPrompt="1"/>
          </p:nvPr>
        </p:nvSpPr>
        <p:spPr>
          <a:xfrm>
            <a:off x="557930" y="4379002"/>
            <a:ext cx="3582950" cy="1262324"/>
          </a:xfrm>
          <a:prstGeom prst="rect">
            <a:avLst/>
          </a:prstGeom>
        </p:spPr>
        <p:txBody>
          <a:bodyPr/>
          <a:lstStyle>
            <a:lvl1pPr>
              <a:defRPr sz="1600" b="1">
                <a:solidFill>
                  <a:schemeClr val="tx1"/>
                </a:solidFill>
              </a:defRPr>
            </a:lvl1pPr>
            <a:lvl2pPr marL="0" indent="0">
              <a:spcBef>
                <a:spcPts val="0"/>
              </a:spcBef>
              <a:spcAft>
                <a:spcPts val="2400"/>
              </a:spcAft>
              <a:buFontTx/>
              <a:buNone/>
              <a:defRPr sz="1600">
                <a:solidFill>
                  <a:schemeClr val="tx1"/>
                </a:solidFill>
              </a:defRPr>
            </a:lvl2pPr>
            <a:lvl3pPr marL="0" indent="0">
              <a:buFontTx/>
              <a:buNone/>
              <a:defRPr sz="1200">
                <a:solidFill>
                  <a:schemeClr val="tx1"/>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3321620110"/>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Title and Content without Header">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0506ECB-3DDB-436F-A887-5462DE6C8DFE}"/>
              </a:ext>
            </a:extLst>
          </p:cNvPr>
          <p:cNvGraphicFramePr>
            <a:graphicFrameLocks noChangeAspect="1"/>
          </p:cNvGraphicFramePr>
          <p:nvPr userDrawn="1">
            <p:custDataLst>
              <p:tags r:id="rId1"/>
            </p:custDataLst>
            <p:extLst>
              <p:ext uri="{D42A27DB-BD31-4B8C-83A1-F6EECF244321}">
                <p14:modId xmlns:p14="http://schemas.microsoft.com/office/powerpoint/2010/main" val="3368508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5" name="Object 4" hidden="1">
                        <a:extLst>
                          <a:ext uri="{FF2B5EF4-FFF2-40B4-BE49-F238E27FC236}">
                            <a16:creationId xmlns:a16="http://schemas.microsoft.com/office/drawing/2014/main" id="{00506ECB-3DDB-436F-A887-5462DE6C8DF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726A50DC-E9CB-D6E3-2D71-DDF1E97E276B}"/>
              </a:ext>
            </a:extLst>
          </p:cNvPr>
          <p:cNvSpPr/>
          <p:nvPr userDrawn="1"/>
        </p:nvSpPr>
        <p:spPr bwMode="gray">
          <a:xfrm>
            <a:off x="0" y="1435394"/>
            <a:ext cx="5257800" cy="5422605"/>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white"/>
              </a:solidFill>
              <a:effectLst/>
              <a:uLnTx/>
              <a:uFillTx/>
              <a:latin typeface="CVS Health Sans" panose="020B0504020202020204" pitchFamily="34" charset="0"/>
              <a:ea typeface="+mn-ea"/>
              <a:cs typeface="+mn-cs"/>
            </a:endParaRPr>
          </a:p>
        </p:txBody>
      </p:sp>
      <p:sp>
        <p:nvSpPr>
          <p:cNvPr id="7" name="Title 2">
            <a:extLst>
              <a:ext uri="{FF2B5EF4-FFF2-40B4-BE49-F238E27FC236}">
                <a16:creationId xmlns:a16="http://schemas.microsoft.com/office/drawing/2014/main" id="{3E6CB22D-4140-D080-3890-A006E443E760}"/>
              </a:ext>
            </a:extLst>
          </p:cNvPr>
          <p:cNvSpPr txBox="1">
            <a:spLocks/>
          </p:cNvSpPr>
          <p:nvPr userDrawn="1"/>
        </p:nvSpPr>
        <p:spPr>
          <a:xfrm>
            <a:off x="557928" y="478980"/>
            <a:ext cx="10636814" cy="724437"/>
          </a:xfrm>
          <a:prstGeom prst="rect">
            <a:avLst/>
          </a:prstGeom>
        </p:spPr>
        <p:txBody>
          <a:bodyPr vert="horz" lIns="0" tIns="0" rIns="0" bIns="0" rtlCol="0" anchor="t" anchorCtr="0">
            <a:noAutofit/>
          </a:bodyPr>
          <a:lstStyle>
            <a:lvl1pPr algn="l" defTabSz="457200" rtl="0" eaLnBrk="1" latinLnBrk="0" hangingPunct="1">
              <a:lnSpc>
                <a:spcPct val="90000"/>
              </a:lnSpc>
              <a:spcBef>
                <a:spcPct val="0"/>
              </a:spcBef>
              <a:buNone/>
              <a:defRPr sz="2600" b="1" kern="1200">
                <a:solidFill>
                  <a:schemeClr val="tx2"/>
                </a:solidFill>
                <a:latin typeface="+mj-lt"/>
                <a:ea typeface="+mj-ea"/>
                <a:cs typeface="+mj-cs"/>
              </a:defRPr>
            </a:lvl1pPr>
          </a:lstStyle>
          <a:p>
            <a:pPr marL="0" marR="0" lvl="0" indent="0" algn="l" defTabSz="457200" rtl="0" eaLnBrk="1" fontAlgn="auto" latinLnBrk="0" hangingPunct="1">
              <a:lnSpc>
                <a:spcPct val="90000"/>
              </a:lnSpc>
              <a:spcBef>
                <a:spcPct val="0"/>
              </a:spcBef>
              <a:spcAft>
                <a:spcPts val="0"/>
              </a:spcAft>
              <a:buClrTx/>
              <a:buSzTx/>
              <a:buFontTx/>
              <a:buNone/>
              <a:tabLst/>
              <a:defRPr/>
            </a:pPr>
            <a:endParaRPr kumimoji="0" lang="en-US" i="0" u="none" strike="noStrike" kern="1200" cap="none" spc="0" normalizeH="0" baseline="0" noProof="0">
              <a:ln>
                <a:noFill/>
              </a:ln>
              <a:solidFill>
                <a:schemeClr val="tx1"/>
              </a:solidFill>
              <a:effectLst/>
              <a:uLnTx/>
              <a:uFillTx/>
              <a:latin typeface="CVS Health Sans Light" panose="020B0404020202020204" pitchFamily="34" charset="0"/>
              <a:cs typeface="Arial"/>
            </a:endParaRPr>
          </a:p>
        </p:txBody>
      </p:sp>
      <p:sp>
        <p:nvSpPr>
          <p:cNvPr id="8" name="Rectangle 7">
            <a:extLst>
              <a:ext uri="{FF2B5EF4-FFF2-40B4-BE49-F238E27FC236}">
                <a16:creationId xmlns:a16="http://schemas.microsoft.com/office/drawing/2014/main" id="{BF283C83-65A1-5C9A-A5B4-27BB4B211C3C}"/>
              </a:ext>
            </a:extLst>
          </p:cNvPr>
          <p:cNvSpPr/>
          <p:nvPr userDrawn="1"/>
        </p:nvSpPr>
        <p:spPr bwMode="gray">
          <a:xfrm>
            <a:off x="-1586" y="-8651"/>
            <a:ext cx="288491" cy="6865758"/>
          </a:xfrm>
          <a:prstGeom prst="rect">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vert="vert270" rtlCol="0" anchor="ctr"/>
          <a:lstStyle/>
          <a:p>
            <a:pPr marL="0" marR="0" lvl="0" indent="0" algn="ctr" defTabSz="457063"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600" normalizeH="0" baseline="0" noProof="0">
                <a:ln>
                  <a:noFill/>
                </a:ln>
                <a:solidFill>
                  <a:prstClr val="white"/>
                </a:solidFill>
                <a:effectLst/>
                <a:uLnTx/>
                <a:uFillTx/>
                <a:latin typeface="CVS Health Sans Thin" panose="020B0404020202020204" pitchFamily="34" charset="0"/>
                <a:ea typeface="+mn-ea"/>
                <a:cs typeface="+mn-cs"/>
              </a:rPr>
              <a:t>DEEP DIVE</a:t>
            </a:r>
          </a:p>
        </p:txBody>
      </p:sp>
      <p:sp>
        <p:nvSpPr>
          <p:cNvPr id="11" name="Title 1">
            <a:extLst>
              <a:ext uri="{FF2B5EF4-FFF2-40B4-BE49-F238E27FC236}">
                <a16:creationId xmlns:a16="http://schemas.microsoft.com/office/drawing/2014/main" id="{CCC09762-7CD3-B2CB-947D-784941CD3D5B}"/>
              </a:ext>
            </a:extLst>
          </p:cNvPr>
          <p:cNvSpPr>
            <a:spLocks noGrp="1"/>
          </p:cNvSpPr>
          <p:nvPr>
            <p:ph type="title" hasCustomPrompt="1"/>
          </p:nvPr>
        </p:nvSpPr>
        <p:spPr>
          <a:xfrm>
            <a:off x="557929" y="530351"/>
            <a:ext cx="10967764" cy="713232"/>
          </a:xfrm>
        </p:spPr>
        <p:txBody>
          <a:bodyPr vert="horz"/>
          <a:lstStyle>
            <a:lvl1pPr>
              <a:defRPr>
                <a:solidFill>
                  <a:schemeClr val="tx1"/>
                </a:solidFill>
                <a:latin typeface="CVS Health Sans Light" panose="020B0404020202020204" pitchFamily="34" charset="0"/>
              </a:defRPr>
            </a:lvl1pPr>
          </a:lstStyle>
          <a:p>
            <a:r>
              <a:rPr lang="en-US"/>
              <a:t>Click to add title for one column layout</a:t>
            </a:r>
          </a:p>
        </p:txBody>
      </p:sp>
      <p:sp>
        <p:nvSpPr>
          <p:cNvPr id="3" name="Content Placeholder 2">
            <a:extLst>
              <a:ext uri="{FF2B5EF4-FFF2-40B4-BE49-F238E27FC236}">
                <a16:creationId xmlns:a16="http://schemas.microsoft.com/office/drawing/2014/main" id="{6F20CDE5-8798-C84D-283F-307E7F6342D1}"/>
              </a:ext>
            </a:extLst>
          </p:cNvPr>
          <p:cNvSpPr>
            <a:spLocks noGrp="1"/>
          </p:cNvSpPr>
          <p:nvPr>
            <p:ph sz="quarter" idx="10" hasCustomPrompt="1"/>
          </p:nvPr>
        </p:nvSpPr>
        <p:spPr>
          <a:xfrm>
            <a:off x="372914" y="60132"/>
            <a:ext cx="2465387" cy="287338"/>
          </a:xfrm>
        </p:spPr>
        <p:txBody>
          <a:bodyPr/>
          <a:lstStyle>
            <a:lvl1pPr>
              <a:defRPr i="1">
                <a:solidFill>
                  <a:schemeClr val="accent6"/>
                </a:solidFill>
                <a:latin typeface="CVS Health Sans Thin" panose="020B0404020202020204" pitchFamily="34" charset="0"/>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Add Brilliant Basic</a:t>
            </a:r>
          </a:p>
        </p:txBody>
      </p:sp>
    </p:spTree>
    <p:extLst>
      <p:ext uri="{BB962C8B-B14F-4D97-AF65-F5344CB8AC3E}">
        <p14:creationId xmlns:p14="http://schemas.microsoft.com/office/powerpoint/2010/main" val="3434077740"/>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2_Title and Content without Header">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0506ECB-3DDB-436F-A887-5462DE6C8DFE}"/>
              </a:ext>
            </a:extLst>
          </p:cNvPr>
          <p:cNvGraphicFramePr>
            <a:graphicFrameLocks noChangeAspect="1"/>
          </p:cNvGraphicFramePr>
          <p:nvPr userDrawn="1">
            <p:custDataLst>
              <p:tags r:id="rId1"/>
            </p:custDataLst>
            <p:extLst>
              <p:ext uri="{D42A27DB-BD31-4B8C-83A1-F6EECF244321}">
                <p14:modId xmlns:p14="http://schemas.microsoft.com/office/powerpoint/2010/main" val="3368508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5" name="Object 4" hidden="1">
                        <a:extLst>
                          <a:ext uri="{FF2B5EF4-FFF2-40B4-BE49-F238E27FC236}">
                            <a16:creationId xmlns:a16="http://schemas.microsoft.com/office/drawing/2014/main" id="{00506ECB-3DDB-436F-A887-5462DE6C8DF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726A50DC-E9CB-D6E3-2D71-DDF1E97E276B}"/>
              </a:ext>
            </a:extLst>
          </p:cNvPr>
          <p:cNvSpPr/>
          <p:nvPr userDrawn="1"/>
        </p:nvSpPr>
        <p:spPr bwMode="gray">
          <a:xfrm>
            <a:off x="0" y="1435394"/>
            <a:ext cx="5257800" cy="5422605"/>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white"/>
              </a:solidFill>
              <a:effectLst/>
              <a:uLnTx/>
              <a:uFillTx/>
              <a:latin typeface="CVS Health Sans" panose="020B0504020202020204" pitchFamily="34" charset="0"/>
              <a:ea typeface="+mn-ea"/>
              <a:cs typeface="+mn-cs"/>
            </a:endParaRPr>
          </a:p>
        </p:txBody>
      </p:sp>
      <p:sp>
        <p:nvSpPr>
          <p:cNvPr id="7" name="Title 2">
            <a:extLst>
              <a:ext uri="{FF2B5EF4-FFF2-40B4-BE49-F238E27FC236}">
                <a16:creationId xmlns:a16="http://schemas.microsoft.com/office/drawing/2014/main" id="{3E6CB22D-4140-D080-3890-A006E443E760}"/>
              </a:ext>
            </a:extLst>
          </p:cNvPr>
          <p:cNvSpPr txBox="1">
            <a:spLocks/>
          </p:cNvSpPr>
          <p:nvPr userDrawn="1"/>
        </p:nvSpPr>
        <p:spPr>
          <a:xfrm>
            <a:off x="557928" y="478980"/>
            <a:ext cx="10636814" cy="724437"/>
          </a:xfrm>
          <a:prstGeom prst="rect">
            <a:avLst/>
          </a:prstGeom>
        </p:spPr>
        <p:txBody>
          <a:bodyPr vert="horz" lIns="0" tIns="0" rIns="0" bIns="0" rtlCol="0" anchor="t" anchorCtr="0">
            <a:noAutofit/>
          </a:bodyPr>
          <a:lstStyle>
            <a:lvl1pPr algn="l" defTabSz="457200" rtl="0" eaLnBrk="1" latinLnBrk="0" hangingPunct="1">
              <a:lnSpc>
                <a:spcPct val="90000"/>
              </a:lnSpc>
              <a:spcBef>
                <a:spcPct val="0"/>
              </a:spcBef>
              <a:buNone/>
              <a:defRPr sz="2600" b="1" kern="1200">
                <a:solidFill>
                  <a:schemeClr val="tx2"/>
                </a:solidFill>
                <a:latin typeface="+mj-lt"/>
                <a:ea typeface="+mj-ea"/>
                <a:cs typeface="+mj-cs"/>
              </a:defRPr>
            </a:lvl1pPr>
          </a:lstStyle>
          <a:p>
            <a:pPr marL="0" marR="0" lvl="0" indent="0" algn="l" defTabSz="457200" rtl="0" eaLnBrk="1" fontAlgn="auto" latinLnBrk="0" hangingPunct="1">
              <a:lnSpc>
                <a:spcPct val="90000"/>
              </a:lnSpc>
              <a:spcBef>
                <a:spcPct val="0"/>
              </a:spcBef>
              <a:spcAft>
                <a:spcPts val="0"/>
              </a:spcAft>
              <a:buClrTx/>
              <a:buSzTx/>
              <a:buFontTx/>
              <a:buNone/>
              <a:tabLst/>
              <a:defRPr/>
            </a:pPr>
            <a:endParaRPr kumimoji="0" lang="en-US" i="0" u="none" strike="noStrike" kern="1200" cap="none" spc="0" normalizeH="0" baseline="0" noProof="0">
              <a:ln>
                <a:noFill/>
              </a:ln>
              <a:solidFill>
                <a:schemeClr val="tx1"/>
              </a:solidFill>
              <a:effectLst/>
              <a:uLnTx/>
              <a:uFillTx/>
              <a:latin typeface="CVS Health Sans Light" panose="020B0404020202020204" pitchFamily="34" charset="0"/>
              <a:cs typeface="Arial"/>
            </a:endParaRPr>
          </a:p>
        </p:txBody>
      </p:sp>
      <p:sp>
        <p:nvSpPr>
          <p:cNvPr id="8" name="Rectangle 7">
            <a:extLst>
              <a:ext uri="{FF2B5EF4-FFF2-40B4-BE49-F238E27FC236}">
                <a16:creationId xmlns:a16="http://schemas.microsoft.com/office/drawing/2014/main" id="{BF283C83-65A1-5C9A-A5B4-27BB4B211C3C}"/>
              </a:ext>
            </a:extLst>
          </p:cNvPr>
          <p:cNvSpPr/>
          <p:nvPr userDrawn="1"/>
        </p:nvSpPr>
        <p:spPr bwMode="gray">
          <a:xfrm>
            <a:off x="3177" y="-8651"/>
            <a:ext cx="288491" cy="6865758"/>
          </a:xfrm>
          <a:prstGeom prst="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vert="vert270" rtlCol="0" anchor="ctr"/>
          <a:lstStyle/>
          <a:p>
            <a:pPr marL="0" marR="0" lvl="0" indent="0" algn="ctr" defTabSz="457063"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600" normalizeH="0" baseline="0" noProof="0">
                <a:ln>
                  <a:noFill/>
                </a:ln>
                <a:solidFill>
                  <a:prstClr val="white"/>
                </a:solidFill>
                <a:effectLst/>
                <a:uLnTx/>
                <a:uFillTx/>
                <a:latin typeface="CVS Health Sans Thin" panose="020B0404020202020204" pitchFamily="34" charset="0"/>
                <a:ea typeface="+mn-ea"/>
                <a:cs typeface="+mn-cs"/>
              </a:rPr>
              <a:t>DEEP DIVE</a:t>
            </a:r>
          </a:p>
        </p:txBody>
      </p:sp>
      <p:sp>
        <p:nvSpPr>
          <p:cNvPr id="11" name="Title 1">
            <a:extLst>
              <a:ext uri="{FF2B5EF4-FFF2-40B4-BE49-F238E27FC236}">
                <a16:creationId xmlns:a16="http://schemas.microsoft.com/office/drawing/2014/main" id="{CCC09762-7CD3-B2CB-947D-784941CD3D5B}"/>
              </a:ext>
            </a:extLst>
          </p:cNvPr>
          <p:cNvSpPr>
            <a:spLocks noGrp="1"/>
          </p:cNvSpPr>
          <p:nvPr>
            <p:ph type="title" hasCustomPrompt="1"/>
          </p:nvPr>
        </p:nvSpPr>
        <p:spPr>
          <a:xfrm>
            <a:off x="557929" y="530351"/>
            <a:ext cx="10967764" cy="713232"/>
          </a:xfrm>
        </p:spPr>
        <p:txBody>
          <a:bodyPr vert="horz"/>
          <a:lstStyle>
            <a:lvl1pPr>
              <a:defRPr>
                <a:solidFill>
                  <a:schemeClr val="tx1"/>
                </a:solidFill>
                <a:latin typeface="CVS Health Sans Light" panose="020B0404020202020204" pitchFamily="34" charset="0"/>
              </a:defRPr>
            </a:lvl1pPr>
          </a:lstStyle>
          <a:p>
            <a:r>
              <a:rPr lang="en-US"/>
              <a:t>Click to add title for one column layout</a:t>
            </a:r>
          </a:p>
        </p:txBody>
      </p:sp>
      <p:sp>
        <p:nvSpPr>
          <p:cNvPr id="3" name="Content Placeholder 2">
            <a:extLst>
              <a:ext uri="{FF2B5EF4-FFF2-40B4-BE49-F238E27FC236}">
                <a16:creationId xmlns:a16="http://schemas.microsoft.com/office/drawing/2014/main" id="{6F20CDE5-8798-C84D-283F-307E7F6342D1}"/>
              </a:ext>
            </a:extLst>
          </p:cNvPr>
          <p:cNvSpPr>
            <a:spLocks noGrp="1"/>
          </p:cNvSpPr>
          <p:nvPr>
            <p:ph sz="quarter" idx="10" hasCustomPrompt="1"/>
          </p:nvPr>
        </p:nvSpPr>
        <p:spPr>
          <a:xfrm>
            <a:off x="372914" y="60132"/>
            <a:ext cx="2465387" cy="287338"/>
          </a:xfrm>
        </p:spPr>
        <p:txBody>
          <a:bodyPr/>
          <a:lstStyle>
            <a:lvl1pPr>
              <a:defRPr i="1">
                <a:solidFill>
                  <a:schemeClr val="accent6"/>
                </a:solidFill>
                <a:latin typeface="CVS Health Sans Thin" panose="020B0404020202020204" pitchFamily="34" charset="0"/>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Add Brilliant Basic</a:t>
            </a:r>
          </a:p>
        </p:txBody>
      </p:sp>
    </p:spTree>
    <p:extLst>
      <p:ext uri="{BB962C8B-B14F-4D97-AF65-F5344CB8AC3E}">
        <p14:creationId xmlns:p14="http://schemas.microsoft.com/office/powerpoint/2010/main" val="693915881"/>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1_Divider dark">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228EF9E-D56F-3081-913E-24F056DCCD74}"/>
              </a:ext>
            </a:extLst>
          </p:cNvPr>
          <p:cNvGraphicFramePr>
            <a:graphicFrameLocks noChangeAspect="1"/>
          </p:cNvGraphicFramePr>
          <p:nvPr userDrawn="1">
            <p:custDataLst>
              <p:tags r:id="rId1"/>
            </p:custDataLst>
            <p:extLst>
              <p:ext uri="{D42A27DB-BD31-4B8C-83A1-F6EECF244321}">
                <p14:modId xmlns:p14="http://schemas.microsoft.com/office/powerpoint/2010/main" val="26518091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5" name="Object 4" hidden="1">
                        <a:extLst>
                          <a:ext uri="{FF2B5EF4-FFF2-40B4-BE49-F238E27FC236}">
                            <a16:creationId xmlns:a16="http://schemas.microsoft.com/office/drawing/2014/main" id="{4228EF9E-D56F-3081-913E-24F056DCCD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1">
            <a:extLst>
              <a:ext uri="{FF2B5EF4-FFF2-40B4-BE49-F238E27FC236}">
                <a16:creationId xmlns:a16="http://schemas.microsoft.com/office/drawing/2014/main" id="{ABD1AEB8-3322-4E67-A702-83F309202013}"/>
              </a:ext>
            </a:extLst>
          </p:cNvPr>
          <p:cNvSpPr>
            <a:spLocks noGrp="1"/>
          </p:cNvSpPr>
          <p:nvPr>
            <p:ph type="title" hasCustomPrompt="1"/>
          </p:nvPr>
        </p:nvSpPr>
        <p:spPr>
          <a:xfrm>
            <a:off x="3232111" y="3022967"/>
            <a:ext cx="5727776" cy="812066"/>
          </a:xfrm>
        </p:spPr>
        <p:txBody>
          <a:bodyPr vert="horz" rIns="0" anchor="ctr"/>
          <a:lstStyle>
            <a:lvl1pPr algn="ctr" defTabSz="457200" rtl="0" eaLnBrk="1" latinLnBrk="0" hangingPunct="1">
              <a:lnSpc>
                <a:spcPct val="90000"/>
              </a:lnSpc>
              <a:spcBef>
                <a:spcPct val="0"/>
              </a:spcBef>
              <a:buNone/>
              <a:defRPr lang="en-US" sz="3200" b="1" kern="1200" dirty="0">
                <a:solidFill>
                  <a:srgbClr val="0A4B8C"/>
                </a:solidFill>
                <a:latin typeface="CVS Health Sans" panose="020B0504020202020204" pitchFamily="34" charset="0"/>
                <a:ea typeface="+mj-ea"/>
                <a:cs typeface="+mj-cs"/>
              </a:defRPr>
            </a:lvl1pPr>
          </a:lstStyle>
          <a:p>
            <a:r>
              <a:rPr lang="en-US"/>
              <a:t>Click to edit title for divider</a:t>
            </a:r>
          </a:p>
        </p:txBody>
      </p:sp>
    </p:spTree>
    <p:extLst>
      <p:ext uri="{BB962C8B-B14F-4D97-AF65-F5344CB8AC3E}">
        <p14:creationId xmlns:p14="http://schemas.microsoft.com/office/powerpoint/2010/main" val="315256733"/>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649224"/>
            <a:ext cx="9667726" cy="713232"/>
          </a:xfrm>
        </p:spPr>
        <p:txBody>
          <a:bodyPr/>
          <a:lstStyle>
            <a:lvl1pPr>
              <a:defRPr>
                <a:solidFill>
                  <a:schemeClr val="tx2"/>
                </a:solidFill>
              </a:defRPr>
            </a:lvl1pPr>
          </a:lstStyle>
          <a:p>
            <a:r>
              <a:rPr lang="en-US"/>
              <a:t>Click to add title for one-column layout</a:t>
            </a:r>
          </a:p>
        </p:txBody>
      </p:sp>
      <p:sp>
        <p:nvSpPr>
          <p:cNvPr id="4" name="Content Placeholder 2"/>
          <p:cNvSpPr>
            <a:spLocks noGrp="1"/>
          </p:cNvSpPr>
          <p:nvPr>
            <p:ph idx="1" hasCustomPrompt="1"/>
          </p:nvPr>
        </p:nvSpPr>
        <p:spPr bwMode="gray">
          <a:xfrm>
            <a:off x="557929" y="1774880"/>
            <a:ext cx="8588453" cy="3987745"/>
          </a:xfrm>
        </p:spPr>
        <p:txBody>
          <a:bodyPr/>
          <a:lstStyle>
            <a:lvl1pPr>
              <a:defRPr sz="2000" b="1" cap="none" baseline="0">
                <a:solidFill>
                  <a:schemeClr val="tx2"/>
                </a:solidFill>
              </a:defRPr>
            </a:lvl1pPr>
            <a:lvl2pPr marL="0" indent="0">
              <a:buFontTx/>
              <a:buNone/>
              <a:defRPr sz="1500">
                <a:solidFill>
                  <a:schemeClr val="tx2"/>
                </a:solidFill>
              </a:defRPr>
            </a:lvl2pPr>
            <a:lvl3pPr marL="173038" indent="-173038">
              <a:spcBef>
                <a:spcPts val="1200"/>
              </a:spcBef>
              <a:buFont typeface="Arial" panose="020B0604020202020204" pitchFamily="34" charset="0"/>
              <a:buChar char="•"/>
              <a:defRPr sz="1500">
                <a:solidFill>
                  <a:schemeClr val="tx2"/>
                </a:solidFill>
              </a:defRPr>
            </a:lvl3pPr>
            <a:lvl4pPr marL="347663" indent="-174625">
              <a:spcBef>
                <a:spcPts val="600"/>
              </a:spcBef>
              <a:buFont typeface="Arial" panose="020B0604020202020204" pitchFamily="34" charset="0"/>
              <a:buChar char="–"/>
              <a:defRPr sz="1500">
                <a:solidFill>
                  <a:schemeClr val="tx2"/>
                </a:solidFill>
              </a:defRPr>
            </a:lvl4pPr>
            <a:lvl5pPr marL="509588" indent="-161925">
              <a:spcBef>
                <a:spcPts val="600"/>
              </a:spcBef>
              <a:buFont typeface="Arial" panose="020B0604020202020204" pitchFamily="34" charset="0"/>
              <a:buChar char="•"/>
              <a:defRPr sz="1500">
                <a:solidFill>
                  <a:schemeClr val="tx2"/>
                </a:solidFill>
              </a:defRPr>
            </a:lvl5pPr>
            <a:lvl6pPr marL="682625" indent="-173038">
              <a:buFont typeface="Arial" panose="020B0604020202020204" pitchFamily="34" charset="0"/>
              <a:buChar char="–"/>
              <a:defRPr sz="1500" baseline="0"/>
            </a:lvl6pPr>
            <a:lvl7pPr marL="857250" indent="-174625">
              <a:spcBef>
                <a:spcPts val="600"/>
              </a:spcBef>
              <a:buFont typeface="Arial" panose="020B0604020202020204" pitchFamily="34" charset="0"/>
              <a:buChar char="•"/>
              <a:defRPr sz="1500" baseline="0">
                <a:solidFill>
                  <a:schemeClr val="tx2"/>
                </a:solidFill>
              </a:defRPr>
            </a:lvl7pPr>
            <a:lvl8pPr marL="1030288" indent="-173038">
              <a:spcBef>
                <a:spcPts val="600"/>
              </a:spcBef>
              <a:buFont typeface="Arial" panose="020B0604020202020204" pitchFamily="34" charset="0"/>
              <a:buChar char="–"/>
              <a:defRPr sz="1500" baseline="0">
                <a:solidFill>
                  <a:schemeClr val="tx2"/>
                </a:solidFill>
              </a:defRPr>
            </a:lvl8pPr>
            <a:lvl9pPr marL="1203325" indent="-173038">
              <a:spcBef>
                <a:spcPts val="600"/>
              </a:spcBef>
              <a:buFont typeface="Arial" panose="020B0604020202020204" pitchFamily="34" charset="0"/>
              <a:buChar char="•"/>
              <a:defRPr sz="1500" baseline="0">
                <a:solidFill>
                  <a:schemeClr val="tx2"/>
                </a:solidFill>
              </a:defRPr>
            </a:lvl9pPr>
          </a:lstStyle>
          <a:p>
            <a:pPr lvl="0"/>
            <a:r>
              <a:rPr lang="en-US"/>
              <a:t>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40209586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3_Title and Content without Header">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0506ECB-3DDB-436F-A887-5462DE6C8DFE}"/>
              </a:ext>
            </a:extLst>
          </p:cNvPr>
          <p:cNvGraphicFramePr>
            <a:graphicFrameLocks noChangeAspect="1"/>
          </p:cNvGraphicFramePr>
          <p:nvPr userDrawn="1">
            <p:custDataLst>
              <p:tags r:id="rId1"/>
            </p:custDataLst>
            <p:extLst>
              <p:ext uri="{D42A27DB-BD31-4B8C-83A1-F6EECF244321}">
                <p14:modId xmlns:p14="http://schemas.microsoft.com/office/powerpoint/2010/main" val="24091839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5" name="Object 4" hidden="1">
                        <a:extLst>
                          <a:ext uri="{FF2B5EF4-FFF2-40B4-BE49-F238E27FC236}">
                            <a16:creationId xmlns:a16="http://schemas.microsoft.com/office/drawing/2014/main" id="{00506ECB-3DDB-436F-A887-5462DE6C8DF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726A50DC-E9CB-D6E3-2D71-DDF1E97E276B}"/>
              </a:ext>
            </a:extLst>
          </p:cNvPr>
          <p:cNvSpPr/>
          <p:nvPr userDrawn="1"/>
        </p:nvSpPr>
        <p:spPr bwMode="gray">
          <a:xfrm>
            <a:off x="0" y="1435394"/>
            <a:ext cx="5257800" cy="5422605"/>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white"/>
              </a:solidFill>
              <a:effectLst/>
              <a:uLnTx/>
              <a:uFillTx/>
              <a:latin typeface="CVS Health Sans" panose="020B0504020202020204" pitchFamily="34" charset="0"/>
              <a:ea typeface="+mn-ea"/>
              <a:cs typeface="+mn-cs"/>
            </a:endParaRPr>
          </a:p>
        </p:txBody>
      </p:sp>
      <p:sp>
        <p:nvSpPr>
          <p:cNvPr id="7" name="Title 2">
            <a:extLst>
              <a:ext uri="{FF2B5EF4-FFF2-40B4-BE49-F238E27FC236}">
                <a16:creationId xmlns:a16="http://schemas.microsoft.com/office/drawing/2014/main" id="{3E6CB22D-4140-D080-3890-A006E443E760}"/>
              </a:ext>
            </a:extLst>
          </p:cNvPr>
          <p:cNvSpPr txBox="1">
            <a:spLocks/>
          </p:cNvSpPr>
          <p:nvPr userDrawn="1"/>
        </p:nvSpPr>
        <p:spPr>
          <a:xfrm>
            <a:off x="557928" y="478980"/>
            <a:ext cx="10636814" cy="724437"/>
          </a:xfrm>
          <a:prstGeom prst="rect">
            <a:avLst/>
          </a:prstGeom>
        </p:spPr>
        <p:txBody>
          <a:bodyPr vert="horz" lIns="0" tIns="0" rIns="0" bIns="0" rtlCol="0" anchor="t" anchorCtr="0">
            <a:noAutofit/>
          </a:bodyPr>
          <a:lstStyle>
            <a:lvl1pPr algn="l" defTabSz="457200" rtl="0" eaLnBrk="1" latinLnBrk="0" hangingPunct="1">
              <a:lnSpc>
                <a:spcPct val="90000"/>
              </a:lnSpc>
              <a:spcBef>
                <a:spcPct val="0"/>
              </a:spcBef>
              <a:buNone/>
              <a:defRPr sz="2600" b="1" kern="1200">
                <a:solidFill>
                  <a:schemeClr val="tx2"/>
                </a:solidFill>
                <a:latin typeface="+mj-lt"/>
                <a:ea typeface="+mj-ea"/>
                <a:cs typeface="+mj-cs"/>
              </a:defRPr>
            </a:lvl1pPr>
          </a:lstStyle>
          <a:p>
            <a:pPr marL="0" marR="0" lvl="0" indent="0" algn="l" defTabSz="457200" rtl="0" eaLnBrk="1" fontAlgn="auto" latinLnBrk="0" hangingPunct="1">
              <a:lnSpc>
                <a:spcPct val="90000"/>
              </a:lnSpc>
              <a:spcBef>
                <a:spcPct val="0"/>
              </a:spcBef>
              <a:spcAft>
                <a:spcPts val="0"/>
              </a:spcAft>
              <a:buClrTx/>
              <a:buSzTx/>
              <a:buFontTx/>
              <a:buNone/>
              <a:tabLst/>
              <a:defRPr/>
            </a:pPr>
            <a:endParaRPr kumimoji="0" lang="en-US" i="0" u="none" strike="noStrike" kern="1200" cap="none" spc="0" normalizeH="0" baseline="0" noProof="0">
              <a:ln>
                <a:noFill/>
              </a:ln>
              <a:solidFill>
                <a:schemeClr val="tx1"/>
              </a:solidFill>
              <a:effectLst/>
              <a:uLnTx/>
              <a:uFillTx/>
              <a:latin typeface="CVS Health Sans Light" panose="020B0404020202020204" pitchFamily="34" charset="0"/>
              <a:cs typeface="Arial"/>
            </a:endParaRPr>
          </a:p>
        </p:txBody>
      </p:sp>
      <p:sp>
        <p:nvSpPr>
          <p:cNvPr id="8" name="Rectangle 7">
            <a:extLst>
              <a:ext uri="{FF2B5EF4-FFF2-40B4-BE49-F238E27FC236}">
                <a16:creationId xmlns:a16="http://schemas.microsoft.com/office/drawing/2014/main" id="{BF283C83-65A1-5C9A-A5B4-27BB4B211C3C}"/>
              </a:ext>
            </a:extLst>
          </p:cNvPr>
          <p:cNvSpPr/>
          <p:nvPr userDrawn="1"/>
        </p:nvSpPr>
        <p:spPr bwMode="gray">
          <a:xfrm>
            <a:off x="3177" y="-8651"/>
            <a:ext cx="288491" cy="6865758"/>
          </a:xfrm>
          <a:prstGeom prst="rect">
            <a:avLst/>
          </a:prstGeom>
          <a:solidFill>
            <a:srgbClr val="00787E"/>
          </a:solidFill>
          <a:ln>
            <a:noFill/>
            <a:miter lim="800000"/>
          </a:ln>
          <a:effectLst/>
        </p:spPr>
        <p:style>
          <a:lnRef idx="1">
            <a:schemeClr val="accent1"/>
          </a:lnRef>
          <a:fillRef idx="3">
            <a:schemeClr val="accent1"/>
          </a:fillRef>
          <a:effectRef idx="2">
            <a:schemeClr val="accent1"/>
          </a:effectRef>
          <a:fontRef idx="minor">
            <a:schemeClr val="lt1"/>
          </a:fontRef>
        </p:style>
        <p:txBody>
          <a:bodyPr vert="vert270" rtlCol="0" anchor="ctr"/>
          <a:lstStyle/>
          <a:p>
            <a:pPr marL="0" marR="0" lvl="0" indent="0" algn="ctr" defTabSz="457063"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600" normalizeH="0" baseline="0" noProof="0">
                <a:ln>
                  <a:noFill/>
                </a:ln>
                <a:solidFill>
                  <a:prstClr val="white"/>
                </a:solidFill>
                <a:effectLst/>
                <a:uLnTx/>
                <a:uFillTx/>
                <a:latin typeface="CVS Health Sans Thin" panose="020B0404020202020204" pitchFamily="34" charset="0"/>
                <a:ea typeface="+mn-ea"/>
                <a:cs typeface="+mn-cs"/>
              </a:rPr>
              <a:t>DEEP DIVE</a:t>
            </a:r>
          </a:p>
        </p:txBody>
      </p:sp>
      <p:sp>
        <p:nvSpPr>
          <p:cNvPr id="11" name="Title 1">
            <a:extLst>
              <a:ext uri="{FF2B5EF4-FFF2-40B4-BE49-F238E27FC236}">
                <a16:creationId xmlns:a16="http://schemas.microsoft.com/office/drawing/2014/main" id="{CCC09762-7CD3-B2CB-947D-784941CD3D5B}"/>
              </a:ext>
            </a:extLst>
          </p:cNvPr>
          <p:cNvSpPr>
            <a:spLocks noGrp="1"/>
          </p:cNvSpPr>
          <p:nvPr>
            <p:ph type="title" hasCustomPrompt="1"/>
          </p:nvPr>
        </p:nvSpPr>
        <p:spPr>
          <a:xfrm>
            <a:off x="557929" y="530351"/>
            <a:ext cx="10967764" cy="713232"/>
          </a:xfrm>
        </p:spPr>
        <p:txBody>
          <a:bodyPr vert="horz"/>
          <a:lstStyle>
            <a:lvl1pPr>
              <a:defRPr>
                <a:solidFill>
                  <a:schemeClr val="tx1"/>
                </a:solidFill>
                <a:latin typeface="CVS Health Sans Light" panose="020B0404020202020204" pitchFamily="34" charset="0"/>
              </a:defRPr>
            </a:lvl1pPr>
          </a:lstStyle>
          <a:p>
            <a:r>
              <a:rPr lang="en-US"/>
              <a:t>Click to add title for one column layout</a:t>
            </a:r>
          </a:p>
        </p:txBody>
      </p:sp>
    </p:spTree>
    <p:extLst>
      <p:ext uri="{BB962C8B-B14F-4D97-AF65-F5344CB8AC3E}">
        <p14:creationId xmlns:p14="http://schemas.microsoft.com/office/powerpoint/2010/main" val="837746676"/>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userDrawn="1">
  <p:cSld name="Title Slide 3">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88F0CF77-4F25-43F9-BB7C-C01DDDDCDF08}"/>
              </a:ext>
            </a:extLst>
          </p:cNvPr>
          <p:cNvSpPr>
            <a:spLocks noGrp="1"/>
          </p:cNvSpPr>
          <p:nvPr>
            <p:ph type="pic" sz="quarter" idx="16" hasCustomPrompt="1"/>
          </p:nvPr>
        </p:nvSpPr>
        <p:spPr>
          <a:xfrm>
            <a:off x="1" y="0"/>
            <a:ext cx="12192000" cy="6858000"/>
          </a:xfrm>
          <a:prstGeom prst="rect">
            <a:avLst/>
          </a:prstGeom>
          <a:solidFill>
            <a:schemeClr val="bg1">
              <a:lumMod val="85000"/>
            </a:schemeClr>
          </a:solidFill>
        </p:spPr>
        <p:txBody>
          <a:bodyPr anchor="ctr"/>
          <a:lstStyle>
            <a:lvl1pPr marL="0" marR="0" indent="0" algn="ctr" defTabSz="457200" rtl="0" eaLnBrk="1" fontAlgn="auto" latinLnBrk="0" hangingPunct="1">
              <a:lnSpc>
                <a:spcPct val="100000"/>
              </a:lnSpc>
              <a:spcBef>
                <a:spcPts val="0"/>
              </a:spcBef>
              <a:spcAft>
                <a:spcPts val="0"/>
              </a:spcAft>
              <a:buClrTx/>
              <a:buSzTx/>
              <a:buFont typeface="Arial"/>
              <a:buNone/>
              <a:tabLst/>
              <a:defRPr>
                <a:solidFill>
                  <a:schemeClr val="accent6"/>
                </a:solidFill>
                <a:latin typeface="CVS Health Sans" panose="020B0504020202020204" pitchFamily="34" charset="0"/>
              </a:defRPr>
            </a:lvl1pPr>
          </a:lstStyle>
          <a:p>
            <a:r>
              <a:rPr lang="en-US"/>
              <a:t>BE SURE IMAGE IS </a:t>
            </a:r>
            <a:br>
              <a:rPr lang="en-US"/>
            </a:br>
            <a:r>
              <a:rPr lang="en-US"/>
              <a:t>DARK ENOUGH SO TYPE AND </a:t>
            </a:r>
            <a:br>
              <a:rPr lang="en-US"/>
            </a:br>
            <a:r>
              <a:rPr lang="en-US"/>
              <a:t>LOGO ARE READABLE</a:t>
            </a:r>
          </a:p>
          <a:p>
            <a:br>
              <a:rPr lang="en-US"/>
            </a:br>
            <a:r>
              <a:rPr lang="en-US"/>
              <a:t>Be sure to send image to </a:t>
            </a:r>
            <a:br>
              <a:rPr lang="en-US"/>
            </a:br>
            <a:r>
              <a:rPr lang="en-US"/>
              <a:t>back so logo sits on top of image</a:t>
            </a:r>
            <a:br>
              <a:rPr lang="en-US"/>
            </a:br>
            <a:br>
              <a:rPr lang="en-US"/>
            </a:br>
            <a:br>
              <a:rPr lang="en-US"/>
            </a:br>
            <a:br>
              <a:rPr lang="en-US"/>
            </a:br>
            <a:br>
              <a:rPr lang="en-US"/>
            </a:br>
            <a:br>
              <a:rPr lang="en-US"/>
            </a:br>
            <a:br>
              <a:rPr lang="en-US"/>
            </a:br>
            <a:br>
              <a:rPr lang="en-US"/>
            </a:br>
            <a:br>
              <a:rPr lang="en-US"/>
            </a:br>
            <a:endParaRPr lang="en-US"/>
          </a:p>
        </p:txBody>
      </p:sp>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bg1"/>
                </a:solidFill>
              </a:defRPr>
            </a:lvl1pPr>
          </a:lstStyle>
          <a:p>
            <a:r>
              <a:rPr lang="en-US"/>
              <a:t>Click to add title</a:t>
            </a:r>
          </a:p>
        </p:txBody>
      </p:sp>
      <p:sp>
        <p:nvSpPr>
          <p:cNvPr id="15" name="Text Placeholder 4"/>
          <p:cNvSpPr>
            <a:spLocks noGrp="1"/>
          </p:cNvSpPr>
          <p:nvPr>
            <p:ph type="body" sz="quarter" idx="17" hasCustomPrompt="1"/>
          </p:nvPr>
        </p:nvSpPr>
        <p:spPr>
          <a:xfrm>
            <a:off x="557930" y="4379002"/>
            <a:ext cx="3582950" cy="1262324"/>
          </a:xfrm>
        </p:spPr>
        <p:txBody>
          <a:bodyPr/>
          <a:lstStyle>
            <a:lvl1pPr>
              <a:defRPr sz="1500" b="1">
                <a:solidFill>
                  <a:schemeClr val="bg1"/>
                </a:solidFill>
                <a:latin typeface="+mn-lt"/>
              </a:defRPr>
            </a:lvl1pPr>
            <a:lvl2pPr marL="0" indent="0">
              <a:spcBef>
                <a:spcPts val="0"/>
              </a:spcBef>
              <a:spcAft>
                <a:spcPts val="2400"/>
              </a:spcAft>
              <a:buFontTx/>
              <a:buNone/>
              <a:defRPr sz="1300">
                <a:solidFill>
                  <a:schemeClr val="bg1"/>
                </a:solidFill>
                <a:latin typeface="+mn-lt"/>
              </a:defRPr>
            </a:lvl2pPr>
            <a:lvl3pPr marL="0" indent="0">
              <a:buFontTx/>
              <a:buNone/>
              <a:defRPr sz="1200">
                <a:solidFill>
                  <a:schemeClr val="bg1"/>
                </a:solidFill>
                <a:latin typeface="+mn-lt"/>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pic>
        <p:nvPicPr>
          <p:cNvPr id="12" name="Graphic 11" descr="CVS Health logo in white.">
            <a:extLst>
              <a:ext uri="{FF2B5EF4-FFF2-40B4-BE49-F238E27FC236}">
                <a16:creationId xmlns:a16="http://schemas.microsoft.com/office/drawing/2014/main" id="{1A4ABFD4-BEC4-40BD-B29A-2C7FFDFAFDC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430702"/>
            <a:ext cx="2872536" cy="350455"/>
          </a:xfrm>
          <a:prstGeom prst="rect">
            <a:avLst/>
          </a:prstGeom>
        </p:spPr>
      </p:pic>
    </p:spTree>
    <p:extLst>
      <p:ext uri="{BB962C8B-B14F-4D97-AF65-F5344CB8AC3E}">
        <p14:creationId xmlns:p14="http://schemas.microsoft.com/office/powerpoint/2010/main" val="1273485875"/>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843A5AC0-4E25-E585-4EBB-E7812A9D55C0}"/>
              </a:ext>
            </a:extLst>
          </p:cNvPr>
          <p:cNvGraphicFramePr>
            <a:graphicFrameLocks noChangeAspect="1"/>
          </p:cNvGraphicFramePr>
          <p:nvPr userDrawn="1">
            <p:custDataLst>
              <p:tags r:id="rId1"/>
            </p:custDataLst>
            <p:extLst>
              <p:ext uri="{D42A27DB-BD31-4B8C-83A1-F6EECF244321}">
                <p14:modId xmlns:p14="http://schemas.microsoft.com/office/powerpoint/2010/main" val="1339692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5" name="Object 4" hidden="1">
                        <a:extLst>
                          <a:ext uri="{FF2B5EF4-FFF2-40B4-BE49-F238E27FC236}">
                            <a16:creationId xmlns:a16="http://schemas.microsoft.com/office/drawing/2014/main" id="{843A5AC0-4E25-E585-4EBB-E7812A9D55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a:xfrm>
            <a:off x="557929" y="530351"/>
            <a:ext cx="10963656" cy="713232"/>
          </a:xfrm>
        </p:spPr>
        <p:txBody>
          <a:bodyPr vert="horz"/>
          <a:lstStyle>
            <a:lvl1pPr>
              <a:defRPr>
                <a:solidFill>
                  <a:schemeClr val="tx1"/>
                </a:solidFill>
              </a:defRPr>
            </a:lvl1pPr>
          </a:lstStyle>
          <a:p>
            <a:r>
              <a:rPr lang="en-US"/>
              <a:t>Click to add title for one column layout</a:t>
            </a:r>
          </a:p>
        </p:txBody>
      </p:sp>
    </p:spTree>
    <p:extLst>
      <p:ext uri="{BB962C8B-B14F-4D97-AF65-F5344CB8AC3E}">
        <p14:creationId xmlns:p14="http://schemas.microsoft.com/office/powerpoint/2010/main" val="4132037776"/>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userDrawn="1">
  <p:cSld name="Image with right blue box">
    <p:spTree>
      <p:nvGrpSpPr>
        <p:cNvPr id="1" name=""/>
        <p:cNvGrpSpPr/>
        <p:nvPr/>
      </p:nvGrpSpPr>
      <p:grpSpPr>
        <a:xfrm>
          <a:off x="0" y="0"/>
          <a:ext cx="0" cy="0"/>
          <a:chOff x="0" y="0"/>
          <a:chExt cx="0" cy="0"/>
        </a:xfrm>
      </p:grpSpPr>
      <p:sp>
        <p:nvSpPr>
          <p:cNvPr id="7" name="Picture Placeholder 15"/>
          <p:cNvSpPr>
            <a:spLocks noGrp="1"/>
          </p:cNvSpPr>
          <p:nvPr>
            <p:ph type="pic" sz="quarter" idx="15"/>
          </p:nvPr>
        </p:nvSpPr>
        <p:spPr>
          <a:xfrm>
            <a:off x="384148" y="384048"/>
            <a:ext cx="11432977" cy="5724144"/>
          </a:xfrm>
          <a:solidFill>
            <a:schemeClr val="bg1">
              <a:lumMod val="75000"/>
            </a:schemeClr>
          </a:solidFill>
        </p:spPr>
        <p:txBody>
          <a:bodyPr/>
          <a:lstStyle>
            <a:lvl1pPr marL="231775" indent="0" algn="l">
              <a:defRPr b="1" baseline="0">
                <a:solidFill>
                  <a:schemeClr val="bg1"/>
                </a:solidFill>
              </a:defRPr>
            </a:lvl1pPr>
          </a:lstStyle>
          <a:p>
            <a:r>
              <a:rPr lang="en-US"/>
              <a:t>Click icon to add picture</a:t>
            </a:r>
          </a:p>
        </p:txBody>
      </p:sp>
      <p:sp>
        <p:nvSpPr>
          <p:cNvPr id="8" name="Title 1">
            <a:extLst>
              <a:ext uri="{FF2B5EF4-FFF2-40B4-BE49-F238E27FC236}">
                <a16:creationId xmlns:a16="http://schemas.microsoft.com/office/drawing/2014/main" id="{93148CBB-91E1-498A-B884-AECB778C0018}"/>
              </a:ext>
            </a:extLst>
          </p:cNvPr>
          <p:cNvSpPr>
            <a:spLocks noGrp="1"/>
          </p:cNvSpPr>
          <p:nvPr>
            <p:ph type="title" hasCustomPrompt="1"/>
          </p:nvPr>
        </p:nvSpPr>
        <p:spPr>
          <a:xfrm>
            <a:off x="6096000" y="0"/>
            <a:ext cx="5323194" cy="5724144"/>
          </a:xfrm>
          <a:solidFill>
            <a:srgbClr val="0B315E">
              <a:alpha val="85098"/>
            </a:srgbClr>
          </a:solidFill>
        </p:spPr>
        <p:txBody>
          <a:bodyPr lIns="566928" tIns="822960" rIns="182880" bIns="182880" anchor="t">
            <a:noAutofit/>
          </a:bodyPr>
          <a:lstStyle>
            <a:lvl1pPr>
              <a:defRPr sz="3200">
                <a:solidFill>
                  <a:schemeClr val="bg1"/>
                </a:solidFill>
              </a:defRPr>
            </a:lvl1pPr>
          </a:lstStyle>
          <a:p>
            <a:r>
              <a:rPr lang="en-US"/>
              <a:t>Click to add title</a:t>
            </a:r>
          </a:p>
        </p:txBody>
      </p:sp>
      <p:sp>
        <p:nvSpPr>
          <p:cNvPr id="9" name="Content Placeholder 2">
            <a:extLst>
              <a:ext uri="{FF2B5EF4-FFF2-40B4-BE49-F238E27FC236}">
                <a16:creationId xmlns:a16="http://schemas.microsoft.com/office/drawing/2014/main" id="{DF62E717-3D00-4196-812F-72CF9487567D}"/>
              </a:ext>
            </a:extLst>
          </p:cNvPr>
          <p:cNvSpPr>
            <a:spLocks noGrp="1"/>
          </p:cNvSpPr>
          <p:nvPr>
            <p:ph idx="1" hasCustomPrompt="1"/>
          </p:nvPr>
        </p:nvSpPr>
        <p:spPr bwMode="gray">
          <a:xfrm>
            <a:off x="6667712" y="2103120"/>
            <a:ext cx="4115872" cy="3154680"/>
          </a:xfrm>
        </p:spPr>
        <p:txBody>
          <a:bodyPr/>
          <a:lstStyle>
            <a:lvl1pPr>
              <a:defRPr sz="1500" cap="none" baseline="0">
                <a:solidFill>
                  <a:schemeClr val="bg1"/>
                </a:solidFill>
              </a:defRPr>
            </a:lvl1pPr>
            <a:lvl2pPr marL="171450" indent="-171450">
              <a:defRPr sz="1500">
                <a:solidFill>
                  <a:schemeClr val="bg1"/>
                </a:solidFill>
              </a:defRPr>
            </a:lvl2pPr>
            <a:lvl3pPr marL="347663" indent="-176213">
              <a:spcBef>
                <a:spcPts val="600"/>
              </a:spcBef>
              <a:buFont typeface="Arial" panose="020B0604020202020204" pitchFamily="34" charset="0"/>
              <a:buChar char="–"/>
              <a:defRPr sz="1500">
                <a:solidFill>
                  <a:schemeClr val="bg1"/>
                </a:solidFill>
              </a:defRPr>
            </a:lvl3pPr>
            <a:lvl4pPr marL="509588" indent="-161925">
              <a:spcBef>
                <a:spcPts val="600"/>
              </a:spcBef>
              <a:defRPr sz="1500">
                <a:solidFill>
                  <a:schemeClr val="bg1"/>
                </a:solidFill>
              </a:defRPr>
            </a:lvl4pPr>
            <a:lvl5pPr marL="682625" indent="-173038">
              <a:spcBef>
                <a:spcPts val="600"/>
              </a:spcBef>
              <a:defRPr sz="1500">
                <a:solidFill>
                  <a:schemeClr val="bg1"/>
                </a:solidFill>
              </a:defRPr>
            </a:lvl5pPr>
            <a:lvl6pPr marL="857250" indent="-174625">
              <a:defRPr sz="1500">
                <a:solidFill>
                  <a:schemeClr val="bg1"/>
                </a:solidFill>
              </a:defRPr>
            </a:lvl6pPr>
            <a:lvl7pPr marL="1030288" indent="-173038">
              <a:spcBef>
                <a:spcPts val="600"/>
              </a:spcBef>
              <a:buFont typeface="Arial" panose="020B0604020202020204" pitchFamily="34" charset="0"/>
              <a:buChar char="–"/>
              <a:defRPr sz="1500" baseline="0">
                <a:solidFill>
                  <a:schemeClr val="bg1"/>
                </a:solidFill>
              </a:defRPr>
            </a:lvl7pPr>
            <a:lvl8pPr marL="1203325" indent="-174625">
              <a:spcBef>
                <a:spcPts val="600"/>
              </a:spcBef>
              <a:buFont typeface="Arial" panose="020B0604020202020204" pitchFamily="34" charset="0"/>
              <a:buChar char="•"/>
              <a:defRPr sz="1500">
                <a:solidFill>
                  <a:schemeClr val="bg1"/>
                </a:solidFill>
              </a:defRPr>
            </a:lvl8pPr>
            <a:lvl9pPr marL="1377950" indent="-174625">
              <a:spcBef>
                <a:spcPts val="600"/>
              </a:spcBef>
              <a:buFont typeface="Arial" panose="020B0604020202020204" pitchFamily="34" charset="0"/>
              <a:buChar char="–"/>
              <a:defRPr sz="1500" baseline="0">
                <a:solidFill>
                  <a:schemeClr val="bg1"/>
                </a:solidFill>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155209824"/>
      </p:ext>
    </p:extLst>
  </p:cSld>
  <p:clrMapOvr>
    <a:masterClrMapping/>
  </p:clrMapOvr>
  <p:extLst>
    <p:ext uri="{DCECCB84-F9BA-43D5-87BE-67443E8EF086}">
      <p15:sldGuideLst xmlns:p15="http://schemas.microsoft.com/office/powerpoint/2012/main"/>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Five Content Journe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five-column journey layout</a:t>
            </a:r>
          </a:p>
        </p:txBody>
      </p:sp>
      <p:sp>
        <p:nvSpPr>
          <p:cNvPr id="8" name="Content Placeholder 2"/>
          <p:cNvSpPr>
            <a:spLocks noGrp="1"/>
          </p:cNvSpPr>
          <p:nvPr>
            <p:ph sz="half" idx="1" hasCustomPrompt="1"/>
          </p:nvPr>
        </p:nvSpPr>
        <p:spPr bwMode="gray">
          <a:xfrm>
            <a:off x="1064941"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9" name="Content Placeholder 2"/>
          <p:cNvSpPr>
            <a:spLocks noGrp="1"/>
          </p:cNvSpPr>
          <p:nvPr>
            <p:ph sz="half" idx="10" hasCustomPrompt="1"/>
          </p:nvPr>
        </p:nvSpPr>
        <p:spPr bwMode="gray">
          <a:xfrm>
            <a:off x="3153647"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11" name="Content Placeholder 2"/>
          <p:cNvSpPr>
            <a:spLocks noGrp="1"/>
          </p:cNvSpPr>
          <p:nvPr>
            <p:ph sz="half" idx="11" hasCustomPrompt="1"/>
          </p:nvPr>
        </p:nvSpPr>
        <p:spPr bwMode="gray">
          <a:xfrm>
            <a:off x="5242353"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12" name="Content Placeholder 2"/>
          <p:cNvSpPr>
            <a:spLocks noGrp="1"/>
          </p:cNvSpPr>
          <p:nvPr>
            <p:ph sz="half" idx="12" hasCustomPrompt="1"/>
          </p:nvPr>
        </p:nvSpPr>
        <p:spPr bwMode="gray">
          <a:xfrm>
            <a:off x="7331059"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14" name="Content Placeholder 2"/>
          <p:cNvSpPr>
            <a:spLocks noGrp="1"/>
          </p:cNvSpPr>
          <p:nvPr>
            <p:ph sz="half" idx="13" hasCustomPrompt="1"/>
          </p:nvPr>
        </p:nvSpPr>
        <p:spPr bwMode="gray">
          <a:xfrm>
            <a:off x="9419765"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Tree>
    <p:extLst>
      <p:ext uri="{BB962C8B-B14F-4D97-AF65-F5344CB8AC3E}">
        <p14:creationId xmlns:p14="http://schemas.microsoft.com/office/powerpoint/2010/main" val="3116379056"/>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userDrawn="1">
  <p:cSld name="Divider re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a:defRPr sz="3200" b="1">
                <a:solidFill>
                  <a:schemeClr val="accent2"/>
                </a:solidFill>
                <a:latin typeface="+mj-lt"/>
              </a:defRPr>
            </a:lvl1pPr>
          </a:lstStyle>
          <a:p>
            <a:r>
              <a:rPr lang="en-US"/>
              <a:t>Click to edit title for divider</a:t>
            </a:r>
          </a:p>
        </p:txBody>
      </p:sp>
    </p:spTree>
    <p:extLst>
      <p:ext uri="{BB962C8B-B14F-4D97-AF65-F5344CB8AC3E}">
        <p14:creationId xmlns:p14="http://schemas.microsoft.com/office/powerpoint/2010/main" val="3826135851"/>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one-column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lnSpc>
                <a:spcPct val="100000"/>
              </a:lnSpc>
              <a:buClr>
                <a:schemeClr val="tx1"/>
              </a:buClr>
              <a:defRPr sz="1800" b="1" cap="none" baseline="0">
                <a:solidFill>
                  <a:schemeClr val="tx2"/>
                </a:solidFill>
                <a:latin typeface="+mn-lt"/>
              </a:defRPr>
            </a:lvl1pPr>
            <a:lvl2pPr marL="0" indent="0">
              <a:buClr>
                <a:schemeClr val="tx1"/>
              </a:buClr>
              <a:buNone/>
              <a:defRPr sz="1300" baseline="0">
                <a:solidFill>
                  <a:schemeClr val="tx2"/>
                </a:solidFill>
              </a:defRPr>
            </a:lvl2pPr>
            <a:lvl3pPr marL="171450" indent="-171450">
              <a:spcBef>
                <a:spcPts val="1200"/>
              </a:spcBef>
              <a:buClr>
                <a:schemeClr val="tx1"/>
              </a:buClr>
              <a:buFont typeface="Arial" panose="020B0604020202020204" pitchFamily="34" charset="0"/>
              <a:buChar char="•"/>
              <a:defRPr sz="1300" baseline="0">
                <a:solidFill>
                  <a:schemeClr val="tx2"/>
                </a:solidFill>
              </a:defRPr>
            </a:lvl3pPr>
            <a:lvl4pPr marL="342900" indent="-171450">
              <a:buClr>
                <a:schemeClr val="tx1"/>
              </a:buClr>
              <a:buFont typeface="Arial" panose="020B0604020202020204" pitchFamily="34" charset="0"/>
              <a:buChar char="–"/>
              <a:defRPr sz="1300" baseline="0">
                <a:solidFill>
                  <a:schemeClr val="tx2"/>
                </a:solidFill>
              </a:defRPr>
            </a:lvl4pPr>
            <a:lvl5pPr marL="515938" indent="-173038">
              <a:buClr>
                <a:schemeClr val="tx1"/>
              </a:buClr>
              <a:buFont typeface="Arial" panose="020B0604020202020204" pitchFamily="34" charset="0"/>
              <a:buChar char="•"/>
              <a:defRPr sz="1300">
                <a:solidFill>
                  <a:schemeClr val="tx2"/>
                </a:solidFill>
              </a:defRPr>
            </a:lvl5pPr>
            <a:lvl6pPr marL="687388"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403616049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6933506"/>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userDrawn="1">
  <p:cSld name="Divid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userDrawn="1"/>
        </p:nvSpPr>
        <p:spPr>
          <a:xfrm>
            <a:off x="1"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defTabSz="457200" rtl="0" eaLnBrk="1" latinLnBrk="0" hangingPunct="1">
              <a:lnSpc>
                <a:spcPct val="90000"/>
              </a:lnSpc>
              <a:spcBef>
                <a:spcPct val="0"/>
              </a:spcBef>
              <a:buNone/>
              <a:defRPr lang="en-US" sz="3200" b="1" kern="1200" dirty="0">
                <a:solidFill>
                  <a:schemeClr val="bg1"/>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78904441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4_Title and Content without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a:t>Click to add title for one-column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defRPr cap="none" baseline="0">
                <a:solidFill>
                  <a:schemeClr val="tx2"/>
                </a:solidFill>
              </a:defRPr>
            </a:lvl1pPr>
            <a:lvl2pPr>
              <a:defRPr>
                <a:solidFill>
                  <a:schemeClr val="tx2"/>
                </a:solidFill>
              </a:defRPr>
            </a:lvl2pPr>
            <a:lvl3pPr>
              <a:defRPr baseline="0">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3082750403"/>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5_Title and Content without Header">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B8469B8-D8A2-4228-A970-573BDC563622}"/>
              </a:ext>
            </a:extLst>
          </p:cNvPr>
          <p:cNvGraphicFramePr>
            <a:graphicFrameLocks noChangeAspect="1"/>
          </p:cNvGraphicFramePr>
          <p:nvPr userDrawn="1">
            <p:custDataLst>
              <p:tags r:id="rId1"/>
            </p:custDataLst>
            <p:extLst>
              <p:ext uri="{D42A27DB-BD31-4B8C-83A1-F6EECF244321}">
                <p14:modId xmlns:p14="http://schemas.microsoft.com/office/powerpoint/2010/main" val="2255942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5" name="Object 4" hidden="1">
                        <a:extLst>
                          <a:ext uri="{FF2B5EF4-FFF2-40B4-BE49-F238E27FC236}">
                            <a16:creationId xmlns:a16="http://schemas.microsoft.com/office/drawing/2014/main" id="{7B8469B8-D8A2-4228-A970-573BDC56362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lstStyle>
            <a:lvl1pPr>
              <a:defRPr sz="2800">
                <a:solidFill>
                  <a:schemeClr val="tx1"/>
                </a:solidFill>
                <a:latin typeface="CVS Health Sans" panose="020B0504020202020204" pitchFamily="34" charset="0"/>
              </a:defRPr>
            </a:lvl1pPr>
          </a:lstStyle>
          <a:p>
            <a:r>
              <a:rPr lang="en-US"/>
              <a:t>Click to add title for one 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defRPr cap="none" baseline="0">
                <a:solidFill>
                  <a:schemeClr val="tx2"/>
                </a:solidFill>
              </a:defRPr>
            </a:lvl1pPr>
            <a:lvl2pPr>
              <a:defRPr>
                <a:solidFill>
                  <a:schemeClr val="tx2"/>
                </a:solidFill>
              </a:defRPr>
            </a:lvl2pPr>
            <a:lvl3pPr>
              <a:defRPr baseline="0">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317902795"/>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grpSp>
        <p:nvGrpSpPr>
          <p:cNvPr id="4" name="Group 3"/>
          <p:cNvGrpSpPr/>
          <p:nvPr userDrawn="1"/>
        </p:nvGrpSpPr>
        <p:grpSpPr>
          <a:xfrm>
            <a:off x="557929" y="429542"/>
            <a:ext cx="2872536" cy="352779"/>
            <a:chOff x="557784" y="429541"/>
            <a:chExt cx="2871788" cy="352779"/>
          </a:xfrm>
        </p:grpSpPr>
        <p:sp>
          <p:nvSpPr>
            <p:cNvPr id="14"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5"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6"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7"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8"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9"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75169" y="1016179"/>
            <a:ext cx="5222470" cy="4340047"/>
          </a:xfrm>
          <a:prstGeom prst="rect">
            <a:avLst/>
          </a:prstGeom>
        </p:spPr>
      </p:pic>
      <p:sp>
        <p:nvSpPr>
          <p:cNvPr id="22" name="Text Placeholder 4"/>
          <p:cNvSpPr>
            <a:spLocks noGrp="1"/>
          </p:cNvSpPr>
          <p:nvPr>
            <p:ph type="body" sz="quarter" idx="16" hasCustomPrompt="1"/>
          </p:nvPr>
        </p:nvSpPr>
        <p:spPr>
          <a:xfrm>
            <a:off x="557930" y="4379002"/>
            <a:ext cx="3582950" cy="1262324"/>
          </a:xfrm>
        </p:spPr>
        <p:txBody>
          <a:bodyPr/>
          <a:lstStyle>
            <a:lvl1pPr>
              <a:defRPr sz="1600" b="1">
                <a:solidFill>
                  <a:schemeClr val="tx2"/>
                </a:solidFill>
              </a:defRPr>
            </a:lvl1pPr>
            <a:lvl2pPr marL="0" indent="0">
              <a:spcBef>
                <a:spcPts val="0"/>
              </a:spcBef>
              <a:spcAft>
                <a:spcPts val="2400"/>
              </a:spcAft>
              <a:buFontTx/>
              <a:buNone/>
              <a:defRPr sz="16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2522615186"/>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grpSp>
        <p:nvGrpSpPr>
          <p:cNvPr id="20" name="Group 19"/>
          <p:cNvGrpSpPr/>
          <p:nvPr userDrawn="1"/>
        </p:nvGrpSpPr>
        <p:grpSpPr>
          <a:xfrm>
            <a:off x="557929" y="429542"/>
            <a:ext cx="2872536" cy="352779"/>
            <a:chOff x="557784" y="429541"/>
            <a:chExt cx="2871788" cy="352779"/>
          </a:xfrm>
        </p:grpSpPr>
        <p:sp>
          <p:nvSpPr>
            <p:cNvPr id="22"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3"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4"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5"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6"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7"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
        <p:nvSpPr>
          <p:cNvPr id="15" name="Text Placeholder 4"/>
          <p:cNvSpPr>
            <a:spLocks noGrp="1"/>
          </p:cNvSpPr>
          <p:nvPr>
            <p:ph type="body" sz="quarter" idx="16" hasCustomPrompt="1"/>
          </p:nvPr>
        </p:nvSpPr>
        <p:spPr>
          <a:xfrm>
            <a:off x="557930" y="4379002"/>
            <a:ext cx="3582950" cy="1262324"/>
          </a:xfrm>
        </p:spPr>
        <p:txBody>
          <a:bodyPr/>
          <a:lstStyle>
            <a:lvl1pPr>
              <a:defRPr sz="1600" b="1">
                <a:solidFill>
                  <a:schemeClr val="tx2"/>
                </a:solidFill>
              </a:defRPr>
            </a:lvl1pPr>
            <a:lvl2pPr marL="0" indent="0">
              <a:spcBef>
                <a:spcPts val="0"/>
              </a:spcBef>
              <a:spcAft>
                <a:spcPts val="2400"/>
              </a:spcAft>
              <a:buFontTx/>
              <a:buNone/>
              <a:defRPr sz="16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3290620208"/>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22" name="Footer Placeholder 4">
            <a:extLst>
              <a:ext uri="{FF2B5EF4-FFF2-40B4-BE49-F238E27FC236}">
                <a16:creationId xmlns:a16="http://schemas.microsoft.com/office/drawing/2014/main" id="{0C07AEF2-95F8-4407-BBD7-8F517ACF16FE}"/>
              </a:ext>
            </a:extLst>
          </p:cNvPr>
          <p:cNvSpPr txBox="1">
            <a:spLocks/>
          </p:cNvSpPr>
          <p:nvPr userDrawn="1"/>
        </p:nvSpPr>
        <p:spPr>
          <a:xfrm>
            <a:off x="557929" y="6427484"/>
            <a:ext cx="6859786" cy="228600"/>
          </a:xfrm>
          <a:prstGeom prst="rect">
            <a:avLst/>
          </a:prstGeom>
        </p:spPr>
        <p:txBody>
          <a:bodyPr vert="horz" lIns="0" tIns="0" rIns="0" bIns="0" rtlCol="0" anchor="t" anchorCtr="0">
            <a:noAutofit/>
          </a:bodyPr>
          <a:lstStyle>
            <a:defPPr>
              <a:defRPr lang="en-US"/>
            </a:defPPr>
            <a:lvl1pPr marL="0" algn="l" defTabSz="914400" rtl="0" eaLnBrk="1" latinLnBrk="0" hangingPunct="1">
              <a:defRPr sz="800" kern="1200">
                <a:solidFill>
                  <a:schemeClr val="accent4"/>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mn-lt"/>
                <a:ea typeface="+mn-ea"/>
                <a:cs typeface="+mn-cs"/>
              </a:rPr>
              <a:t>©2019 CVS Health and/or one of its affiliates. Confidential and proprietary.</a:t>
            </a:r>
          </a:p>
        </p:txBody>
      </p:sp>
      <p:grpSp>
        <p:nvGrpSpPr>
          <p:cNvPr id="23" name="Group 22">
            <a:extLst>
              <a:ext uri="{FF2B5EF4-FFF2-40B4-BE49-F238E27FC236}">
                <a16:creationId xmlns:a16="http://schemas.microsoft.com/office/drawing/2014/main" id="{1F8C4FD8-0AA8-4037-BC71-BA96D0AF218E}"/>
              </a:ext>
            </a:extLst>
          </p:cNvPr>
          <p:cNvGrpSpPr>
            <a:grpSpLocks noChangeAspect="1"/>
          </p:cNvGrpSpPr>
          <p:nvPr userDrawn="1"/>
        </p:nvGrpSpPr>
        <p:grpSpPr>
          <a:xfrm>
            <a:off x="557929" y="429542"/>
            <a:ext cx="2872536" cy="352779"/>
            <a:chOff x="1011652" y="1504398"/>
            <a:chExt cx="10028238" cy="1231900"/>
          </a:xfrm>
          <a:solidFill>
            <a:schemeClr val="bg1"/>
          </a:solidFill>
        </p:grpSpPr>
        <p:sp>
          <p:nvSpPr>
            <p:cNvPr id="24" name="Freeform 7">
              <a:extLst>
                <a:ext uri="{FF2B5EF4-FFF2-40B4-BE49-F238E27FC236}">
                  <a16:creationId xmlns:a16="http://schemas.microsoft.com/office/drawing/2014/main" id="{B3EB7105-6A46-491C-B241-A8F912957568}"/>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5" name="Freeform 8">
              <a:extLst>
                <a:ext uri="{FF2B5EF4-FFF2-40B4-BE49-F238E27FC236}">
                  <a16:creationId xmlns:a16="http://schemas.microsoft.com/office/drawing/2014/main" id="{D958FC95-7F0F-491F-8DC3-06F8BACBFE15}"/>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6" name="Freeform 9">
              <a:extLst>
                <a:ext uri="{FF2B5EF4-FFF2-40B4-BE49-F238E27FC236}">
                  <a16:creationId xmlns:a16="http://schemas.microsoft.com/office/drawing/2014/main" id="{60CEC3B9-4063-48FC-90DC-4CDE63069C84}"/>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7" name="Freeform 10">
              <a:extLst>
                <a:ext uri="{FF2B5EF4-FFF2-40B4-BE49-F238E27FC236}">
                  <a16:creationId xmlns:a16="http://schemas.microsoft.com/office/drawing/2014/main" id="{ACB778AF-4452-4D00-A46E-1FA80ABA89D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8" name="Freeform 11">
              <a:extLst>
                <a:ext uri="{FF2B5EF4-FFF2-40B4-BE49-F238E27FC236}">
                  <a16:creationId xmlns:a16="http://schemas.microsoft.com/office/drawing/2014/main" id="{52616A00-1107-4114-9319-20AF55350A06}"/>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9" name="Freeform 12">
              <a:extLst>
                <a:ext uri="{FF2B5EF4-FFF2-40B4-BE49-F238E27FC236}">
                  <a16:creationId xmlns:a16="http://schemas.microsoft.com/office/drawing/2014/main" id="{7C96DD26-9A69-4431-91BB-3F67E41B5D6B}"/>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bg1"/>
                </a:solidFill>
              </a:defRPr>
            </a:lvl1pPr>
          </a:lstStyle>
          <a:p>
            <a:r>
              <a:rPr lang="en-US"/>
              <a:t>Click to add title</a:t>
            </a:r>
          </a:p>
        </p:txBody>
      </p:sp>
      <p:sp>
        <p:nvSpPr>
          <p:cNvPr id="15" name="Text Placeholder 4"/>
          <p:cNvSpPr>
            <a:spLocks noGrp="1"/>
          </p:cNvSpPr>
          <p:nvPr>
            <p:ph type="body" sz="quarter" idx="17" hasCustomPrompt="1"/>
          </p:nvPr>
        </p:nvSpPr>
        <p:spPr>
          <a:xfrm>
            <a:off x="557930" y="4379002"/>
            <a:ext cx="3582950" cy="1262324"/>
          </a:xfrm>
        </p:spPr>
        <p:txBody>
          <a:bodyPr/>
          <a:lstStyle>
            <a:lvl1pPr>
              <a:defRPr sz="1600" b="1">
                <a:solidFill>
                  <a:schemeClr val="bg1"/>
                </a:solidFill>
              </a:defRPr>
            </a:lvl1pPr>
            <a:lvl2pPr marL="0" indent="0">
              <a:spcBef>
                <a:spcPts val="0"/>
              </a:spcBef>
              <a:spcAft>
                <a:spcPts val="2400"/>
              </a:spcAft>
              <a:buFontTx/>
              <a:buNone/>
              <a:defRPr sz="1600">
                <a:solidFill>
                  <a:schemeClr val="bg1"/>
                </a:solidFill>
              </a:defRPr>
            </a:lvl2pPr>
            <a:lvl3pPr marL="0" indent="0">
              <a:buFontTx/>
              <a:buNone/>
              <a:defRPr sz="1200">
                <a:solidFill>
                  <a:schemeClr val="bg1"/>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476983919"/>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357" y="4634747"/>
            <a:ext cx="10564071" cy="795528"/>
          </a:xfrm>
        </p:spPr>
        <p:txBody>
          <a:bodyPr rIns="0" anchor="b" anchorCtr="0"/>
          <a:lstStyle>
            <a:lvl1pPr>
              <a:lnSpc>
                <a:spcPct val="90000"/>
              </a:lnSpc>
              <a:defRPr sz="4000">
                <a:solidFill>
                  <a:schemeClr val="accent2"/>
                </a:solidFill>
              </a:defRPr>
            </a:lvl1pPr>
          </a:lstStyle>
          <a:p>
            <a:r>
              <a:rPr lang="en-US"/>
              <a:t>Click to add title</a:t>
            </a:r>
          </a:p>
        </p:txBody>
      </p:sp>
      <p:sp>
        <p:nvSpPr>
          <p:cNvPr id="3" name="Subtitle 2"/>
          <p:cNvSpPr>
            <a:spLocks noGrp="1"/>
          </p:cNvSpPr>
          <p:nvPr>
            <p:ph type="subTitle" idx="1" hasCustomPrompt="1"/>
          </p:nvPr>
        </p:nvSpPr>
        <p:spPr>
          <a:xfrm>
            <a:off x="557357" y="5578043"/>
            <a:ext cx="10564071" cy="347472"/>
          </a:xfrm>
        </p:spPr>
        <p:txBody>
          <a:bodyPr/>
          <a:lstStyle>
            <a:lvl1pPr marL="0" indent="0" algn="l">
              <a:spcBef>
                <a:spcPts val="0"/>
              </a:spcBef>
              <a:buNone/>
              <a:defRPr sz="1600" b="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presenter information</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sz="quarter" idx="18" hasCustomPrompt="1"/>
          </p:nvPr>
        </p:nvSpPr>
        <p:spPr>
          <a:xfrm>
            <a:off x="8835800" y="6371584"/>
            <a:ext cx="2798793" cy="201168"/>
          </a:xfrm>
          <a:prstGeom prst="rect">
            <a:avLst/>
          </a:prstGeom>
        </p:spPr>
        <p:txBody>
          <a:bodyPr>
            <a:noAutofit/>
          </a:bodyPr>
          <a:lstStyle>
            <a:lvl1pPr algn="r">
              <a:defRPr sz="1200" b="0">
                <a:solidFill>
                  <a:schemeClr val="tx2"/>
                </a:solidFill>
                <a:latin typeface="+mn-lt"/>
              </a:defRPr>
            </a:lvl1pPr>
            <a:lvl2pPr algn="r">
              <a:defRPr b="1">
                <a:solidFill>
                  <a:schemeClr val="tx2"/>
                </a:solidFill>
                <a:latin typeface="+mn-lt"/>
              </a:defRPr>
            </a:lvl2pPr>
          </a:lstStyle>
          <a:p>
            <a:pPr lvl="0"/>
            <a:r>
              <a:rPr lang="en-US"/>
              <a:t>Click to add date</a:t>
            </a:r>
          </a:p>
          <a:p>
            <a:pPr lvl="1"/>
            <a:endParaRPr lang="en-US"/>
          </a:p>
        </p:txBody>
      </p:sp>
      <p:grpSp>
        <p:nvGrpSpPr>
          <p:cNvPr id="14" name="Group 13"/>
          <p:cNvGrpSpPr/>
          <p:nvPr userDrawn="1"/>
        </p:nvGrpSpPr>
        <p:grpSpPr>
          <a:xfrm>
            <a:off x="557929" y="429542"/>
            <a:ext cx="2872536" cy="352779"/>
            <a:chOff x="557784" y="429541"/>
            <a:chExt cx="2871788" cy="352779"/>
          </a:xfrm>
        </p:grpSpPr>
        <p:sp>
          <p:nvSpPr>
            <p:cNvPr id="15"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6"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7"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8"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9"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0"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Tree>
    <p:extLst>
      <p:ext uri="{BB962C8B-B14F-4D97-AF65-F5344CB8AC3E}">
        <p14:creationId xmlns:p14="http://schemas.microsoft.com/office/powerpoint/2010/main" val="2813296966"/>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8475144-A8AF-4C31-A022-05A109EC64D7}"/>
              </a:ext>
            </a:extLst>
          </p:cNvPr>
          <p:cNvSpPr/>
          <p:nvPr userDrawn="1"/>
        </p:nvSpPr>
        <p:spPr>
          <a:xfrm>
            <a:off x="1" y="4350554"/>
            <a:ext cx="12192000" cy="25074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latin typeface="+mn-lt"/>
            </a:endParaRPr>
          </a:p>
        </p:txBody>
      </p:sp>
      <p:sp>
        <p:nvSpPr>
          <p:cNvPr id="2" name="Title 1"/>
          <p:cNvSpPr>
            <a:spLocks noGrp="1"/>
          </p:cNvSpPr>
          <p:nvPr>
            <p:ph type="ctrTitle" hasCustomPrompt="1"/>
          </p:nvPr>
        </p:nvSpPr>
        <p:spPr>
          <a:xfrm>
            <a:off x="557357" y="4634747"/>
            <a:ext cx="10564071" cy="795528"/>
          </a:xfrm>
        </p:spPr>
        <p:txBody>
          <a:bodyPr rIns="0" anchor="b" anchorCtr="0"/>
          <a:lstStyle>
            <a:lvl1pPr>
              <a:lnSpc>
                <a:spcPct val="90000"/>
              </a:lnSpc>
              <a:defRPr sz="4000">
                <a:solidFill>
                  <a:schemeClr val="bg1"/>
                </a:solidFill>
              </a:defRPr>
            </a:lvl1pPr>
          </a:lstStyle>
          <a:p>
            <a:r>
              <a:rPr lang="en-US"/>
              <a:t>Click to add title</a:t>
            </a:r>
          </a:p>
        </p:txBody>
      </p:sp>
      <p:sp>
        <p:nvSpPr>
          <p:cNvPr id="3" name="Subtitle 2"/>
          <p:cNvSpPr>
            <a:spLocks noGrp="1"/>
          </p:cNvSpPr>
          <p:nvPr>
            <p:ph type="subTitle" idx="1" hasCustomPrompt="1"/>
          </p:nvPr>
        </p:nvSpPr>
        <p:spPr>
          <a:xfrm>
            <a:off x="557357" y="5578043"/>
            <a:ext cx="10564071" cy="347472"/>
          </a:xfrm>
        </p:spPr>
        <p:txBody>
          <a:bodyPr/>
          <a:lstStyle>
            <a:lvl1pPr marL="0" indent="0" algn="l">
              <a:spcBef>
                <a:spcPts val="0"/>
              </a:spcBef>
              <a:buNone/>
              <a:defRPr sz="1600" b="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presenter information</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sz="quarter" idx="18" hasCustomPrompt="1"/>
          </p:nvPr>
        </p:nvSpPr>
        <p:spPr>
          <a:xfrm>
            <a:off x="8835800" y="6371584"/>
            <a:ext cx="2798793" cy="201168"/>
          </a:xfrm>
          <a:prstGeom prst="rect">
            <a:avLst/>
          </a:prstGeom>
        </p:spPr>
        <p:txBody>
          <a:bodyPr>
            <a:noAutofit/>
          </a:bodyPr>
          <a:lstStyle>
            <a:lvl1pPr algn="r">
              <a:defRPr sz="1200" b="0">
                <a:solidFill>
                  <a:schemeClr val="bg1"/>
                </a:solidFill>
                <a:latin typeface="+mn-lt"/>
              </a:defRPr>
            </a:lvl1pPr>
            <a:lvl2pPr algn="r">
              <a:defRPr b="1">
                <a:solidFill>
                  <a:schemeClr val="bg1"/>
                </a:solidFill>
                <a:latin typeface="+mn-lt"/>
              </a:defRPr>
            </a:lvl2pPr>
          </a:lstStyle>
          <a:p>
            <a:pPr lvl="0"/>
            <a:r>
              <a:rPr lang="en-US"/>
              <a:t>Click to add date</a:t>
            </a:r>
          </a:p>
          <a:p>
            <a:pPr lvl="1"/>
            <a:endParaRPr lang="en-US"/>
          </a:p>
        </p:txBody>
      </p:sp>
      <p:grpSp>
        <p:nvGrpSpPr>
          <p:cNvPr id="15" name="Group 14"/>
          <p:cNvGrpSpPr/>
          <p:nvPr userDrawn="1"/>
        </p:nvGrpSpPr>
        <p:grpSpPr>
          <a:xfrm>
            <a:off x="557929" y="429542"/>
            <a:ext cx="2872536" cy="352779"/>
            <a:chOff x="557784" y="429541"/>
            <a:chExt cx="2871788" cy="352779"/>
          </a:xfrm>
        </p:grpSpPr>
        <p:sp>
          <p:nvSpPr>
            <p:cNvPr id="16"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7"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8"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9"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0"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1"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Tree>
    <p:extLst>
      <p:ext uri="{BB962C8B-B14F-4D97-AF65-F5344CB8AC3E}">
        <p14:creationId xmlns:p14="http://schemas.microsoft.com/office/powerpoint/2010/main" val="1128508884"/>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grpSp>
        <p:nvGrpSpPr>
          <p:cNvPr id="20" name="Group 19"/>
          <p:cNvGrpSpPr/>
          <p:nvPr userDrawn="1"/>
        </p:nvGrpSpPr>
        <p:grpSpPr>
          <a:xfrm>
            <a:off x="557929" y="429542"/>
            <a:ext cx="2872536" cy="352779"/>
            <a:chOff x="557784" y="429541"/>
            <a:chExt cx="2871788" cy="352779"/>
          </a:xfrm>
        </p:grpSpPr>
        <p:sp>
          <p:nvSpPr>
            <p:cNvPr id="22"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3"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4"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5"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6"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7"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
        <p:nvSpPr>
          <p:cNvPr id="15" name="Text Placeholder 4"/>
          <p:cNvSpPr>
            <a:spLocks noGrp="1"/>
          </p:cNvSpPr>
          <p:nvPr>
            <p:ph type="body" sz="quarter" idx="17" hasCustomPrompt="1"/>
          </p:nvPr>
        </p:nvSpPr>
        <p:spPr>
          <a:xfrm>
            <a:off x="557930" y="4379002"/>
            <a:ext cx="3582950" cy="1262324"/>
          </a:xfrm>
        </p:spPr>
        <p:txBody>
          <a:bodyPr/>
          <a:lstStyle>
            <a:lvl1pPr>
              <a:defRPr sz="1600" b="1">
                <a:solidFill>
                  <a:schemeClr val="tx2"/>
                </a:solidFill>
              </a:defRPr>
            </a:lvl1pPr>
            <a:lvl2pPr marL="0" indent="0">
              <a:spcBef>
                <a:spcPts val="0"/>
              </a:spcBef>
              <a:spcAft>
                <a:spcPts val="2400"/>
              </a:spcAft>
              <a:buFontTx/>
              <a:buNone/>
              <a:defRPr sz="16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1243360404"/>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userDrawn="1"/>
        </p:nvSpPr>
        <p:spPr>
          <a:xfrm>
            <a:off x="566887" y="416158"/>
            <a:ext cx="4089993" cy="710619"/>
          </a:xfrm>
          <a:prstGeom prst="rect">
            <a:avLst/>
          </a:prstGeom>
          <a:noFill/>
        </p:spPr>
        <p:txBody>
          <a:bodyPr wrap="square" lIns="0" tIns="0" rIns="0" bIns="0" rtlCol="0">
            <a:noAutofit/>
          </a:bodyPr>
          <a:lstStyle/>
          <a:p>
            <a:pPr marL="0" marR="0" indent="0" algn="l" defTabSz="456758" rtl="0" eaLnBrk="1" fontAlgn="base" latinLnBrk="0" hangingPunct="1">
              <a:lnSpc>
                <a:spcPct val="100000"/>
              </a:lnSpc>
              <a:spcBef>
                <a:spcPts val="1200"/>
              </a:spcBef>
              <a:spcAft>
                <a:spcPts val="0"/>
              </a:spcAft>
              <a:buClrTx/>
              <a:buSzTx/>
              <a:buFontTx/>
              <a:buNone/>
              <a:tabLst/>
            </a:pPr>
            <a:r>
              <a:rPr lang="en-US" sz="4800" b="1">
                <a:solidFill>
                  <a:schemeClr val="accent6"/>
                </a:solidFill>
                <a:latin typeface="+mn-lt"/>
                <a:cs typeface="Arial" panose="020B0604020202020204" pitchFamily="34" charset="0"/>
              </a:rPr>
              <a:t>Agenda</a:t>
            </a:r>
          </a:p>
        </p:txBody>
      </p:sp>
      <p:sp>
        <p:nvSpPr>
          <p:cNvPr id="5" name="Text Placeholder 4"/>
          <p:cNvSpPr>
            <a:spLocks noGrp="1"/>
          </p:cNvSpPr>
          <p:nvPr>
            <p:ph type="body" sz="quarter" idx="15" hasCustomPrompt="1"/>
          </p:nvPr>
        </p:nvSpPr>
        <p:spPr>
          <a:xfrm>
            <a:off x="557929" y="1755739"/>
            <a:ext cx="8588453" cy="3985305"/>
          </a:xfrm>
        </p:spPr>
        <p:txBody>
          <a:bodyPr/>
          <a:lstStyle>
            <a:lvl1pPr>
              <a:spcBef>
                <a:spcPts val="1800"/>
              </a:spcBef>
              <a:spcAft>
                <a:spcPts val="0"/>
              </a:spcAft>
              <a:defRPr sz="1800" b="1">
                <a:solidFill>
                  <a:schemeClr val="tx2"/>
                </a:solidFill>
              </a:defRPr>
            </a:lvl1pPr>
            <a:lvl2pPr marL="0" indent="0">
              <a:spcBef>
                <a:spcPts val="0"/>
              </a:spcBef>
              <a:spcAft>
                <a:spcPts val="0"/>
              </a:spcAft>
              <a:buNone/>
              <a:defRPr sz="1400">
                <a:solidFill>
                  <a:schemeClr val="tx2"/>
                </a:solidFill>
              </a:defRPr>
            </a:lvl2pPr>
            <a:lvl3pPr marL="177800" indent="-177800">
              <a:spcBef>
                <a:spcPts val="600"/>
              </a:spcBef>
              <a:buFont typeface="Arial" panose="020B0604020202020204" pitchFamily="34" charset="0"/>
              <a:buChar char="•"/>
              <a:defRPr sz="1400" baseline="0"/>
            </a:lvl3pPr>
            <a:lvl4pPr marL="342900" indent="-165100">
              <a:spcBef>
                <a:spcPts val="600"/>
              </a:spcBef>
              <a:buFont typeface="Arial" panose="020B0604020202020204" pitchFamily="34" charset="0"/>
              <a:buChar char="–"/>
              <a:defRPr sz="1400" baseline="0"/>
            </a:lvl4pPr>
            <a:lvl5pPr marL="520700" indent="-177800">
              <a:spcBef>
                <a:spcPts val="600"/>
              </a:spcBef>
              <a:buFont typeface="Arial" panose="020B0604020202020204" pitchFamily="34" charset="0"/>
              <a:buChar char="•"/>
              <a:defRPr sz="1400"/>
            </a:lvl5pPr>
            <a:lvl6pPr marL="685800" indent="-165100">
              <a:spcBef>
                <a:spcPts val="600"/>
              </a:spcBef>
              <a:buFont typeface="Arial" panose="020B0604020202020204" pitchFamily="34" charset="0"/>
              <a:buChar char="–"/>
              <a:defRPr baseline="0"/>
            </a:lvl6pPr>
            <a:lvl7pPr marL="863600" indent="-177800">
              <a:spcBef>
                <a:spcPts val="600"/>
              </a:spcBef>
              <a:buFont typeface="Arial" panose="020B0604020202020204" pitchFamily="34" charset="0"/>
              <a:buChar char="•"/>
              <a:defRPr/>
            </a:lvl7pPr>
            <a:lvl8pPr marL="1028700" indent="-165100">
              <a:spcBef>
                <a:spcPts val="600"/>
              </a:spcBef>
              <a:buFont typeface="Arial" panose="020B0604020202020204" pitchFamily="34" charset="0"/>
              <a:buChar char="–"/>
              <a:defRPr/>
            </a:lvl8pPr>
            <a:lvl9pPr marL="1206500" indent="-177800">
              <a:spcBef>
                <a:spcPts val="600"/>
              </a:spcBef>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413447572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userDrawn="1"/>
        </p:nvSpPr>
        <p:spPr>
          <a:xfrm>
            <a:off x="566887" y="416158"/>
            <a:ext cx="4089993" cy="710619"/>
          </a:xfrm>
          <a:prstGeom prst="rect">
            <a:avLst/>
          </a:prstGeom>
          <a:noFill/>
        </p:spPr>
        <p:txBody>
          <a:bodyPr wrap="square" lIns="0" tIns="0" rIns="0" bIns="0" rtlCol="0">
            <a:noAutofit/>
          </a:bodyPr>
          <a:lstStyle/>
          <a:p>
            <a:pPr marL="0" marR="0" indent="0" algn="l" defTabSz="456758" rtl="0" eaLnBrk="1" fontAlgn="base" latinLnBrk="0" hangingPunct="1">
              <a:lnSpc>
                <a:spcPct val="100000"/>
              </a:lnSpc>
              <a:spcBef>
                <a:spcPts val="1200"/>
              </a:spcBef>
              <a:spcAft>
                <a:spcPts val="0"/>
              </a:spcAft>
              <a:buClrTx/>
              <a:buSzTx/>
              <a:buFontTx/>
              <a:buNone/>
              <a:tabLst/>
            </a:pPr>
            <a:r>
              <a:rPr lang="en-US" sz="4800" b="1">
                <a:solidFill>
                  <a:schemeClr val="accent6"/>
                </a:solidFill>
                <a:latin typeface="+mn-lt"/>
                <a:cs typeface="Arial" panose="020B0604020202020204" pitchFamily="34" charset="0"/>
              </a:rPr>
              <a:t>Agenda</a:t>
            </a:r>
          </a:p>
        </p:txBody>
      </p:sp>
      <p:sp>
        <p:nvSpPr>
          <p:cNvPr id="4" name="Text Placeholder 19">
            <a:extLst>
              <a:ext uri="{FF2B5EF4-FFF2-40B4-BE49-F238E27FC236}">
                <a16:creationId xmlns:a16="http://schemas.microsoft.com/office/drawing/2014/main" id="{CD3DA619-C657-4377-909C-6D3A110F550F}"/>
              </a:ext>
            </a:extLst>
          </p:cNvPr>
          <p:cNvSpPr>
            <a:spLocks noGrp="1"/>
          </p:cNvSpPr>
          <p:nvPr>
            <p:ph type="body" sz="quarter" idx="10" hasCustomPrompt="1"/>
          </p:nvPr>
        </p:nvSpPr>
        <p:spPr>
          <a:xfrm>
            <a:off x="1513652" y="1756549"/>
            <a:ext cx="3914652" cy="3614737"/>
          </a:xfrm>
          <a:prstGeom prst="rect">
            <a:avLst/>
          </a:prstGeom>
        </p:spPr>
        <p:txBody>
          <a:bodyPr/>
          <a:lstStyle>
            <a:lvl1pPr>
              <a:spcAft>
                <a:spcPts val="1800"/>
              </a:spcAft>
              <a:defRPr sz="2000" b="1">
                <a:solidFill>
                  <a:schemeClr val="tx2"/>
                </a:solidFill>
                <a:latin typeface="+mn-lt"/>
              </a:defRPr>
            </a:lvl1pPr>
            <a:lvl2pPr marL="0" indent="0">
              <a:spcBef>
                <a:spcPts val="0"/>
              </a:spcBef>
              <a:spcAft>
                <a:spcPts val="300"/>
              </a:spcAft>
              <a:buNone/>
              <a:tabLst>
                <a:tab pos="568325" algn="r"/>
                <a:tab pos="1028700" algn="l"/>
              </a:tabLst>
              <a:defRPr sz="1400" b="1">
                <a:solidFill>
                  <a:schemeClr val="tx2"/>
                </a:solidFill>
                <a:latin typeface="+mn-lt"/>
              </a:defRPr>
            </a:lvl2pPr>
            <a:lvl3pPr marL="1028700" indent="0">
              <a:spcBef>
                <a:spcPts val="0"/>
              </a:spcBef>
              <a:spcAft>
                <a:spcPts val="1800"/>
              </a:spcAft>
              <a:buNone/>
              <a:defRPr sz="1400">
                <a:solidFill>
                  <a:schemeClr val="tx2"/>
                </a:solidFill>
                <a:latin typeface="+mn-lt"/>
              </a:defRPr>
            </a:lvl3pPr>
            <a:lvl4pPr marL="0" indent="0">
              <a:spcBef>
                <a:spcPts val="0"/>
              </a:spcBef>
              <a:spcAft>
                <a:spcPts val="900"/>
              </a:spcAft>
              <a:buNone/>
              <a:defRPr sz="1400" i="1">
                <a:solidFill>
                  <a:schemeClr val="tx2"/>
                </a:solidFill>
                <a:latin typeface="+mn-lt"/>
              </a:defRPr>
            </a:lvl4pPr>
            <a:lvl5pPr marL="0" indent="0">
              <a:spcBef>
                <a:spcPts val="0"/>
              </a:spcBef>
              <a:spcAft>
                <a:spcPts val="900"/>
              </a:spcAft>
              <a:buFont typeface="Arial" panose="020B0604020202020204" pitchFamily="34" charset="0"/>
              <a:buNone/>
              <a:defRPr sz="1400">
                <a:solidFill>
                  <a:schemeClr val="tx2"/>
                </a:solidFill>
                <a:latin typeface="+mn-lt"/>
              </a:defRPr>
            </a:lvl5pPr>
          </a:lstStyle>
          <a:p>
            <a:pPr lvl="0"/>
            <a:r>
              <a:rPr lang="en-US"/>
              <a:t>Click to edit header</a:t>
            </a:r>
          </a:p>
          <a:p>
            <a:pPr lvl="1"/>
            <a:r>
              <a:rPr lang="en-US"/>
              <a:t>Tab to Time then tab to Agenda item</a:t>
            </a:r>
          </a:p>
          <a:p>
            <a:pPr lvl="2"/>
            <a:r>
              <a:rPr lang="en-US"/>
              <a:t>Speaker name and topic</a:t>
            </a:r>
          </a:p>
          <a:p>
            <a:pPr lvl="3"/>
            <a:r>
              <a:rPr lang="en-US"/>
              <a:t>Additional information</a:t>
            </a:r>
          </a:p>
        </p:txBody>
      </p:sp>
      <p:sp>
        <p:nvSpPr>
          <p:cNvPr id="6" name="Text Placeholder 19">
            <a:extLst>
              <a:ext uri="{FF2B5EF4-FFF2-40B4-BE49-F238E27FC236}">
                <a16:creationId xmlns:a16="http://schemas.microsoft.com/office/drawing/2014/main" id="{99D62640-4C2F-4EEE-8702-E19D55A9718A}"/>
              </a:ext>
            </a:extLst>
          </p:cNvPr>
          <p:cNvSpPr>
            <a:spLocks noGrp="1"/>
          </p:cNvSpPr>
          <p:nvPr>
            <p:ph type="body" sz="quarter" idx="11" hasCustomPrompt="1"/>
          </p:nvPr>
        </p:nvSpPr>
        <p:spPr>
          <a:xfrm>
            <a:off x="6293091" y="1756549"/>
            <a:ext cx="3912531" cy="3614737"/>
          </a:xfrm>
          <a:prstGeom prst="rect">
            <a:avLst/>
          </a:prstGeom>
        </p:spPr>
        <p:txBody>
          <a:bodyPr/>
          <a:lstStyle>
            <a:lvl1pPr>
              <a:spcAft>
                <a:spcPts val="1800"/>
              </a:spcAft>
              <a:defRPr sz="2000" b="1">
                <a:solidFill>
                  <a:schemeClr val="tx2"/>
                </a:solidFill>
                <a:latin typeface="+mn-lt"/>
              </a:defRPr>
            </a:lvl1pPr>
            <a:lvl2pPr marL="0" indent="0">
              <a:spcBef>
                <a:spcPts val="0"/>
              </a:spcBef>
              <a:spcAft>
                <a:spcPts val="300"/>
              </a:spcAft>
              <a:buNone/>
              <a:tabLst>
                <a:tab pos="568325" algn="r"/>
                <a:tab pos="1028700" algn="l"/>
              </a:tabLst>
              <a:defRPr sz="1400" b="1">
                <a:solidFill>
                  <a:schemeClr val="tx2"/>
                </a:solidFill>
                <a:latin typeface="+mn-lt"/>
              </a:defRPr>
            </a:lvl2pPr>
            <a:lvl3pPr marL="1028700" indent="0">
              <a:spcBef>
                <a:spcPts val="0"/>
              </a:spcBef>
              <a:spcAft>
                <a:spcPts val="1800"/>
              </a:spcAft>
              <a:buNone/>
              <a:defRPr sz="1400">
                <a:solidFill>
                  <a:schemeClr val="tx2"/>
                </a:solidFill>
                <a:latin typeface="+mn-lt"/>
              </a:defRPr>
            </a:lvl3pPr>
            <a:lvl4pPr marL="0" indent="0">
              <a:spcBef>
                <a:spcPts val="0"/>
              </a:spcBef>
              <a:spcAft>
                <a:spcPts val="900"/>
              </a:spcAft>
              <a:buNone/>
              <a:defRPr sz="1400" i="1">
                <a:solidFill>
                  <a:schemeClr val="tx2"/>
                </a:solidFill>
                <a:latin typeface="+mn-lt"/>
              </a:defRPr>
            </a:lvl4pPr>
            <a:lvl5pPr marL="0" indent="0">
              <a:spcBef>
                <a:spcPts val="0"/>
              </a:spcBef>
              <a:spcAft>
                <a:spcPts val="900"/>
              </a:spcAft>
              <a:buFont typeface="Arial" panose="020B0604020202020204" pitchFamily="34" charset="0"/>
              <a:buNone/>
              <a:defRPr sz="1400">
                <a:solidFill>
                  <a:schemeClr val="tx2"/>
                </a:solidFill>
                <a:latin typeface="+mn-lt"/>
              </a:defRPr>
            </a:lvl5pPr>
          </a:lstStyle>
          <a:p>
            <a:pPr lvl="0"/>
            <a:r>
              <a:rPr lang="en-US"/>
              <a:t>Click to edit header</a:t>
            </a:r>
          </a:p>
          <a:p>
            <a:pPr lvl="1"/>
            <a:r>
              <a:rPr lang="en-US"/>
              <a:t>Tab to Time then tab to Agenda item</a:t>
            </a:r>
          </a:p>
          <a:p>
            <a:pPr lvl="2"/>
            <a:r>
              <a:rPr lang="en-US"/>
              <a:t>Speaker name and topic</a:t>
            </a:r>
          </a:p>
          <a:p>
            <a:pPr lvl="3"/>
            <a:r>
              <a:rPr lang="en-US"/>
              <a:t>Additional information</a:t>
            </a:r>
          </a:p>
        </p:txBody>
      </p:sp>
    </p:spTree>
    <p:extLst>
      <p:ext uri="{BB962C8B-B14F-4D97-AF65-F5344CB8AC3E}">
        <p14:creationId xmlns:p14="http://schemas.microsoft.com/office/powerpoint/2010/main" val="528635486"/>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Divider re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userDrawn="1"/>
        </p:nvSpPr>
        <p:spPr>
          <a:xfrm>
            <a:off x="1" y="0"/>
            <a:ext cx="12192000" cy="6858000"/>
          </a:xfrm>
          <a:prstGeom prst="rect">
            <a:avLst/>
          </a:prstGeom>
          <a:solidFill>
            <a:srgbClr val="0A4B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a:defRPr sz="3200">
                <a:solidFill>
                  <a:schemeClr val="bg1"/>
                </a:solidFill>
                <a:latin typeface="+mn-lt"/>
              </a:defRPr>
            </a:lvl1pPr>
          </a:lstStyle>
          <a:p>
            <a:r>
              <a:rPr lang="en-US"/>
              <a:t>Click to edit title for divider</a:t>
            </a:r>
          </a:p>
        </p:txBody>
      </p:sp>
    </p:spTree>
    <p:extLst>
      <p:ext uri="{BB962C8B-B14F-4D97-AF65-F5344CB8AC3E}">
        <p14:creationId xmlns:p14="http://schemas.microsoft.com/office/powerpoint/2010/main" val="2154768495"/>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Divid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userDrawn="1"/>
        </p:nvSpPr>
        <p:spPr>
          <a:xfrm>
            <a:off x="1"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a:defRPr sz="3200">
                <a:solidFill>
                  <a:schemeClr val="bg1"/>
                </a:solidFill>
                <a:latin typeface="+mn-lt"/>
              </a:defRPr>
            </a:lvl1pPr>
          </a:lstStyle>
          <a:p>
            <a:r>
              <a:rPr lang="en-US"/>
              <a:t>Click to edit title for divider</a:t>
            </a:r>
          </a:p>
        </p:txBody>
      </p:sp>
    </p:spTree>
    <p:extLst>
      <p:ext uri="{BB962C8B-B14F-4D97-AF65-F5344CB8AC3E}">
        <p14:creationId xmlns:p14="http://schemas.microsoft.com/office/powerpoint/2010/main" val="142370892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Divider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userDrawn="1"/>
        </p:nvSpPr>
        <p:spPr>
          <a:xfrm>
            <a:off x="1" y="6257926"/>
            <a:ext cx="12192000" cy="6000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a:defRPr sz="3200">
                <a:solidFill>
                  <a:schemeClr val="accent2"/>
                </a:solidFill>
                <a:latin typeface="+mn-lt"/>
              </a:defRPr>
            </a:lvl1pPr>
          </a:lstStyle>
          <a:p>
            <a:r>
              <a:rPr lang="en-US"/>
              <a:t>Click to edit title for divider</a:t>
            </a:r>
          </a:p>
        </p:txBody>
      </p:sp>
    </p:spTree>
    <p:extLst>
      <p:ext uri="{BB962C8B-B14F-4D97-AF65-F5344CB8AC3E}">
        <p14:creationId xmlns:p14="http://schemas.microsoft.com/office/powerpoint/2010/main" val="1125576610"/>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itle and Content without Header">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B8469B8-D8A2-4228-A970-573BDC563622}"/>
              </a:ext>
            </a:extLst>
          </p:cNvPr>
          <p:cNvGraphicFramePr>
            <a:graphicFrameLocks noChangeAspect="1"/>
          </p:cNvGraphicFramePr>
          <p:nvPr userDrawn="1">
            <p:custDataLst>
              <p:tags r:id="rId1"/>
            </p:custDataLst>
            <p:extLst>
              <p:ext uri="{D42A27DB-BD31-4B8C-83A1-F6EECF244321}">
                <p14:modId xmlns:p14="http://schemas.microsoft.com/office/powerpoint/2010/main" val="2255942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5" name="Object 4" hidden="1">
                        <a:extLst>
                          <a:ext uri="{FF2B5EF4-FFF2-40B4-BE49-F238E27FC236}">
                            <a16:creationId xmlns:a16="http://schemas.microsoft.com/office/drawing/2014/main" id="{7B8469B8-D8A2-4228-A970-573BDC56362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lstStyle>
            <a:lvl1pPr>
              <a:defRPr sz="2800">
                <a:solidFill>
                  <a:schemeClr val="tx1"/>
                </a:solidFill>
                <a:latin typeface="CVS Health Sans" panose="020B0504020202020204" pitchFamily="34" charset="0"/>
              </a:defRPr>
            </a:lvl1pPr>
          </a:lstStyle>
          <a:p>
            <a:r>
              <a:rPr lang="en-US"/>
              <a:t>Click to add title for one 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defRPr cap="none" baseline="0">
                <a:solidFill>
                  <a:schemeClr val="tx2"/>
                </a:solidFill>
              </a:defRPr>
            </a:lvl1pPr>
            <a:lvl2pPr>
              <a:defRPr>
                <a:solidFill>
                  <a:schemeClr val="tx2"/>
                </a:solidFill>
              </a:defRPr>
            </a:lvl2pPr>
            <a:lvl3pPr>
              <a:defRPr baseline="0">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390243712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one 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buClr>
                <a:schemeClr val="tx1"/>
              </a:buClr>
              <a:defRPr sz="1800" b="1" cap="none" baseline="0">
                <a:solidFill>
                  <a:schemeClr val="tx2"/>
                </a:solidFill>
              </a:defRPr>
            </a:lvl1pPr>
            <a:lvl2pPr marL="0" indent="0">
              <a:buClr>
                <a:schemeClr val="tx1"/>
              </a:buClr>
              <a:buNone/>
              <a:defRPr baseline="0">
                <a:solidFill>
                  <a:schemeClr val="tx2"/>
                </a:solidFill>
              </a:defRPr>
            </a:lvl2pPr>
            <a:lvl3pPr marL="171450" indent="-171450">
              <a:spcBef>
                <a:spcPts val="1200"/>
              </a:spcBef>
              <a:buClr>
                <a:schemeClr val="tx1"/>
              </a:buClr>
              <a:buFont typeface="Arial" panose="020B0604020202020204" pitchFamily="34" charset="0"/>
              <a:buChar char="•"/>
              <a:defRPr sz="1400" baseline="0">
                <a:solidFill>
                  <a:schemeClr val="tx2"/>
                </a:solidFill>
              </a:defRPr>
            </a:lvl3pPr>
            <a:lvl4pPr marL="342900" indent="-171450">
              <a:buClr>
                <a:schemeClr val="tx1"/>
              </a:buClr>
              <a:buFont typeface="Arial" panose="020B0604020202020204" pitchFamily="34" charset="0"/>
              <a:buChar char="–"/>
              <a:defRPr baseline="0">
                <a:solidFill>
                  <a:schemeClr val="tx2"/>
                </a:solidFill>
              </a:defRPr>
            </a:lvl4pPr>
            <a:lvl5pPr marL="515938" indent="-173038">
              <a:buClr>
                <a:schemeClr val="tx1"/>
              </a:buClr>
              <a:buFont typeface="Arial" panose="020B0604020202020204" pitchFamily="34" charset="0"/>
              <a:buChar char="•"/>
              <a:defRPr>
                <a:solidFill>
                  <a:schemeClr val="tx2"/>
                </a:solidFill>
              </a:defRPr>
            </a:lvl5pPr>
            <a:lvl6pPr marL="687388" indent="-171450">
              <a:buClr>
                <a:schemeClr val="tx1"/>
              </a:buClr>
              <a:buFont typeface="Arial" panose="020B0604020202020204" pitchFamily="34" charset="0"/>
              <a:buChar char="–"/>
              <a:defRPr baseline="0">
                <a:solidFill>
                  <a:schemeClr val="tx2"/>
                </a:solidFill>
              </a:defRPr>
            </a:lvl6pPr>
            <a:lvl7pPr marL="860425" indent="-173038">
              <a:buFont typeface="Arial" panose="020B0604020202020204" pitchFamily="34" charset="0"/>
              <a:buChar char="•"/>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1609311154"/>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two column layout</a:t>
            </a:r>
          </a:p>
        </p:txBody>
      </p:sp>
      <p:sp>
        <p:nvSpPr>
          <p:cNvPr id="3" name="Content Placeholder 2"/>
          <p:cNvSpPr>
            <a:spLocks noGrp="1"/>
          </p:cNvSpPr>
          <p:nvPr>
            <p:ph sz="half" idx="1" hasCustomPrompt="1"/>
          </p:nvPr>
        </p:nvSpPr>
        <p:spPr bwMode="gray">
          <a:xfrm>
            <a:off x="557929" y="1767532"/>
            <a:ext cx="5238478" cy="3973512"/>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baseline="0" dirty="0" smtClean="0">
                <a:solidFill>
                  <a:schemeClr val="tx2"/>
                </a:solidFill>
              </a:defRPr>
            </a:lvl2pPr>
            <a:lvl3pPr marL="171450" indent="-171450">
              <a:spcBef>
                <a:spcPts val="1200"/>
              </a:spcBef>
              <a:buClr>
                <a:schemeClr val="tx1"/>
              </a:buClr>
              <a:buFont typeface="Arial" panose="020B0604020202020204" pitchFamily="34" charset="0"/>
              <a:buChar char="•"/>
              <a:defRPr lang="en-US" sz="1400" baseline="0" dirty="0" smtClean="0">
                <a:solidFill>
                  <a:schemeClr val="tx2"/>
                </a:solidFill>
              </a:defRPr>
            </a:lvl3pPr>
            <a:lvl4pPr marL="342900" indent="-171450">
              <a:buClr>
                <a:schemeClr val="tx1"/>
              </a:buClr>
              <a:buFont typeface="Arial" panose="020B0604020202020204" pitchFamily="34" charset="0"/>
              <a:buChar char="–"/>
              <a:defRPr lang="en-US" baseline="0" dirty="0" smtClean="0">
                <a:solidFill>
                  <a:schemeClr val="tx2"/>
                </a:solidFill>
              </a:defRPr>
            </a:lvl4pPr>
            <a:lvl5pPr marL="514350" indent="-171450">
              <a:buClr>
                <a:schemeClr val="tx1"/>
              </a:buClr>
              <a:buFont typeface="Arial" panose="020B0604020202020204" pitchFamily="34" charset="0"/>
              <a:buChar char="•"/>
              <a:defRPr lang="en-US" dirty="0">
                <a:solidFill>
                  <a:schemeClr val="tx2"/>
                </a:solidFill>
              </a:defRPr>
            </a:lvl5pPr>
            <a:lvl6pPr marL="685800" indent="-171450">
              <a:buClr>
                <a:schemeClr val="tx1"/>
              </a:buClr>
              <a:buFont typeface="Arial" panose="020B0604020202020204" pitchFamily="34" charset="0"/>
              <a:buChar char="–"/>
              <a:defRPr baseline="0">
                <a:solidFill>
                  <a:schemeClr val="tx2"/>
                </a:solidFill>
              </a:defRPr>
            </a:lvl6pPr>
            <a:lvl7pPr marL="860425" indent="-173038">
              <a:buFont typeface="Arial" panose="020B0604020202020204" pitchFamily="34" charset="0"/>
              <a:buChar char="•"/>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5" name="Content Placeholder 2"/>
          <p:cNvSpPr>
            <a:spLocks noGrp="1"/>
          </p:cNvSpPr>
          <p:nvPr>
            <p:ph sz="half" idx="10" hasCustomPrompt="1"/>
          </p:nvPr>
        </p:nvSpPr>
        <p:spPr bwMode="gray">
          <a:xfrm>
            <a:off x="6384175" y="1767532"/>
            <a:ext cx="5238478" cy="3973512"/>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baseline="0" dirty="0" smtClean="0">
                <a:solidFill>
                  <a:schemeClr val="tx2"/>
                </a:solidFill>
              </a:defRPr>
            </a:lvl2pPr>
            <a:lvl3pPr marL="171450" indent="-171450">
              <a:spcBef>
                <a:spcPts val="1200"/>
              </a:spcBef>
              <a:buClr>
                <a:schemeClr val="tx1"/>
              </a:buClr>
              <a:buFont typeface="Arial" panose="020B0604020202020204" pitchFamily="34" charset="0"/>
              <a:buChar char="•"/>
              <a:defRPr lang="en-US" sz="1400" baseline="0" dirty="0" smtClean="0">
                <a:solidFill>
                  <a:schemeClr val="tx2"/>
                </a:solidFill>
              </a:defRPr>
            </a:lvl3pPr>
            <a:lvl4pPr marL="342900" indent="-171450">
              <a:buClr>
                <a:schemeClr val="tx1"/>
              </a:buClr>
              <a:buFont typeface="Arial" panose="020B0604020202020204" pitchFamily="34" charset="0"/>
              <a:buChar char="–"/>
              <a:defRPr lang="en-US" baseline="0" dirty="0" smtClean="0">
                <a:solidFill>
                  <a:schemeClr val="tx2"/>
                </a:solidFill>
              </a:defRPr>
            </a:lvl4pPr>
            <a:lvl5pPr marL="514350" indent="-171450">
              <a:buClr>
                <a:schemeClr val="tx1"/>
              </a:buClr>
              <a:buFont typeface="Arial" panose="020B0604020202020204" pitchFamily="34" charset="0"/>
              <a:buChar char="•"/>
              <a:defRPr lang="en-US" dirty="0">
                <a:solidFill>
                  <a:schemeClr val="tx2"/>
                </a:solidFill>
              </a:defRPr>
            </a:lvl5pPr>
            <a:lvl6pPr marL="685800" indent="-171450">
              <a:buClr>
                <a:schemeClr val="tx1"/>
              </a:buClr>
              <a:buFont typeface="Arial" panose="020B0604020202020204" pitchFamily="34" charset="0"/>
              <a:buChar char="–"/>
              <a:defRPr baseline="0">
                <a:solidFill>
                  <a:schemeClr val="tx2"/>
                </a:solidFill>
              </a:defRPr>
            </a:lvl6pPr>
            <a:lvl7pPr marL="860425" indent="-173038">
              <a:buFont typeface="Arial" panose="020B0604020202020204" pitchFamily="34" charset="0"/>
              <a:buChar char="•"/>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776756597"/>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three column layout</a:t>
            </a:r>
          </a:p>
        </p:txBody>
      </p:sp>
      <p:sp>
        <p:nvSpPr>
          <p:cNvPr id="3" name="Content Placeholder 2"/>
          <p:cNvSpPr>
            <a:spLocks noGrp="1"/>
          </p:cNvSpPr>
          <p:nvPr>
            <p:ph sz="half" idx="1" hasCustomPrompt="1"/>
          </p:nvPr>
        </p:nvSpPr>
        <p:spPr bwMode="gray">
          <a:xfrm>
            <a:off x="557930" y="1764792"/>
            <a:ext cx="3434085" cy="3988308"/>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60425" indent="-173038">
              <a:buFont typeface="Arial" panose="020B0604020202020204" pitchFamily="34" charset="0"/>
              <a:buChar char="•"/>
              <a:tabLst/>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6" name="Content Placeholder 2"/>
          <p:cNvSpPr>
            <a:spLocks noGrp="1"/>
          </p:cNvSpPr>
          <p:nvPr>
            <p:ph sz="half" idx="10" hasCustomPrompt="1"/>
          </p:nvPr>
        </p:nvSpPr>
        <p:spPr bwMode="gray">
          <a:xfrm>
            <a:off x="4371971" y="1764792"/>
            <a:ext cx="3434085" cy="3988308"/>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60425" indent="-173038">
              <a:buFont typeface="Arial" panose="020B0604020202020204" pitchFamily="34" charset="0"/>
              <a:buChar char="•"/>
              <a:tabLst/>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1" hasCustomPrompt="1"/>
          </p:nvPr>
        </p:nvSpPr>
        <p:spPr bwMode="gray">
          <a:xfrm>
            <a:off x="8186012" y="1764792"/>
            <a:ext cx="3434085" cy="3988308"/>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60425" indent="-173038">
              <a:buFont typeface="Arial" panose="020B0604020202020204" pitchFamily="34" charset="0"/>
              <a:buChar char="•"/>
              <a:tabLst/>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607501427"/>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four column layout</a:t>
            </a:r>
          </a:p>
        </p:txBody>
      </p:sp>
      <p:sp>
        <p:nvSpPr>
          <p:cNvPr id="3" name="Content Placeholder 2"/>
          <p:cNvSpPr>
            <a:spLocks noGrp="1"/>
          </p:cNvSpPr>
          <p:nvPr>
            <p:ph sz="half" idx="1" hasCustomPrompt="1"/>
          </p:nvPr>
        </p:nvSpPr>
        <p:spPr bwMode="gray">
          <a:xfrm>
            <a:off x="557929" y="1764792"/>
            <a:ext cx="2506109" cy="3977640"/>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60425" indent="-173038">
              <a:buFont typeface="Arial" panose="020B0604020202020204" pitchFamily="34" charset="0"/>
              <a:buChar char="•"/>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0" hasCustomPrompt="1"/>
          </p:nvPr>
        </p:nvSpPr>
        <p:spPr bwMode="gray">
          <a:xfrm>
            <a:off x="3411600" y="1764792"/>
            <a:ext cx="2506109" cy="3977640"/>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60425" indent="-173038">
              <a:buFont typeface="Arial" panose="020B0604020202020204" pitchFamily="34" charset="0"/>
              <a:buChar char="•"/>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8" name="Content Placeholder 2"/>
          <p:cNvSpPr>
            <a:spLocks noGrp="1"/>
          </p:cNvSpPr>
          <p:nvPr>
            <p:ph sz="half" idx="11" hasCustomPrompt="1"/>
          </p:nvPr>
        </p:nvSpPr>
        <p:spPr bwMode="gray">
          <a:xfrm>
            <a:off x="6256125" y="1764792"/>
            <a:ext cx="2506109" cy="3977640"/>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60425" indent="-173038">
              <a:buFont typeface="Arial" panose="020B0604020202020204" pitchFamily="34" charset="0"/>
              <a:buChar char="•"/>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9" name="Content Placeholder 2"/>
          <p:cNvSpPr>
            <a:spLocks noGrp="1"/>
          </p:cNvSpPr>
          <p:nvPr>
            <p:ph sz="half" idx="12" hasCustomPrompt="1"/>
          </p:nvPr>
        </p:nvSpPr>
        <p:spPr bwMode="gray">
          <a:xfrm>
            <a:off x="9100650" y="1764792"/>
            <a:ext cx="2506109" cy="3977640"/>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60425" indent="-173038">
              <a:buFont typeface="Arial" panose="020B0604020202020204" pitchFamily="34" charset="0"/>
              <a:buChar char="•"/>
              <a:defRPr/>
            </a:lvl7pPr>
            <a:lvl8pPr marL="1031875" indent="-171450">
              <a:buFont typeface="Arial" panose="020B0604020202020204" pitchFamily="34" charset="0"/>
              <a:buChar char="–"/>
              <a:defRPr/>
            </a:lvl8pPr>
            <a:lvl9pPr marL="1203325" indent="-171450">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56481145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Five Content Journe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five column journey layout</a:t>
            </a:r>
          </a:p>
        </p:txBody>
      </p:sp>
      <p:sp>
        <p:nvSpPr>
          <p:cNvPr id="8" name="Content Placeholder 2"/>
          <p:cNvSpPr>
            <a:spLocks noGrp="1"/>
          </p:cNvSpPr>
          <p:nvPr>
            <p:ph sz="half" idx="1" hasCustomPrompt="1"/>
          </p:nvPr>
        </p:nvSpPr>
        <p:spPr bwMode="gray">
          <a:xfrm>
            <a:off x="1064941"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lvl="0"/>
            <a:r>
              <a:rPr lang="en-US"/>
              <a:t>Click to add Header</a:t>
            </a:r>
          </a:p>
          <a:p>
            <a:pPr lvl="1"/>
            <a:r>
              <a:rPr lang="en-US"/>
              <a:t>Body text</a:t>
            </a:r>
          </a:p>
          <a:p>
            <a:pPr lvl="2"/>
            <a:r>
              <a:rPr lang="en-US"/>
              <a:t>First-level bullet</a:t>
            </a:r>
          </a:p>
          <a:p>
            <a:pPr lvl="3"/>
            <a:r>
              <a:rPr lang="en-US"/>
              <a:t>Second-level bullet</a:t>
            </a:r>
          </a:p>
        </p:txBody>
      </p:sp>
      <p:sp>
        <p:nvSpPr>
          <p:cNvPr id="9" name="Content Placeholder 2"/>
          <p:cNvSpPr>
            <a:spLocks noGrp="1"/>
          </p:cNvSpPr>
          <p:nvPr>
            <p:ph sz="half" idx="10" hasCustomPrompt="1"/>
          </p:nvPr>
        </p:nvSpPr>
        <p:spPr bwMode="gray">
          <a:xfrm>
            <a:off x="3153647"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lvl="0"/>
            <a:r>
              <a:rPr lang="en-US"/>
              <a:t>Click to add Header</a:t>
            </a:r>
          </a:p>
          <a:p>
            <a:pPr lvl="1"/>
            <a:r>
              <a:rPr lang="en-US"/>
              <a:t>Body text</a:t>
            </a:r>
          </a:p>
          <a:p>
            <a:pPr lvl="2"/>
            <a:r>
              <a:rPr lang="en-US"/>
              <a:t>First-level bullet</a:t>
            </a:r>
          </a:p>
          <a:p>
            <a:pPr lvl="3"/>
            <a:r>
              <a:rPr lang="en-US"/>
              <a:t>Second-level bullet</a:t>
            </a:r>
          </a:p>
        </p:txBody>
      </p:sp>
      <p:sp>
        <p:nvSpPr>
          <p:cNvPr id="11" name="Content Placeholder 2"/>
          <p:cNvSpPr>
            <a:spLocks noGrp="1"/>
          </p:cNvSpPr>
          <p:nvPr>
            <p:ph sz="half" idx="11" hasCustomPrompt="1"/>
          </p:nvPr>
        </p:nvSpPr>
        <p:spPr bwMode="gray">
          <a:xfrm>
            <a:off x="5242353"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lvl="0"/>
            <a:r>
              <a:rPr lang="en-US"/>
              <a:t>Click to add Header</a:t>
            </a:r>
          </a:p>
          <a:p>
            <a:pPr lvl="1"/>
            <a:r>
              <a:rPr lang="en-US"/>
              <a:t>Body text</a:t>
            </a:r>
          </a:p>
          <a:p>
            <a:pPr lvl="2"/>
            <a:r>
              <a:rPr lang="en-US"/>
              <a:t>First-level bullet</a:t>
            </a:r>
          </a:p>
          <a:p>
            <a:pPr lvl="3"/>
            <a:r>
              <a:rPr lang="en-US"/>
              <a:t>Second-level bullet</a:t>
            </a:r>
          </a:p>
        </p:txBody>
      </p:sp>
      <p:sp>
        <p:nvSpPr>
          <p:cNvPr id="12" name="Content Placeholder 2"/>
          <p:cNvSpPr>
            <a:spLocks noGrp="1"/>
          </p:cNvSpPr>
          <p:nvPr>
            <p:ph sz="half" idx="12" hasCustomPrompt="1"/>
          </p:nvPr>
        </p:nvSpPr>
        <p:spPr bwMode="gray">
          <a:xfrm>
            <a:off x="7331059"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lvl="0"/>
            <a:r>
              <a:rPr lang="en-US"/>
              <a:t>Click to add Header</a:t>
            </a:r>
          </a:p>
          <a:p>
            <a:pPr lvl="1"/>
            <a:r>
              <a:rPr lang="en-US"/>
              <a:t>Body text</a:t>
            </a:r>
          </a:p>
          <a:p>
            <a:pPr lvl="2"/>
            <a:r>
              <a:rPr lang="en-US"/>
              <a:t>First-level bullet</a:t>
            </a:r>
          </a:p>
          <a:p>
            <a:pPr lvl="3"/>
            <a:r>
              <a:rPr lang="en-US"/>
              <a:t>Second-level bullet</a:t>
            </a:r>
          </a:p>
        </p:txBody>
      </p:sp>
      <p:sp>
        <p:nvSpPr>
          <p:cNvPr id="14" name="Content Placeholder 2"/>
          <p:cNvSpPr>
            <a:spLocks noGrp="1"/>
          </p:cNvSpPr>
          <p:nvPr>
            <p:ph sz="half" idx="13" hasCustomPrompt="1"/>
          </p:nvPr>
        </p:nvSpPr>
        <p:spPr bwMode="gray">
          <a:xfrm>
            <a:off x="9419765"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4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lvl="0"/>
            <a:r>
              <a:rPr lang="en-US"/>
              <a:t>Click to add Header</a:t>
            </a:r>
          </a:p>
          <a:p>
            <a:pPr lvl="1"/>
            <a:r>
              <a:rPr lang="en-US"/>
              <a:t>Body text</a:t>
            </a:r>
          </a:p>
          <a:p>
            <a:pPr lvl="2"/>
            <a:r>
              <a:rPr lang="en-US"/>
              <a:t>First-level bullet</a:t>
            </a:r>
          </a:p>
          <a:p>
            <a:pPr lvl="3"/>
            <a:r>
              <a:rPr lang="en-US"/>
              <a:t>Second-level bullet</a:t>
            </a:r>
          </a:p>
        </p:txBody>
      </p:sp>
    </p:spTree>
    <p:extLst>
      <p:ext uri="{BB962C8B-B14F-4D97-AF65-F5344CB8AC3E}">
        <p14:creationId xmlns:p14="http://schemas.microsoft.com/office/powerpoint/2010/main" val="264572565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Full page char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2"/>
                </a:solidFill>
              </a:defRPr>
            </a:lvl1pPr>
          </a:lstStyle>
          <a:p>
            <a:r>
              <a:rPr lang="en-US"/>
              <a:t>Click to add title for chart layout</a:t>
            </a:r>
          </a:p>
        </p:txBody>
      </p:sp>
      <p:sp>
        <p:nvSpPr>
          <p:cNvPr id="9" name="Content Placeholder 3">
            <a:extLst>
              <a:ext uri="{FF2B5EF4-FFF2-40B4-BE49-F238E27FC236}">
                <a16:creationId xmlns:a16="http://schemas.microsoft.com/office/drawing/2014/main" id="{579139DC-E144-408E-AD8A-E4105642CD13}"/>
              </a:ext>
            </a:extLst>
          </p:cNvPr>
          <p:cNvSpPr>
            <a:spLocks noGrp="1"/>
          </p:cNvSpPr>
          <p:nvPr>
            <p:ph sz="quarter" idx="10"/>
          </p:nvPr>
        </p:nvSpPr>
        <p:spPr>
          <a:xfrm>
            <a:off x="1570035" y="1752601"/>
            <a:ext cx="9051932" cy="2975735"/>
          </a:xfrm>
        </p:spPr>
        <p:txBody>
          <a:bodyPr/>
          <a:lstStyle>
            <a:lvl1pPr>
              <a:defRPr>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1149789106"/>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hart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2"/>
                </a:solidFill>
              </a:defRPr>
            </a:lvl1pPr>
          </a:lstStyle>
          <a:p>
            <a:r>
              <a:rPr lang="en-US"/>
              <a:t>Click to add title for chart with text layout</a:t>
            </a:r>
          </a:p>
        </p:txBody>
      </p:sp>
      <p:sp>
        <p:nvSpPr>
          <p:cNvPr id="7" name="Content Placeholder 3">
            <a:extLst>
              <a:ext uri="{FF2B5EF4-FFF2-40B4-BE49-F238E27FC236}">
                <a16:creationId xmlns:a16="http://schemas.microsoft.com/office/drawing/2014/main" id="{579139DC-E144-408E-AD8A-E4105642CD13}"/>
              </a:ext>
            </a:extLst>
          </p:cNvPr>
          <p:cNvSpPr>
            <a:spLocks noGrp="1"/>
          </p:cNvSpPr>
          <p:nvPr>
            <p:ph sz="quarter" idx="10"/>
          </p:nvPr>
        </p:nvSpPr>
        <p:spPr>
          <a:xfrm>
            <a:off x="4447653" y="1764793"/>
            <a:ext cx="7174286" cy="2975735"/>
          </a:xfrm>
        </p:spPr>
        <p:txBody>
          <a:bodyPr>
            <a:noAutofit/>
          </a:bodyPr>
          <a:lstStyle>
            <a:lvl1pPr>
              <a:defRPr>
                <a:solidFill>
                  <a:schemeClr val="tx2"/>
                </a:solidFill>
              </a:defRPr>
            </a:lvl1pPr>
          </a:lstStyle>
          <a:p>
            <a:pPr lvl="0"/>
            <a:r>
              <a:rPr lang="en-US"/>
              <a:t>Click to edit Master text styles</a:t>
            </a:r>
          </a:p>
        </p:txBody>
      </p:sp>
      <p:sp>
        <p:nvSpPr>
          <p:cNvPr id="13" name="Content Placeholder 2"/>
          <p:cNvSpPr>
            <a:spLocks noGrp="1"/>
          </p:cNvSpPr>
          <p:nvPr>
            <p:ph idx="1" hasCustomPrompt="1"/>
          </p:nvPr>
        </p:nvSpPr>
        <p:spPr bwMode="gray">
          <a:xfrm>
            <a:off x="557928" y="1767531"/>
            <a:ext cx="3439040" cy="2971800"/>
          </a:xfrm>
        </p:spPr>
        <p:txBody>
          <a:bodyPr/>
          <a:lstStyle>
            <a:lvl1pPr>
              <a:buClrTx/>
              <a:defRPr sz="1800" b="1" cap="none" baseline="0">
                <a:solidFill>
                  <a:schemeClr val="tx2"/>
                </a:solidFill>
              </a:defRPr>
            </a:lvl1pPr>
            <a:lvl2pPr marL="0" indent="0">
              <a:buClrTx/>
              <a:buNone/>
              <a:defRPr baseline="0">
                <a:solidFill>
                  <a:schemeClr val="tx2"/>
                </a:solidFill>
              </a:defRPr>
            </a:lvl2pPr>
            <a:lvl3pPr marL="177800" indent="-177800">
              <a:spcBef>
                <a:spcPts val="1200"/>
              </a:spcBef>
              <a:buClrTx/>
              <a:buFont typeface="Arial" panose="020B0604020202020204" pitchFamily="34" charset="0"/>
              <a:buChar char="•"/>
              <a:defRPr sz="1400" baseline="0">
                <a:solidFill>
                  <a:schemeClr val="tx2"/>
                </a:solidFill>
              </a:defRPr>
            </a:lvl3pPr>
            <a:lvl4pPr marL="342900" indent="-165100">
              <a:buClrTx/>
              <a:buFont typeface="Arial" panose="020B0604020202020204" pitchFamily="34" charset="0"/>
              <a:buChar char="–"/>
              <a:defRPr sz="1400">
                <a:solidFill>
                  <a:schemeClr val="tx2"/>
                </a:solidFill>
              </a:defRPr>
            </a:lvl4pPr>
            <a:lvl5pPr marL="515938" indent="-173038">
              <a:buClrTx/>
              <a:buFont typeface="Arial" panose="020B0604020202020204" pitchFamily="34" charset="0"/>
              <a:buChar char="•"/>
              <a:defRPr sz="1400">
                <a:solidFill>
                  <a:schemeClr val="tx2"/>
                </a:solidFill>
              </a:defRPr>
            </a:lvl5pPr>
            <a:lvl6pPr marL="687388" indent="-171450">
              <a:buClrTx/>
              <a:buFont typeface="Arial" panose="020B0604020202020204" pitchFamily="34" charset="0"/>
              <a:buChar char="–"/>
              <a:defRPr sz="1400">
                <a:solidFill>
                  <a:schemeClr val="tx2"/>
                </a:solidFill>
              </a:defRPr>
            </a:lvl6pPr>
            <a:lvl7pPr marL="860425" indent="-173038">
              <a:buClrTx/>
              <a:buFont typeface="Arial" panose="020B0604020202020204" pitchFamily="34" charset="0"/>
              <a:buChar char="•"/>
              <a:defRPr/>
            </a:lvl7pPr>
            <a:lvl8pPr marL="1031875" indent="-171450">
              <a:buClrTx/>
              <a:buFont typeface="Arial" panose="020B0604020202020204" pitchFamily="34" charset="0"/>
              <a:buChar char="–"/>
              <a:defRPr/>
            </a:lvl8pPr>
            <a:lvl9pPr marL="1203325" indent="-171450">
              <a:buClrTx/>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196429845"/>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139F72-CEC0-495F-8477-192D60A880E2}"/>
              </a:ext>
            </a:extLst>
          </p:cNvPr>
          <p:cNvSpPr/>
          <p:nvPr userDrawn="1"/>
        </p:nvSpPr>
        <p:spPr>
          <a:xfrm>
            <a:off x="6096000" y="0"/>
            <a:ext cx="6096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comparison slide</a:t>
            </a:r>
          </a:p>
        </p:txBody>
      </p:sp>
      <p:grpSp>
        <p:nvGrpSpPr>
          <p:cNvPr id="19" name="Group 18">
            <a:extLst>
              <a:ext uri="{FF2B5EF4-FFF2-40B4-BE49-F238E27FC236}">
                <a16:creationId xmlns:a16="http://schemas.microsoft.com/office/drawing/2014/main" id="{4FDE6AD5-F9DF-408C-8730-856FE7DF1ACB}"/>
              </a:ext>
            </a:extLst>
          </p:cNvPr>
          <p:cNvGrpSpPr>
            <a:grpSpLocks noChangeAspect="1"/>
          </p:cNvGrpSpPr>
          <p:nvPr userDrawn="1"/>
        </p:nvGrpSpPr>
        <p:grpSpPr>
          <a:xfrm>
            <a:off x="10355279" y="6373316"/>
            <a:ext cx="1279513" cy="157138"/>
            <a:chOff x="1011652" y="1504398"/>
            <a:chExt cx="10028238" cy="1231900"/>
          </a:xfrm>
          <a:solidFill>
            <a:schemeClr val="bg1"/>
          </a:solidFill>
        </p:grpSpPr>
        <p:sp>
          <p:nvSpPr>
            <p:cNvPr id="20"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1"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2"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3"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4"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5"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15" name="Content Placeholder 3"/>
          <p:cNvSpPr>
            <a:spLocks noGrp="1"/>
          </p:cNvSpPr>
          <p:nvPr>
            <p:ph sz="half" idx="2" hasCustomPrompt="1"/>
          </p:nvPr>
        </p:nvSpPr>
        <p:spPr>
          <a:xfrm>
            <a:off x="1253474" y="3718012"/>
            <a:ext cx="3493918" cy="2023033"/>
          </a:xfrm>
          <a:noFill/>
        </p:spPr>
        <p:txBody>
          <a:bodyPr lIns="0" tIns="0" rIns="0" bIns="0"/>
          <a:lstStyle>
            <a:lvl1pPr marL="0" indent="0" algn="ctr">
              <a:spcBef>
                <a:spcPts val="1200"/>
              </a:spcBef>
              <a:buClrTx/>
              <a:buFont typeface="Arial"/>
              <a:buNone/>
              <a:defRPr sz="1800" b="1">
                <a:solidFill>
                  <a:schemeClr val="tx2"/>
                </a:solidFill>
              </a:defRPr>
            </a:lvl1pPr>
            <a:lvl2pPr marL="0" indent="0" algn="ctr">
              <a:spcBef>
                <a:spcPts val="1200"/>
              </a:spcBef>
              <a:buClrTx/>
              <a:buFontTx/>
              <a:buNone/>
              <a:defRPr sz="1600">
                <a:solidFill>
                  <a:schemeClr val="tx2"/>
                </a:solidFill>
              </a:defRPr>
            </a:lvl2pPr>
            <a:lvl3pPr marL="404813" indent="-173038">
              <a:spcBef>
                <a:spcPts val="600"/>
              </a:spcBef>
              <a:buClrTx/>
              <a:buFont typeface="Arial" panose="020B0604020202020204" pitchFamily="34" charset="0"/>
              <a:buChar char="•"/>
              <a:defRPr sz="1600">
                <a:solidFill>
                  <a:schemeClr val="tx2"/>
                </a:solidFill>
              </a:defRPr>
            </a:lvl3pPr>
            <a:lvl4pPr marL="631825" indent="-174625">
              <a:spcBef>
                <a:spcPts val="600"/>
              </a:spcBef>
              <a:buClrTx/>
              <a:buFont typeface="Arial" panose="020B0604020202020204" pitchFamily="34" charset="0"/>
              <a:buChar char="•"/>
              <a:defRPr sz="1600">
                <a:solidFill>
                  <a:schemeClr val="tx2"/>
                </a:solidFill>
              </a:defRPr>
            </a:lvl4pPr>
            <a:lvl5pPr marL="804863" indent="-173038">
              <a:spcBef>
                <a:spcPts val="600"/>
              </a:spcBef>
              <a:buClrTx/>
              <a:buFont typeface="Arial" panose="020B0604020202020204" pitchFamily="34" charset="0"/>
              <a:buChar char="–"/>
              <a:defRPr sz="1600">
                <a:solidFill>
                  <a:schemeClr val="tx2"/>
                </a:solidFill>
              </a:defRPr>
            </a:lvl5pPr>
            <a:lvl6pPr marL="977900" indent="-177800">
              <a:buClrTx/>
              <a:defRPr sz="1600"/>
            </a:lvl6pPr>
            <a:lvl7pPr marL="1143000" indent="-165100">
              <a:buClrTx/>
              <a:defRPr sz="1600"/>
            </a:lvl7pPr>
            <a:lvl8pPr marL="1320800" indent="-177800">
              <a:buClrTx/>
              <a:defRPr sz="1600"/>
            </a:lvl8pPr>
            <a:lvl9pPr>
              <a:defRPr sz="1600"/>
            </a:lvl9pPr>
          </a:lstStyle>
          <a:p>
            <a:pPr lvl="0"/>
            <a:r>
              <a:rPr lang="en-US"/>
              <a:t>Header</a:t>
            </a:r>
          </a:p>
          <a:p>
            <a:pPr lvl="1"/>
            <a:r>
              <a:rPr lang="en-US"/>
              <a:t>First-level</a:t>
            </a:r>
          </a:p>
        </p:txBody>
      </p:sp>
      <p:sp>
        <p:nvSpPr>
          <p:cNvPr id="16" name="Content Placeholder 5"/>
          <p:cNvSpPr>
            <a:spLocks noGrp="1"/>
          </p:cNvSpPr>
          <p:nvPr>
            <p:ph sz="quarter" idx="4" hasCustomPrompt="1"/>
          </p:nvPr>
        </p:nvSpPr>
        <p:spPr>
          <a:xfrm>
            <a:off x="7380297" y="3718012"/>
            <a:ext cx="3493918" cy="2023033"/>
          </a:xfrm>
          <a:noFill/>
        </p:spPr>
        <p:txBody>
          <a:bodyPr lIns="0" tIns="0" rIns="0" bIns="0"/>
          <a:lstStyle>
            <a:lvl1pPr marL="0" indent="0" algn="ctr">
              <a:spcBef>
                <a:spcPts val="1200"/>
              </a:spcBef>
              <a:buClrTx/>
              <a:buFont typeface="Arial"/>
              <a:buNone/>
              <a:defRPr sz="1800" b="1">
                <a:solidFill>
                  <a:schemeClr val="bg1"/>
                </a:solidFill>
              </a:defRPr>
            </a:lvl1pPr>
            <a:lvl2pPr marL="0" indent="0" algn="ctr">
              <a:spcBef>
                <a:spcPts val="1200"/>
              </a:spcBef>
              <a:buClrTx/>
              <a:buFontTx/>
              <a:buNone/>
              <a:defRPr sz="1600">
                <a:solidFill>
                  <a:schemeClr val="bg1"/>
                </a:solidFill>
              </a:defRPr>
            </a:lvl2pPr>
            <a:lvl3pPr marL="231775" indent="0">
              <a:spcBef>
                <a:spcPts val="600"/>
              </a:spcBef>
              <a:buClrTx/>
              <a:buFont typeface="Arial" panose="020B0604020202020204" pitchFamily="34" charset="0"/>
              <a:buNone/>
              <a:defRPr sz="1600">
                <a:solidFill>
                  <a:schemeClr val="bg1"/>
                </a:solidFill>
              </a:defRPr>
            </a:lvl3pPr>
            <a:lvl4pPr marL="631825" indent="-174625">
              <a:spcBef>
                <a:spcPts val="600"/>
              </a:spcBef>
              <a:buClrTx/>
              <a:buFont typeface="Arial" panose="020B0604020202020204" pitchFamily="34" charset="0"/>
              <a:buChar char="•"/>
              <a:defRPr sz="1600">
                <a:solidFill>
                  <a:schemeClr val="bg1"/>
                </a:solidFill>
              </a:defRPr>
            </a:lvl4pPr>
            <a:lvl5pPr marL="804863" indent="-173038">
              <a:spcBef>
                <a:spcPts val="600"/>
              </a:spcBef>
              <a:buClrTx/>
              <a:buFont typeface="Arial" panose="020B0604020202020204" pitchFamily="34" charset="0"/>
              <a:buChar char="–"/>
              <a:defRPr sz="1600">
                <a:solidFill>
                  <a:schemeClr val="bg1"/>
                </a:solidFill>
              </a:defRPr>
            </a:lvl5pPr>
            <a:lvl6pPr>
              <a:spcBef>
                <a:spcPts val="600"/>
              </a:spcBef>
              <a:buClrTx/>
              <a:defRPr sz="1600">
                <a:solidFill>
                  <a:schemeClr val="bg1"/>
                </a:solidFill>
              </a:defRPr>
            </a:lvl6pPr>
            <a:lvl7pPr>
              <a:spcBef>
                <a:spcPts val="600"/>
              </a:spcBef>
              <a:buClrTx/>
              <a:defRPr sz="1600">
                <a:solidFill>
                  <a:schemeClr val="bg1"/>
                </a:solidFill>
              </a:defRPr>
            </a:lvl7pPr>
            <a:lvl8pPr>
              <a:spcBef>
                <a:spcPts val="600"/>
              </a:spcBef>
              <a:buClrTx/>
              <a:defRPr sz="1600">
                <a:solidFill>
                  <a:schemeClr val="bg1"/>
                </a:solidFill>
              </a:defRPr>
            </a:lvl8pPr>
            <a:lvl9pPr>
              <a:defRPr sz="1600"/>
            </a:lvl9pPr>
          </a:lstStyle>
          <a:p>
            <a:pPr lvl="0"/>
            <a:r>
              <a:rPr lang="en-US"/>
              <a:t>Header</a:t>
            </a:r>
          </a:p>
          <a:p>
            <a:pPr lvl="1"/>
            <a:r>
              <a:rPr lang="en-US"/>
              <a:t>First-level</a:t>
            </a:r>
          </a:p>
        </p:txBody>
      </p:sp>
    </p:spTree>
    <p:extLst>
      <p:ext uri="{BB962C8B-B14F-4D97-AF65-F5344CB8AC3E}">
        <p14:creationId xmlns:p14="http://schemas.microsoft.com/office/powerpoint/2010/main" val="44112534"/>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hree points">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CFACB8A6-3813-48D2-B8CE-038DD1E42B32}"/>
              </a:ext>
            </a:extLst>
          </p:cNvPr>
          <p:cNvSpPr/>
          <p:nvPr userDrawn="1"/>
        </p:nvSpPr>
        <p:spPr>
          <a:xfrm>
            <a:off x="218718" y="6241774"/>
            <a:ext cx="5587246" cy="616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3" name="Rectangle 22">
            <a:extLst>
              <a:ext uri="{FF2B5EF4-FFF2-40B4-BE49-F238E27FC236}">
                <a16:creationId xmlns:a16="http://schemas.microsoft.com/office/drawing/2014/main" id="{B5FE79D5-35B2-49F2-B15D-DA1A165F3786}"/>
              </a:ext>
            </a:extLst>
          </p:cNvPr>
          <p:cNvSpPr/>
          <p:nvPr userDrawn="1"/>
        </p:nvSpPr>
        <p:spPr>
          <a:xfrm>
            <a:off x="4062895" y="0"/>
            <a:ext cx="405815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2" name="Rectangle 21">
            <a:extLst>
              <a:ext uri="{FF2B5EF4-FFF2-40B4-BE49-F238E27FC236}">
                <a16:creationId xmlns:a16="http://schemas.microsoft.com/office/drawing/2014/main" id="{D8E8E372-A3D9-43BC-A3BE-4011C8DA5B98}"/>
              </a:ext>
            </a:extLst>
          </p:cNvPr>
          <p:cNvSpPr/>
          <p:nvPr userDrawn="1"/>
        </p:nvSpPr>
        <p:spPr>
          <a:xfrm>
            <a:off x="8121046" y="0"/>
            <a:ext cx="407095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grpSp>
        <p:nvGrpSpPr>
          <p:cNvPr id="6" name="Group 5">
            <a:extLst>
              <a:ext uri="{FF2B5EF4-FFF2-40B4-BE49-F238E27FC236}">
                <a16:creationId xmlns:a16="http://schemas.microsoft.com/office/drawing/2014/main" id="{4FDE6AD5-F9DF-408C-8730-856FE7DF1ACB}"/>
              </a:ext>
            </a:extLst>
          </p:cNvPr>
          <p:cNvGrpSpPr>
            <a:grpSpLocks noChangeAspect="1"/>
          </p:cNvGrpSpPr>
          <p:nvPr userDrawn="1"/>
        </p:nvGrpSpPr>
        <p:grpSpPr>
          <a:xfrm>
            <a:off x="10355279" y="6373316"/>
            <a:ext cx="1279513" cy="157138"/>
            <a:chOff x="1011652" y="1504398"/>
            <a:chExt cx="10028238" cy="1231900"/>
          </a:xfrm>
          <a:solidFill>
            <a:schemeClr val="bg1"/>
          </a:solidFill>
        </p:grpSpPr>
        <p:sp>
          <p:nvSpPr>
            <p:cNvPr id="7"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8"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9"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0"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2"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8" name="Content Placeholder 8">
            <a:extLst>
              <a:ext uri="{FF2B5EF4-FFF2-40B4-BE49-F238E27FC236}">
                <a16:creationId xmlns:a16="http://schemas.microsoft.com/office/drawing/2014/main" id="{80785A3E-DA24-410F-9CAE-7070C42B58B4}"/>
              </a:ext>
            </a:extLst>
          </p:cNvPr>
          <p:cNvSpPr txBox="1">
            <a:spLocks/>
          </p:cNvSpPr>
          <p:nvPr userDrawn="1"/>
        </p:nvSpPr>
        <p:spPr>
          <a:xfrm>
            <a:off x="557930"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tx2"/>
                </a:solidFill>
                <a:latin typeface="+mn-lt"/>
                <a:ea typeface="Open Sans" panose="020B0606030504020204" pitchFamily="34" charset="0"/>
                <a:cs typeface="Arial" panose="020B0604020202020204" pitchFamily="34" charset="0"/>
              </a:rPr>
              <a:pPr algn="l"/>
              <a:t>‹#›</a:t>
            </a:fld>
            <a:endParaRPr lang="en-US" sz="1000" b="1">
              <a:solidFill>
                <a:schemeClr val="tx2"/>
              </a:solidFill>
              <a:latin typeface="+mn-lt"/>
              <a:ea typeface="Open Sans" panose="020B0606030504020204" pitchFamily="34" charset="0"/>
              <a:cs typeface="Arial" panose="020B0604020202020204" pitchFamily="34" charset="0"/>
            </a:endParaRPr>
          </a:p>
        </p:txBody>
      </p:sp>
      <p:sp>
        <p:nvSpPr>
          <p:cNvPr id="29" name="Content Placeholder 8">
            <a:extLst>
              <a:ext uri="{FF2B5EF4-FFF2-40B4-BE49-F238E27FC236}">
                <a16:creationId xmlns:a16="http://schemas.microsoft.com/office/drawing/2014/main" id="{62BE1DE7-64C2-4B16-AD38-1C91E86AECEB}"/>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tx2"/>
                </a:solidFill>
                <a:latin typeface="+mn-lt"/>
                <a:cs typeface="Arial" panose="020B0604020202020204" pitchFamily="34" charset="0"/>
              </a:rPr>
              <a:t>©2019 CVS Health and/or one of its affiliates. Confidential and proprietary.</a:t>
            </a:r>
          </a:p>
        </p:txBody>
      </p:sp>
      <p:sp>
        <p:nvSpPr>
          <p:cNvPr id="17" name="Content Placeholder 2"/>
          <p:cNvSpPr>
            <a:spLocks noGrp="1"/>
          </p:cNvSpPr>
          <p:nvPr>
            <p:ph sz="half" idx="1" hasCustomPrompt="1"/>
          </p:nvPr>
        </p:nvSpPr>
        <p:spPr bwMode="gray">
          <a:xfrm>
            <a:off x="846991" y="3148862"/>
            <a:ext cx="2368913" cy="2592183"/>
          </a:xfrm>
        </p:spPr>
        <p:txBody>
          <a:bodyPr vert="horz" lIns="0" tIns="0" rIns="0" bIns="0" rtlCol="0">
            <a:noAutofit/>
          </a:bodyPr>
          <a:lstStyle>
            <a:lvl1pPr algn="ctr">
              <a:buClrTx/>
              <a:defRPr lang="en-US" sz="1800" b="1" cap="none" baseline="0" dirty="0" smtClean="0">
                <a:solidFill>
                  <a:schemeClr val="tx2"/>
                </a:solidFill>
              </a:defRPr>
            </a:lvl1pPr>
            <a:lvl2pPr marL="0" indent="0" algn="ctr">
              <a:buClrTx/>
              <a:buFontTx/>
              <a:buNone/>
              <a:defRPr lang="en-US" sz="1600" dirty="0" smtClean="0">
                <a:solidFill>
                  <a:schemeClr val="tx2"/>
                </a:solidFill>
              </a:defRPr>
            </a:lvl2pPr>
            <a:lvl3pPr marL="171450" indent="0">
              <a:buClrTx/>
              <a:buFont typeface="Arial" panose="020B0604020202020204" pitchFamily="34" charset="0"/>
              <a:buNone/>
              <a:defRPr lang="en-US" sz="1600" dirty="0" smtClean="0">
                <a:solidFill>
                  <a:schemeClr val="tx2"/>
                </a:solidFill>
              </a:defRPr>
            </a:lvl3pPr>
            <a:lvl4pPr>
              <a:buClrTx/>
              <a:defRPr lang="en-US" sz="1600" dirty="0" smtClean="0">
                <a:solidFill>
                  <a:schemeClr val="tx2"/>
                </a:solidFill>
              </a:defRPr>
            </a:lvl4pPr>
            <a:lvl5pPr>
              <a:buClrTx/>
              <a:defRPr lang="en-US" sz="1600" dirty="0">
                <a:solidFill>
                  <a:schemeClr val="tx2"/>
                </a:solidFill>
              </a:defRPr>
            </a:lvl5pPr>
            <a:lvl6pPr>
              <a:buClrTx/>
              <a:defRPr sz="1600"/>
            </a:lvl6pPr>
            <a:lvl7pPr>
              <a:buClrTx/>
              <a:defRPr sz="1600"/>
            </a:lvl7pPr>
            <a:lvl8pPr>
              <a:buClrTx/>
              <a:defRPr sz="1600"/>
            </a:lvl8pPr>
            <a:lvl9pPr>
              <a:defRPr sz="1600"/>
            </a:lvl9pPr>
          </a:lstStyle>
          <a:p>
            <a:pPr lvl="0"/>
            <a:r>
              <a:rPr lang="en-US"/>
              <a:t>Header</a:t>
            </a:r>
          </a:p>
          <a:p>
            <a:pPr lvl="1"/>
            <a:r>
              <a:rPr lang="en-US"/>
              <a:t>First-level</a:t>
            </a:r>
          </a:p>
        </p:txBody>
      </p:sp>
      <p:sp>
        <p:nvSpPr>
          <p:cNvPr id="18" name="Content Placeholder 3"/>
          <p:cNvSpPr>
            <a:spLocks noGrp="1"/>
          </p:cNvSpPr>
          <p:nvPr>
            <p:ph sz="half" idx="2" hasCustomPrompt="1"/>
          </p:nvPr>
        </p:nvSpPr>
        <p:spPr bwMode="gray">
          <a:xfrm>
            <a:off x="4907514" y="3148862"/>
            <a:ext cx="2368913" cy="2592183"/>
          </a:xfrm>
        </p:spPr>
        <p:txBody>
          <a:bodyPr vert="horz" lIns="0" tIns="0" rIns="0" bIns="0" rtlCol="0">
            <a:noAutofit/>
          </a:bodyPr>
          <a:lstStyle>
            <a:lvl1pPr algn="ctr">
              <a:buClrTx/>
              <a:defRPr lang="en-US" sz="1800" b="1" cap="none" baseline="0" dirty="0" smtClean="0">
                <a:solidFill>
                  <a:schemeClr val="tx2"/>
                </a:solidFill>
              </a:defRPr>
            </a:lvl1pPr>
            <a:lvl2pPr marL="0" indent="0" algn="ctr">
              <a:buClrTx/>
              <a:buFontTx/>
              <a:buNone/>
              <a:defRPr lang="en-US" sz="1600" baseline="0" dirty="0" smtClean="0">
                <a:solidFill>
                  <a:schemeClr val="tx2"/>
                </a:solidFill>
              </a:defRPr>
            </a:lvl2pPr>
            <a:lvl3pPr marL="171450" indent="0">
              <a:buClrTx/>
              <a:buFont typeface="Arial" panose="020B0604020202020204" pitchFamily="34" charset="0"/>
              <a:buNone/>
              <a:defRPr lang="en-US" sz="1600" baseline="0" dirty="0" smtClean="0">
                <a:solidFill>
                  <a:schemeClr val="tx2"/>
                </a:solidFill>
              </a:defRPr>
            </a:lvl3pPr>
            <a:lvl4pPr>
              <a:buClrTx/>
              <a:defRPr lang="en-US" sz="1600" baseline="0" dirty="0" smtClean="0">
                <a:solidFill>
                  <a:schemeClr val="tx2"/>
                </a:solidFill>
              </a:defRPr>
            </a:lvl4pPr>
            <a:lvl5pPr>
              <a:buClrTx/>
              <a:defRPr lang="en-US" sz="1600" baseline="0" dirty="0">
                <a:solidFill>
                  <a:schemeClr val="tx2"/>
                </a:solidFill>
              </a:defRPr>
            </a:lvl5pPr>
            <a:lvl6pPr>
              <a:buClrTx/>
              <a:defRPr sz="1600" baseline="0">
                <a:solidFill>
                  <a:schemeClr val="tx2"/>
                </a:solidFill>
              </a:defRPr>
            </a:lvl6pPr>
            <a:lvl7pPr>
              <a:buClrTx/>
              <a:defRPr sz="1600" baseline="0">
                <a:solidFill>
                  <a:schemeClr val="tx2"/>
                </a:solidFill>
              </a:defRPr>
            </a:lvl7pPr>
            <a:lvl8pPr>
              <a:buClrTx/>
              <a:defRPr sz="1600" baseline="0">
                <a:solidFill>
                  <a:schemeClr val="tx2"/>
                </a:solidFill>
              </a:defRPr>
            </a:lvl8pPr>
            <a:lvl9pPr>
              <a:buClrTx/>
              <a:defRPr sz="1600">
                <a:solidFill>
                  <a:schemeClr val="tx2"/>
                </a:solidFill>
              </a:defRPr>
            </a:lvl9pPr>
          </a:lstStyle>
          <a:p>
            <a:pPr lvl="0"/>
            <a:r>
              <a:rPr lang="en-US"/>
              <a:t>Header</a:t>
            </a:r>
          </a:p>
          <a:p>
            <a:pPr lvl="1"/>
            <a:r>
              <a:rPr lang="en-US"/>
              <a:t>First-level</a:t>
            </a:r>
          </a:p>
        </p:txBody>
      </p:sp>
      <p:sp>
        <p:nvSpPr>
          <p:cNvPr id="19" name="Content Placeholder 3"/>
          <p:cNvSpPr>
            <a:spLocks noGrp="1"/>
          </p:cNvSpPr>
          <p:nvPr>
            <p:ph sz="half" idx="18" hasCustomPrompt="1"/>
          </p:nvPr>
        </p:nvSpPr>
        <p:spPr bwMode="gray">
          <a:xfrm>
            <a:off x="8972065" y="3148862"/>
            <a:ext cx="2368913" cy="2592183"/>
          </a:xfrm>
        </p:spPr>
        <p:txBody>
          <a:bodyPr vert="horz" lIns="0" tIns="0" rIns="0" bIns="0" rtlCol="0">
            <a:noAutofit/>
          </a:bodyPr>
          <a:lstStyle>
            <a:lvl1pPr algn="ctr">
              <a:buClrTx/>
              <a:defRPr lang="en-US" sz="1800" b="1" cap="none" baseline="0" dirty="0" smtClean="0">
                <a:solidFill>
                  <a:schemeClr val="bg1"/>
                </a:solidFill>
              </a:defRPr>
            </a:lvl1pPr>
            <a:lvl2pPr marL="0" indent="0" algn="ctr">
              <a:buClrTx/>
              <a:buFontTx/>
              <a:buNone/>
              <a:defRPr lang="en-US" sz="1600" dirty="0" smtClean="0">
                <a:solidFill>
                  <a:schemeClr val="bg1"/>
                </a:solidFill>
              </a:defRPr>
            </a:lvl2pPr>
            <a:lvl3pPr marL="171450" indent="0">
              <a:buClrTx/>
              <a:buFont typeface="Arial" panose="020B0604020202020204" pitchFamily="34" charset="0"/>
              <a:buNone/>
              <a:defRPr lang="en-US" sz="1600" baseline="0" dirty="0" smtClean="0">
                <a:solidFill>
                  <a:schemeClr val="bg1"/>
                </a:solidFill>
              </a:defRPr>
            </a:lvl3pPr>
            <a:lvl4pPr>
              <a:buClrTx/>
              <a:defRPr lang="en-US" sz="1600" baseline="0" dirty="0" smtClean="0">
                <a:solidFill>
                  <a:schemeClr val="bg1"/>
                </a:solidFill>
              </a:defRPr>
            </a:lvl4pPr>
            <a:lvl5pPr>
              <a:buClrTx/>
              <a:defRPr lang="en-US" sz="1600" baseline="0" dirty="0">
                <a:solidFill>
                  <a:schemeClr val="bg1"/>
                </a:solidFill>
              </a:defRPr>
            </a:lvl5pPr>
            <a:lvl6pPr>
              <a:buClrTx/>
              <a:defRPr sz="1600" baseline="0">
                <a:solidFill>
                  <a:schemeClr val="bg1"/>
                </a:solidFill>
              </a:defRPr>
            </a:lvl6pPr>
            <a:lvl7pPr>
              <a:buClrTx/>
              <a:defRPr sz="1600">
                <a:solidFill>
                  <a:schemeClr val="bg1"/>
                </a:solidFill>
              </a:defRPr>
            </a:lvl7pPr>
            <a:lvl8pPr>
              <a:buClrTx/>
              <a:defRPr sz="1600" baseline="0">
                <a:solidFill>
                  <a:schemeClr val="bg1"/>
                </a:solidFill>
              </a:defRPr>
            </a:lvl8pPr>
            <a:lvl9pPr>
              <a:buClrTx/>
              <a:defRPr sz="1600">
                <a:solidFill>
                  <a:schemeClr val="bg1"/>
                </a:solidFill>
              </a:defRPr>
            </a:lvl9pPr>
          </a:lstStyle>
          <a:p>
            <a:pPr lvl="0"/>
            <a:r>
              <a:rPr lang="en-US"/>
              <a:t>Header</a:t>
            </a:r>
          </a:p>
          <a:p>
            <a:pPr lvl="1"/>
            <a:r>
              <a:rPr lang="en-US"/>
              <a:t>First-level</a:t>
            </a:r>
          </a:p>
        </p:txBody>
      </p:sp>
    </p:spTree>
    <p:extLst>
      <p:ext uri="{BB962C8B-B14F-4D97-AF65-F5344CB8AC3E}">
        <p14:creationId xmlns:p14="http://schemas.microsoft.com/office/powerpoint/2010/main" val="118741422"/>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ext and image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a:t>
            </a:r>
            <a:br>
              <a:rPr lang="en-US"/>
            </a:br>
            <a:r>
              <a:rPr lang="en-US"/>
              <a:t>for image and text slide</a:t>
            </a:r>
          </a:p>
        </p:txBody>
      </p:sp>
      <p:sp>
        <p:nvSpPr>
          <p:cNvPr id="6" name="Content Placeholder 2"/>
          <p:cNvSpPr>
            <a:spLocks noGrp="1"/>
          </p:cNvSpPr>
          <p:nvPr>
            <p:ph idx="1" hasCustomPrompt="1"/>
          </p:nvPr>
        </p:nvSpPr>
        <p:spPr bwMode="gray">
          <a:xfrm>
            <a:off x="557929" y="1765300"/>
            <a:ext cx="4884168" cy="3977640"/>
          </a:xfrm>
        </p:spPr>
        <p:txBody>
          <a:bodyPr/>
          <a:lstStyle>
            <a:lvl1pPr>
              <a:defRPr cap="none" baseline="0">
                <a:solidFill>
                  <a:schemeClr val="tx2"/>
                </a:solidFill>
              </a:defRPr>
            </a:lvl1pPr>
            <a:lvl2pPr>
              <a:defRPr baseline="0">
                <a:solidFill>
                  <a:schemeClr val="tx2"/>
                </a:solidFill>
              </a:defRPr>
            </a:lvl2pPr>
            <a:lvl3pPr>
              <a:defRPr>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609600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spTree>
    <p:extLst>
      <p:ext uri="{BB962C8B-B14F-4D97-AF65-F5344CB8AC3E}">
        <p14:creationId xmlns:p14="http://schemas.microsoft.com/office/powerpoint/2010/main" val="3404268253"/>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ext and image left">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sp>
        <p:nvSpPr>
          <p:cNvPr id="2" name="Title 1"/>
          <p:cNvSpPr>
            <a:spLocks noGrp="1"/>
          </p:cNvSpPr>
          <p:nvPr>
            <p:ph type="title" hasCustomPrompt="1"/>
          </p:nvPr>
        </p:nvSpPr>
        <p:spPr>
          <a:xfrm>
            <a:off x="6733589" y="530351"/>
            <a:ext cx="4884168" cy="713232"/>
          </a:xfrm>
        </p:spPr>
        <p:txBody>
          <a:bodyPr/>
          <a:lstStyle>
            <a:lvl1pPr>
              <a:defRPr>
                <a:solidFill>
                  <a:schemeClr val="tx2"/>
                </a:solidFill>
              </a:defRPr>
            </a:lvl1pPr>
          </a:lstStyle>
          <a:p>
            <a:r>
              <a:rPr lang="en-US"/>
              <a:t>Click to add title </a:t>
            </a:r>
            <a:br>
              <a:rPr lang="en-US"/>
            </a:br>
            <a:r>
              <a:rPr lang="en-US"/>
              <a:t>for image and text slide</a:t>
            </a:r>
          </a:p>
        </p:txBody>
      </p:sp>
      <p:sp>
        <p:nvSpPr>
          <p:cNvPr id="6" name="Content Placeholder 2"/>
          <p:cNvSpPr>
            <a:spLocks noGrp="1"/>
          </p:cNvSpPr>
          <p:nvPr>
            <p:ph idx="1" hasCustomPrompt="1"/>
          </p:nvPr>
        </p:nvSpPr>
        <p:spPr bwMode="gray">
          <a:xfrm>
            <a:off x="6740693" y="1765300"/>
            <a:ext cx="4884168" cy="3977640"/>
          </a:xfrm>
        </p:spPr>
        <p:txBody>
          <a:bodyPr/>
          <a:lstStyle>
            <a:lvl1pPr>
              <a:buClrTx/>
              <a:defRPr cap="none" baseline="0">
                <a:solidFill>
                  <a:schemeClr val="tx2"/>
                </a:solidFill>
              </a:defRPr>
            </a:lvl1pPr>
            <a:lvl2pPr>
              <a:buClrTx/>
              <a:defRPr>
                <a:solidFill>
                  <a:schemeClr val="tx2"/>
                </a:solidFill>
              </a:defRPr>
            </a:lvl2pPr>
            <a:lvl3pPr>
              <a:buClrTx/>
              <a:defRPr>
                <a:solidFill>
                  <a:schemeClr val="tx2"/>
                </a:solidFill>
              </a:defRPr>
            </a:lvl3pPr>
            <a:lvl4pPr>
              <a:buClrTx/>
              <a:defRPr>
                <a:solidFill>
                  <a:schemeClr val="tx2"/>
                </a:solidFill>
              </a:defRPr>
            </a:lvl4pPr>
            <a:lvl5pPr>
              <a:buClrTx/>
              <a:defRPr>
                <a:solidFill>
                  <a:schemeClr val="tx2"/>
                </a:solidFill>
              </a:defRPr>
            </a:lvl5pPr>
            <a:lvl6pPr>
              <a:buClrTx/>
              <a:defRPr/>
            </a:lvl6pPr>
            <a:lvl7pPr>
              <a:buClrTx/>
              <a:defRPr/>
            </a:lvl7pPr>
            <a:lvl8pPr>
              <a:buClrTx/>
              <a:defRPr/>
            </a:lvl8pPr>
            <a:lvl9pPr>
              <a:buClrTx/>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3103188182"/>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ext and Infographic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5139F72-CEC0-495F-8477-192D60A880E2}"/>
              </a:ext>
            </a:extLst>
          </p:cNvPr>
          <p:cNvSpPr/>
          <p:nvPr userDrawn="1"/>
        </p:nvSpPr>
        <p:spPr>
          <a:xfrm>
            <a:off x="6096000" y="0"/>
            <a:ext cx="6096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grpSp>
        <p:nvGrpSpPr>
          <p:cNvPr id="9" name="Group 8">
            <a:extLst>
              <a:ext uri="{FF2B5EF4-FFF2-40B4-BE49-F238E27FC236}">
                <a16:creationId xmlns:a16="http://schemas.microsoft.com/office/drawing/2014/main" id="{C4BCE3BF-19DE-4243-9ED2-5FA21553C1FA}"/>
              </a:ext>
            </a:extLst>
          </p:cNvPr>
          <p:cNvGrpSpPr>
            <a:grpSpLocks noChangeAspect="1"/>
          </p:cNvGrpSpPr>
          <p:nvPr userDrawn="1"/>
        </p:nvGrpSpPr>
        <p:grpSpPr>
          <a:xfrm>
            <a:off x="10355279" y="6373316"/>
            <a:ext cx="1279513" cy="157138"/>
            <a:chOff x="1011652" y="1504398"/>
            <a:chExt cx="10028238" cy="1231900"/>
          </a:xfrm>
          <a:solidFill>
            <a:schemeClr val="bg1"/>
          </a:solidFill>
        </p:grpSpPr>
        <p:sp>
          <p:nvSpPr>
            <p:cNvPr id="10" name="Freeform 4">
              <a:extLst>
                <a:ext uri="{FF2B5EF4-FFF2-40B4-BE49-F238E27FC236}">
                  <a16:creationId xmlns:a16="http://schemas.microsoft.com/office/drawing/2014/main" id="{4FAD22A7-02FD-47B7-B56B-F83C1B41E59F}"/>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5">
              <a:extLst>
                <a:ext uri="{FF2B5EF4-FFF2-40B4-BE49-F238E27FC236}">
                  <a16:creationId xmlns:a16="http://schemas.microsoft.com/office/drawing/2014/main" id="{E5501FD2-6558-4D19-84E8-1DAF689AB5F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2" name="Freeform 6">
              <a:extLst>
                <a:ext uri="{FF2B5EF4-FFF2-40B4-BE49-F238E27FC236}">
                  <a16:creationId xmlns:a16="http://schemas.microsoft.com/office/drawing/2014/main" id="{56C71C9D-3B12-4743-ABB3-3300A6D7C2AE}"/>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3" name="Freeform 7">
              <a:extLst>
                <a:ext uri="{FF2B5EF4-FFF2-40B4-BE49-F238E27FC236}">
                  <a16:creationId xmlns:a16="http://schemas.microsoft.com/office/drawing/2014/main" id="{7C9731B0-F7F6-409F-971D-705E83BF30BE}"/>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4" name="Freeform 8">
              <a:extLst>
                <a:ext uri="{FF2B5EF4-FFF2-40B4-BE49-F238E27FC236}">
                  <a16:creationId xmlns:a16="http://schemas.microsoft.com/office/drawing/2014/main" id="{D982D7F3-8E67-4A4F-91EE-C8AA3BB44D70}"/>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5" name="Freeform 10">
              <a:extLst>
                <a:ext uri="{FF2B5EF4-FFF2-40B4-BE49-F238E27FC236}">
                  <a16:creationId xmlns:a16="http://schemas.microsoft.com/office/drawing/2014/main" id="{37B8E154-46D5-4920-86B2-1F96A57FEDC1}"/>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text and infographic</a:t>
            </a:r>
          </a:p>
        </p:txBody>
      </p:sp>
      <p:sp>
        <p:nvSpPr>
          <p:cNvPr id="6" name="Content Placeholder 2"/>
          <p:cNvSpPr>
            <a:spLocks noGrp="1"/>
          </p:cNvSpPr>
          <p:nvPr>
            <p:ph idx="1" hasCustomPrompt="1"/>
          </p:nvPr>
        </p:nvSpPr>
        <p:spPr bwMode="gray">
          <a:xfrm>
            <a:off x="557929" y="1767532"/>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2896398357"/>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ext and Infographic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33589" y="530351"/>
            <a:ext cx="4884168" cy="713232"/>
          </a:xfrm>
        </p:spPr>
        <p:txBody>
          <a:bodyPr/>
          <a:lstStyle>
            <a:lvl1pPr>
              <a:defRPr>
                <a:solidFill>
                  <a:schemeClr val="tx2"/>
                </a:solidFill>
              </a:defRPr>
            </a:lvl1pPr>
          </a:lstStyle>
          <a:p>
            <a:r>
              <a:rPr lang="en-US"/>
              <a:t>Click to add title for text and infographic</a:t>
            </a:r>
          </a:p>
        </p:txBody>
      </p:sp>
      <p:sp>
        <p:nvSpPr>
          <p:cNvPr id="6" name="Content Placeholder 2"/>
          <p:cNvSpPr>
            <a:spLocks noGrp="1"/>
          </p:cNvSpPr>
          <p:nvPr>
            <p:ph idx="1" hasCustomPrompt="1"/>
          </p:nvPr>
        </p:nvSpPr>
        <p:spPr bwMode="gray">
          <a:xfrm>
            <a:off x="6740693" y="1765300"/>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7" name="Rectangle 6">
            <a:extLst>
              <a:ext uri="{FF2B5EF4-FFF2-40B4-BE49-F238E27FC236}">
                <a16:creationId xmlns:a16="http://schemas.microsoft.com/office/drawing/2014/main" id="{65139F72-CEC0-495F-8477-192D60A880E2}"/>
              </a:ext>
            </a:extLst>
          </p:cNvPr>
          <p:cNvSpPr/>
          <p:nvPr userDrawn="1"/>
        </p:nvSpPr>
        <p:spPr>
          <a:xfrm>
            <a:off x="-1" y="0"/>
            <a:ext cx="6096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10" name="Content Placeholder 8">
            <a:extLst>
              <a:ext uri="{FF2B5EF4-FFF2-40B4-BE49-F238E27FC236}">
                <a16:creationId xmlns:a16="http://schemas.microsoft.com/office/drawing/2014/main" id="{935A177A-64AC-49B1-9D97-25A4DB841CAD}"/>
              </a:ext>
            </a:extLst>
          </p:cNvPr>
          <p:cNvSpPr txBox="1">
            <a:spLocks/>
          </p:cNvSpPr>
          <p:nvPr userDrawn="1"/>
        </p:nvSpPr>
        <p:spPr>
          <a:xfrm>
            <a:off x="557930"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bg1"/>
                </a:solidFill>
                <a:latin typeface="+mn-lt"/>
                <a:ea typeface="Open Sans" panose="020B0606030504020204" pitchFamily="34" charset="0"/>
                <a:cs typeface="Arial" panose="020B0604020202020204" pitchFamily="34" charset="0"/>
              </a:rPr>
              <a:pPr algn="l"/>
              <a:t>‹#›</a:t>
            </a:fld>
            <a:endParaRPr lang="en-US" sz="1000" b="1">
              <a:solidFill>
                <a:schemeClr val="bg1"/>
              </a:solidFill>
              <a:latin typeface="+mn-lt"/>
              <a:ea typeface="Open Sans" panose="020B0606030504020204" pitchFamily="34" charset="0"/>
              <a:cs typeface="Arial" panose="020B0604020202020204" pitchFamily="34" charset="0"/>
            </a:endParaRPr>
          </a:p>
        </p:txBody>
      </p:sp>
      <p:sp>
        <p:nvSpPr>
          <p:cNvPr id="11" name="Content Placeholder 8">
            <a:extLst>
              <a:ext uri="{FF2B5EF4-FFF2-40B4-BE49-F238E27FC236}">
                <a16:creationId xmlns:a16="http://schemas.microsoft.com/office/drawing/2014/main" id="{F35D44D1-CF2C-4331-B380-083F7ABF73CB}"/>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bg1"/>
                </a:solidFill>
                <a:latin typeface="+mn-lt"/>
                <a:cs typeface="Arial" panose="020B0604020202020204" pitchFamily="34" charset="0"/>
              </a:rPr>
              <a:t>©2019 CVS Health and/or one of its affiliates. Confidential and proprietary.</a:t>
            </a:r>
          </a:p>
        </p:txBody>
      </p:sp>
    </p:spTree>
    <p:extLst>
      <p:ext uri="{BB962C8B-B14F-4D97-AF65-F5344CB8AC3E}">
        <p14:creationId xmlns:p14="http://schemas.microsoft.com/office/powerpoint/2010/main" val="2954827521"/>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Quote or high impact with image">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609600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sp>
        <p:nvSpPr>
          <p:cNvPr id="2" name="Title 1"/>
          <p:cNvSpPr>
            <a:spLocks noGrp="1"/>
          </p:cNvSpPr>
          <p:nvPr>
            <p:ph type="title" hasCustomPrompt="1"/>
          </p:nvPr>
        </p:nvSpPr>
        <p:spPr>
          <a:xfrm>
            <a:off x="557929" y="1764792"/>
            <a:ext cx="4435995" cy="1463040"/>
          </a:xfrm>
        </p:spPr>
        <p:txBody>
          <a:bodyPr rIns="0"/>
          <a:lstStyle>
            <a:lvl1pPr>
              <a:defRPr>
                <a:solidFill>
                  <a:schemeClr val="tx2"/>
                </a:solidFill>
              </a:defRPr>
            </a:lvl1pPr>
          </a:lstStyle>
          <a:p>
            <a:r>
              <a:rPr lang="en-US"/>
              <a:t>Click to add quote with image. Image should reflect the content of the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557929" y="3590383"/>
            <a:ext cx="4573191" cy="161925"/>
          </a:xfrm>
          <a:prstGeom prst="rect">
            <a:avLst/>
          </a:prstGeom>
          <a:noFill/>
        </p:spPr>
        <p:txBody>
          <a:bodyPr>
            <a:noAutofit/>
          </a:bodyPr>
          <a:lstStyle>
            <a:lvl1pPr>
              <a:defRPr sz="1400" cap="all" baseline="0">
                <a:solidFill>
                  <a:schemeClr val="tx2"/>
                </a:solidFill>
              </a:defRPr>
            </a:lvl1pPr>
          </a:lstStyle>
          <a:p>
            <a:pPr lvl="0"/>
            <a:r>
              <a:rPr lang="en-US"/>
              <a:t>click to add AUTHOR</a:t>
            </a:r>
          </a:p>
        </p:txBody>
      </p:sp>
    </p:spTree>
    <p:extLst>
      <p:ext uri="{BB962C8B-B14F-4D97-AF65-F5344CB8AC3E}">
        <p14:creationId xmlns:p14="http://schemas.microsoft.com/office/powerpoint/2010/main" val="3230657637"/>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Quote or high impac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12868" y="2180108"/>
            <a:ext cx="7170763" cy="1463040"/>
          </a:xfrm>
        </p:spPr>
        <p:txBody>
          <a:bodyPr rIns="0"/>
          <a:lstStyle>
            <a:lvl1pPr>
              <a:defRPr>
                <a:solidFill>
                  <a:schemeClr val="tx2"/>
                </a:solidFill>
              </a:defRPr>
            </a:lvl1pPr>
          </a:lstStyle>
          <a:p>
            <a:r>
              <a:rPr lang="en-US"/>
              <a:t>Click to add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2512867" y="4020922"/>
            <a:ext cx="4573191" cy="161925"/>
          </a:xfrm>
          <a:prstGeom prst="rect">
            <a:avLst/>
          </a:prstGeom>
          <a:noFill/>
        </p:spPr>
        <p:txBody>
          <a:bodyPr>
            <a:noAutofit/>
          </a:bodyPr>
          <a:lstStyle>
            <a:lvl1pPr>
              <a:defRPr sz="1400" cap="all" baseline="0">
                <a:solidFill>
                  <a:schemeClr val="tx2"/>
                </a:solidFill>
              </a:defRPr>
            </a:lvl1pPr>
          </a:lstStyle>
          <a:p>
            <a:pPr lvl="0"/>
            <a:r>
              <a:rPr lang="en-US"/>
              <a:t>click to add AUTHOR</a:t>
            </a:r>
          </a:p>
        </p:txBody>
      </p:sp>
    </p:spTree>
    <p:extLst>
      <p:ext uri="{BB962C8B-B14F-4D97-AF65-F5344CB8AC3E}">
        <p14:creationId xmlns:p14="http://schemas.microsoft.com/office/powerpoint/2010/main" val="191506268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Quote or high impact on re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5139F72-CEC0-495F-8477-192D60A880E2}"/>
              </a:ext>
            </a:extLst>
          </p:cNvPr>
          <p:cNvSpPr/>
          <p:nvPr userDrawn="1"/>
        </p:nvSpPr>
        <p:spPr>
          <a:xfrm>
            <a:off x="-1" y="0"/>
            <a:ext cx="12192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5" name="Content Placeholder 8">
            <a:extLst>
              <a:ext uri="{FF2B5EF4-FFF2-40B4-BE49-F238E27FC236}">
                <a16:creationId xmlns:a16="http://schemas.microsoft.com/office/drawing/2014/main" id="{935A177A-64AC-49B1-9D97-25A4DB841CAD}"/>
              </a:ext>
            </a:extLst>
          </p:cNvPr>
          <p:cNvSpPr txBox="1">
            <a:spLocks/>
          </p:cNvSpPr>
          <p:nvPr userDrawn="1"/>
        </p:nvSpPr>
        <p:spPr>
          <a:xfrm>
            <a:off x="557930"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bg1"/>
                </a:solidFill>
                <a:latin typeface="+mn-lt"/>
                <a:ea typeface="Open Sans" panose="020B0606030504020204" pitchFamily="34" charset="0"/>
                <a:cs typeface="Arial" panose="020B0604020202020204" pitchFamily="34" charset="0"/>
              </a:rPr>
              <a:pPr algn="l"/>
              <a:t>‹#›</a:t>
            </a:fld>
            <a:endParaRPr lang="en-US" sz="1000" b="1">
              <a:solidFill>
                <a:schemeClr val="bg1"/>
              </a:solidFill>
              <a:latin typeface="+mn-lt"/>
              <a:ea typeface="Open Sans" panose="020B0606030504020204" pitchFamily="34" charset="0"/>
              <a:cs typeface="Arial" panose="020B0604020202020204" pitchFamily="34" charset="0"/>
            </a:endParaRPr>
          </a:p>
        </p:txBody>
      </p:sp>
      <p:sp>
        <p:nvSpPr>
          <p:cNvPr id="6" name="Content Placeholder 8">
            <a:extLst>
              <a:ext uri="{FF2B5EF4-FFF2-40B4-BE49-F238E27FC236}">
                <a16:creationId xmlns:a16="http://schemas.microsoft.com/office/drawing/2014/main" id="{F35D44D1-CF2C-4331-B380-083F7ABF73CB}"/>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bg1"/>
                </a:solidFill>
                <a:latin typeface="+mn-lt"/>
                <a:cs typeface="Arial" panose="020B0604020202020204" pitchFamily="34" charset="0"/>
              </a:rPr>
              <a:t>©2019 CVS Health and/or one of its affiliates. Confidential and proprietary.</a:t>
            </a:r>
          </a:p>
        </p:txBody>
      </p:sp>
      <p:grpSp>
        <p:nvGrpSpPr>
          <p:cNvPr id="8" name="Group 7">
            <a:extLst>
              <a:ext uri="{FF2B5EF4-FFF2-40B4-BE49-F238E27FC236}">
                <a16:creationId xmlns:a16="http://schemas.microsoft.com/office/drawing/2014/main" id="{4FDE6AD5-F9DF-408C-8730-856FE7DF1ACB}"/>
              </a:ext>
            </a:extLst>
          </p:cNvPr>
          <p:cNvGrpSpPr>
            <a:grpSpLocks noChangeAspect="1"/>
          </p:cNvGrpSpPr>
          <p:nvPr userDrawn="1"/>
        </p:nvGrpSpPr>
        <p:grpSpPr>
          <a:xfrm>
            <a:off x="10355279" y="6373316"/>
            <a:ext cx="1279513" cy="157138"/>
            <a:chOff x="1011652" y="1504398"/>
            <a:chExt cx="10028238" cy="1231900"/>
          </a:xfrm>
          <a:solidFill>
            <a:schemeClr val="bg1"/>
          </a:solidFill>
        </p:grpSpPr>
        <p:sp>
          <p:nvSpPr>
            <p:cNvPr id="9"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0"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2"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3"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4"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 name="Title 1"/>
          <p:cNvSpPr>
            <a:spLocks noGrp="1"/>
          </p:cNvSpPr>
          <p:nvPr>
            <p:ph type="title" hasCustomPrompt="1"/>
          </p:nvPr>
        </p:nvSpPr>
        <p:spPr>
          <a:xfrm>
            <a:off x="2512868" y="2180108"/>
            <a:ext cx="7170763" cy="1463040"/>
          </a:xfrm>
        </p:spPr>
        <p:txBody>
          <a:bodyPr rIns="0"/>
          <a:lstStyle>
            <a:lvl1pPr>
              <a:defRPr>
                <a:solidFill>
                  <a:schemeClr val="bg1"/>
                </a:solidFill>
              </a:defRPr>
            </a:lvl1pPr>
          </a:lstStyle>
          <a:p>
            <a:r>
              <a:rPr lang="en-US"/>
              <a:t>Click to add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2512867" y="4020922"/>
            <a:ext cx="4573191" cy="161925"/>
          </a:xfrm>
          <a:prstGeom prst="rect">
            <a:avLst/>
          </a:prstGeom>
          <a:noFill/>
        </p:spPr>
        <p:txBody>
          <a:bodyPr>
            <a:noAutofit/>
          </a:bodyPr>
          <a:lstStyle>
            <a:lvl1pPr>
              <a:defRPr sz="1400" cap="all" baseline="0">
                <a:solidFill>
                  <a:schemeClr val="bg1"/>
                </a:solidFill>
              </a:defRPr>
            </a:lvl1pPr>
          </a:lstStyle>
          <a:p>
            <a:pPr lvl="0"/>
            <a:r>
              <a:rPr lang="en-US"/>
              <a:t>click to add AUTHOR</a:t>
            </a:r>
          </a:p>
        </p:txBody>
      </p:sp>
    </p:spTree>
    <p:extLst>
      <p:ext uri="{BB962C8B-B14F-4D97-AF65-F5344CB8AC3E}">
        <p14:creationId xmlns:p14="http://schemas.microsoft.com/office/powerpoint/2010/main" val="2535879734"/>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Next steps">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userDrawn="1"/>
        </p:nvSpPr>
        <p:spPr>
          <a:xfrm>
            <a:off x="533034" y="416158"/>
            <a:ext cx="4089993" cy="710619"/>
          </a:xfrm>
          <a:prstGeom prst="rect">
            <a:avLst/>
          </a:prstGeom>
          <a:noFill/>
        </p:spPr>
        <p:txBody>
          <a:bodyPr wrap="square" lIns="0" tIns="0" rIns="0" bIns="0" rtlCol="0">
            <a:noAutofit/>
          </a:bodyPr>
          <a:lstStyle/>
          <a:p>
            <a:pPr marL="0" marR="0" indent="0" algn="l" defTabSz="456758" rtl="0" eaLnBrk="1" fontAlgn="base" latinLnBrk="0" hangingPunct="1">
              <a:lnSpc>
                <a:spcPct val="100000"/>
              </a:lnSpc>
              <a:spcBef>
                <a:spcPts val="1200"/>
              </a:spcBef>
              <a:spcAft>
                <a:spcPts val="0"/>
              </a:spcAft>
              <a:buClrTx/>
              <a:buSzTx/>
              <a:buFontTx/>
              <a:buNone/>
              <a:tabLst/>
            </a:pPr>
            <a:r>
              <a:rPr lang="en-US" sz="4800" b="1">
                <a:solidFill>
                  <a:schemeClr val="accent6"/>
                </a:solidFill>
                <a:latin typeface="+mn-lt"/>
                <a:cs typeface="Arial" panose="020B0604020202020204" pitchFamily="34" charset="0"/>
              </a:rPr>
              <a:t>Next steps</a:t>
            </a:r>
          </a:p>
        </p:txBody>
      </p:sp>
      <p:sp>
        <p:nvSpPr>
          <p:cNvPr id="5" name="Content Placeholder 2"/>
          <p:cNvSpPr>
            <a:spLocks noGrp="1"/>
          </p:cNvSpPr>
          <p:nvPr>
            <p:ph sz="half" idx="1" hasCustomPrompt="1"/>
          </p:nvPr>
        </p:nvSpPr>
        <p:spPr bwMode="gray">
          <a:xfrm>
            <a:off x="1970635" y="2110424"/>
            <a:ext cx="2506109" cy="3630620"/>
          </a:xfrm>
        </p:spPr>
        <p:txBody>
          <a:bodyPr vert="horz" lIns="0" tIns="0" rIns="0" bIns="0" rtlCol="0">
            <a:noAutofit/>
          </a:bodyPr>
          <a:lstStyle>
            <a:lvl1pPr algn="ctr">
              <a:buClrTx/>
              <a:defRPr lang="en-US" sz="3200" b="1" cap="none" baseline="0" dirty="0" smtClean="0">
                <a:solidFill>
                  <a:schemeClr val="accent2"/>
                </a:solidFill>
              </a:defRPr>
            </a:lvl1pPr>
            <a:lvl2pPr marL="0" indent="0" algn="ctr">
              <a:spcBef>
                <a:spcPts val="4200"/>
              </a:spcBef>
              <a:buClrTx/>
              <a:buNone/>
              <a:defRPr lang="en-US" dirty="0" smtClean="0">
                <a:solidFill>
                  <a:schemeClr val="tx2"/>
                </a:solidFill>
              </a:defRPr>
            </a:lvl2pPr>
            <a:lvl3pPr marL="174625" indent="-174625" algn="l">
              <a:spcBef>
                <a:spcPts val="1200"/>
              </a:spcBef>
              <a:buClrTx/>
              <a:buFont typeface="Arial" panose="020B0604020202020204" pitchFamily="34" charset="0"/>
              <a:buChar char="•"/>
              <a:defRPr lang="en-US" sz="1400" baseline="0" dirty="0" smtClean="0">
                <a:solidFill>
                  <a:schemeClr val="tx2"/>
                </a:solidFill>
              </a:defRPr>
            </a:lvl3pPr>
            <a:lvl4pPr marL="347663" indent="-173038" algn="l">
              <a:buClrTx/>
              <a:buFont typeface="Arial" panose="020B0604020202020204" pitchFamily="34" charset="0"/>
              <a:buChar char="–"/>
              <a:defRPr lang="en-US" baseline="0" dirty="0" smtClean="0">
                <a:solidFill>
                  <a:schemeClr val="tx2"/>
                </a:solidFill>
              </a:defRPr>
            </a:lvl4pPr>
            <a:lvl5pPr marL="511175" indent="-163513" algn="l">
              <a:buClrTx/>
              <a:buFont typeface="Arial" panose="020B0604020202020204" pitchFamily="34" charset="0"/>
              <a:buChar char="•"/>
              <a:defRPr lang="en-US" dirty="0">
                <a:solidFill>
                  <a:schemeClr val="tx2"/>
                </a:solidFill>
              </a:defRPr>
            </a:lvl5pPr>
            <a:lvl6pPr marL="685800" indent="-174625" algn="l">
              <a:buClrTx/>
              <a:buFont typeface="Arial" panose="020B0604020202020204" pitchFamily="34" charset="0"/>
              <a:buChar char="–"/>
              <a:defRPr baseline="0">
                <a:solidFill>
                  <a:schemeClr val="tx2"/>
                </a:solidFill>
              </a:defRPr>
            </a:lvl6pPr>
            <a:lvl7pPr marL="860425" indent="-173038" algn="l">
              <a:buClrTx/>
              <a:buFont typeface="Arial" panose="020B0604020202020204" pitchFamily="34" charset="0"/>
              <a:buChar char="•"/>
              <a:defRPr/>
            </a:lvl7pPr>
            <a:lvl8pPr marL="1031875" indent="-171450" algn="l">
              <a:buClrTx/>
              <a:buFont typeface="Arial" panose="020B0604020202020204" pitchFamily="34" charset="0"/>
              <a:buChar char="–"/>
              <a:defRPr/>
            </a:lvl8pPr>
            <a:lvl9pPr marL="1203325" indent="-171450" algn="l">
              <a:buClrTx/>
              <a:buFont typeface="Arial" panose="020B0604020202020204" pitchFamily="34" charset="0"/>
              <a:buChar char="•"/>
              <a:defRPr/>
            </a:lvl9pPr>
          </a:lstStyle>
          <a:p>
            <a:pPr lvl="0"/>
            <a:r>
              <a:rPr lang="en-US"/>
              <a:t>1</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
        <p:nvSpPr>
          <p:cNvPr id="6" name="Content Placeholder 2"/>
          <p:cNvSpPr>
            <a:spLocks noGrp="1"/>
          </p:cNvSpPr>
          <p:nvPr>
            <p:ph sz="half" idx="10" hasCustomPrompt="1"/>
          </p:nvPr>
        </p:nvSpPr>
        <p:spPr bwMode="gray">
          <a:xfrm>
            <a:off x="4820143" y="2110424"/>
            <a:ext cx="2506109" cy="3630620"/>
          </a:xfrm>
        </p:spPr>
        <p:txBody>
          <a:bodyPr vert="horz" lIns="0" tIns="0" rIns="0" bIns="0" rtlCol="0">
            <a:noAutofit/>
          </a:bodyPr>
          <a:lstStyle>
            <a:lvl1pPr algn="ctr">
              <a:buClrTx/>
              <a:defRPr lang="en-US" sz="3200" b="1" cap="none" baseline="0" dirty="0" smtClean="0">
                <a:solidFill>
                  <a:schemeClr val="accent2"/>
                </a:solidFill>
              </a:defRPr>
            </a:lvl1pPr>
            <a:lvl2pPr marL="0" indent="0" algn="ctr">
              <a:spcBef>
                <a:spcPts val="4200"/>
              </a:spcBef>
              <a:buClrTx/>
              <a:buNone/>
              <a:defRPr lang="en-US" dirty="0" smtClean="0">
                <a:solidFill>
                  <a:schemeClr val="tx2"/>
                </a:solidFill>
              </a:defRPr>
            </a:lvl2pPr>
            <a:lvl3pPr marL="174625" indent="-174625" algn="l">
              <a:spcBef>
                <a:spcPts val="1200"/>
              </a:spcBef>
              <a:buClrTx/>
              <a:buFont typeface="Arial" panose="020B0604020202020204" pitchFamily="34" charset="0"/>
              <a:buChar char="•"/>
              <a:defRPr lang="en-US" sz="1400" baseline="0" dirty="0" smtClean="0">
                <a:solidFill>
                  <a:schemeClr val="tx2"/>
                </a:solidFill>
              </a:defRPr>
            </a:lvl3pPr>
            <a:lvl4pPr marL="347663" indent="-173038" algn="l">
              <a:buClrTx/>
              <a:buFont typeface="Arial" panose="020B0604020202020204" pitchFamily="34" charset="0"/>
              <a:buChar char="–"/>
              <a:defRPr lang="en-US" baseline="0" dirty="0" smtClean="0">
                <a:solidFill>
                  <a:schemeClr val="tx2"/>
                </a:solidFill>
              </a:defRPr>
            </a:lvl4pPr>
            <a:lvl5pPr marL="511175" indent="-163513" algn="l">
              <a:buClrTx/>
              <a:buFont typeface="Arial" panose="020B0604020202020204" pitchFamily="34" charset="0"/>
              <a:buChar char="•"/>
              <a:defRPr lang="en-US" dirty="0">
                <a:solidFill>
                  <a:schemeClr val="tx2"/>
                </a:solidFill>
              </a:defRPr>
            </a:lvl5pPr>
            <a:lvl6pPr marL="685800" indent="-174625" algn="l">
              <a:buClrTx/>
              <a:buFont typeface="Arial" panose="020B0604020202020204" pitchFamily="34" charset="0"/>
              <a:buChar char="–"/>
              <a:defRPr baseline="0">
                <a:solidFill>
                  <a:schemeClr val="tx2"/>
                </a:solidFill>
              </a:defRPr>
            </a:lvl6pPr>
            <a:lvl7pPr marL="860425" indent="-173038" algn="l">
              <a:buClrTx/>
              <a:buFont typeface="Arial" panose="020B0604020202020204" pitchFamily="34" charset="0"/>
              <a:buChar char="•"/>
              <a:defRPr/>
            </a:lvl7pPr>
            <a:lvl8pPr marL="1031875" indent="-171450" algn="l">
              <a:buClrTx/>
              <a:buFont typeface="Arial" panose="020B0604020202020204" pitchFamily="34" charset="0"/>
              <a:buChar char="–"/>
              <a:defRPr/>
            </a:lvl8pPr>
            <a:lvl9pPr marL="1203325" indent="-171450" algn="l">
              <a:buClrTx/>
              <a:buFont typeface="Arial" panose="020B0604020202020204" pitchFamily="34" charset="0"/>
              <a:buChar char="•"/>
              <a:defRPr/>
            </a:lvl9pPr>
          </a:lstStyle>
          <a:p>
            <a:pPr lvl="0"/>
            <a:r>
              <a:rPr lang="en-US"/>
              <a:t>2</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
        <p:nvSpPr>
          <p:cNvPr id="10" name="Content Placeholder 2"/>
          <p:cNvSpPr>
            <a:spLocks noGrp="1"/>
          </p:cNvSpPr>
          <p:nvPr>
            <p:ph sz="half" idx="11" hasCustomPrompt="1"/>
          </p:nvPr>
        </p:nvSpPr>
        <p:spPr bwMode="gray">
          <a:xfrm>
            <a:off x="7664668" y="2110424"/>
            <a:ext cx="2506109" cy="3630620"/>
          </a:xfrm>
        </p:spPr>
        <p:txBody>
          <a:bodyPr vert="horz" lIns="0" tIns="0" rIns="0" bIns="0" rtlCol="0">
            <a:noAutofit/>
          </a:bodyPr>
          <a:lstStyle>
            <a:lvl1pPr algn="ctr">
              <a:buClrTx/>
              <a:defRPr lang="en-US" sz="3200" b="1" cap="none" baseline="0" dirty="0" smtClean="0">
                <a:solidFill>
                  <a:schemeClr val="accent2"/>
                </a:solidFill>
              </a:defRPr>
            </a:lvl1pPr>
            <a:lvl2pPr marL="0" indent="0" algn="ctr">
              <a:spcBef>
                <a:spcPts val="4200"/>
              </a:spcBef>
              <a:buClrTx/>
              <a:buNone/>
              <a:defRPr lang="en-US" dirty="0" smtClean="0">
                <a:solidFill>
                  <a:schemeClr val="tx2"/>
                </a:solidFill>
              </a:defRPr>
            </a:lvl2pPr>
            <a:lvl3pPr marL="174625" indent="-174625" algn="l">
              <a:spcBef>
                <a:spcPts val="1200"/>
              </a:spcBef>
              <a:buClrTx/>
              <a:buFont typeface="Arial" panose="020B0604020202020204" pitchFamily="34" charset="0"/>
              <a:buChar char="•"/>
              <a:defRPr lang="en-US" sz="1400" baseline="0" dirty="0" smtClean="0">
                <a:solidFill>
                  <a:schemeClr val="tx2"/>
                </a:solidFill>
              </a:defRPr>
            </a:lvl3pPr>
            <a:lvl4pPr marL="347663" indent="-173038" algn="l">
              <a:buClrTx/>
              <a:buFont typeface="Arial" panose="020B0604020202020204" pitchFamily="34" charset="0"/>
              <a:buChar char="–"/>
              <a:defRPr lang="en-US" baseline="0" dirty="0" smtClean="0">
                <a:solidFill>
                  <a:schemeClr val="tx2"/>
                </a:solidFill>
              </a:defRPr>
            </a:lvl4pPr>
            <a:lvl5pPr marL="511175" indent="-163513" algn="l">
              <a:buClrTx/>
              <a:buFont typeface="Arial" panose="020B0604020202020204" pitchFamily="34" charset="0"/>
              <a:buChar char="•"/>
              <a:defRPr lang="en-US" dirty="0">
                <a:solidFill>
                  <a:schemeClr val="tx2"/>
                </a:solidFill>
              </a:defRPr>
            </a:lvl5pPr>
            <a:lvl6pPr marL="685800" indent="-174625" algn="l">
              <a:buClrTx/>
              <a:buFont typeface="Arial" panose="020B0604020202020204" pitchFamily="34" charset="0"/>
              <a:buChar char="–"/>
              <a:defRPr baseline="0">
                <a:solidFill>
                  <a:schemeClr val="tx2"/>
                </a:solidFill>
              </a:defRPr>
            </a:lvl6pPr>
            <a:lvl7pPr marL="860425" indent="-173038" algn="l">
              <a:buClrTx/>
              <a:buFont typeface="Arial" panose="020B0604020202020204" pitchFamily="34" charset="0"/>
              <a:buChar char="•"/>
              <a:defRPr/>
            </a:lvl7pPr>
            <a:lvl8pPr marL="1031875" indent="-171450" algn="l">
              <a:buClrTx/>
              <a:buFont typeface="Arial" panose="020B0604020202020204" pitchFamily="34" charset="0"/>
              <a:buChar char="–"/>
              <a:defRPr/>
            </a:lvl8pPr>
            <a:lvl9pPr marL="1203325" indent="-171450" algn="l">
              <a:buClrTx/>
              <a:buFont typeface="Arial" panose="020B0604020202020204" pitchFamily="34" charset="0"/>
              <a:buChar char="•"/>
              <a:defRPr/>
            </a:lvl9pPr>
          </a:lstStyle>
          <a:p>
            <a:pPr lvl="0"/>
            <a:r>
              <a:rPr lang="en-US"/>
              <a:t>3</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Tree>
    <p:extLst>
      <p:ext uri="{BB962C8B-B14F-4D97-AF65-F5344CB8AC3E}">
        <p14:creationId xmlns:p14="http://schemas.microsoft.com/office/powerpoint/2010/main" val="781381503"/>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userDrawn="1"/>
        </p:nvSpPr>
        <p:spPr>
          <a:xfrm>
            <a:off x="534939" y="416158"/>
            <a:ext cx="4089993" cy="710619"/>
          </a:xfrm>
          <a:prstGeom prst="rect">
            <a:avLst/>
          </a:prstGeom>
          <a:noFill/>
        </p:spPr>
        <p:txBody>
          <a:bodyPr wrap="square" lIns="0" tIns="0" rIns="0" bIns="0" rtlCol="0">
            <a:noAutofit/>
          </a:bodyPr>
          <a:lstStyle/>
          <a:p>
            <a:pPr marL="0" marR="0" indent="0" algn="l" defTabSz="456758" rtl="0" eaLnBrk="1" fontAlgn="base" latinLnBrk="0" hangingPunct="1">
              <a:lnSpc>
                <a:spcPct val="100000"/>
              </a:lnSpc>
              <a:spcBef>
                <a:spcPts val="1200"/>
              </a:spcBef>
              <a:spcAft>
                <a:spcPts val="0"/>
              </a:spcAft>
              <a:buClrTx/>
              <a:buSzTx/>
              <a:buFontTx/>
              <a:buNone/>
              <a:tabLst/>
            </a:pPr>
            <a:r>
              <a:rPr lang="en-US" sz="4800" b="1">
                <a:solidFill>
                  <a:schemeClr val="accent6"/>
                </a:solidFill>
                <a:latin typeface="+mn-lt"/>
                <a:cs typeface="Arial" panose="020B0604020202020204" pitchFamily="34" charset="0"/>
              </a:rPr>
              <a:t>In closing</a:t>
            </a:r>
          </a:p>
        </p:txBody>
      </p:sp>
      <p:sp>
        <p:nvSpPr>
          <p:cNvPr id="4" name="Content Placeholder 2"/>
          <p:cNvSpPr>
            <a:spLocks noGrp="1"/>
          </p:cNvSpPr>
          <p:nvPr>
            <p:ph idx="1" hasCustomPrompt="1"/>
          </p:nvPr>
        </p:nvSpPr>
        <p:spPr bwMode="gray">
          <a:xfrm>
            <a:off x="557929" y="1767532"/>
            <a:ext cx="8588453" cy="3977640"/>
          </a:xfrm>
        </p:spPr>
        <p:txBody>
          <a:bodyPr/>
          <a:lstStyle>
            <a:lvl1pPr>
              <a:buClrTx/>
              <a:defRPr sz="1800" b="1" cap="none" baseline="0">
                <a:solidFill>
                  <a:schemeClr val="tx2"/>
                </a:solidFill>
              </a:defRPr>
            </a:lvl1pPr>
            <a:lvl2pPr marL="0" indent="0">
              <a:buClrTx/>
              <a:buFontTx/>
              <a:buNone/>
              <a:defRPr baseline="0">
                <a:solidFill>
                  <a:schemeClr val="tx2"/>
                </a:solidFill>
              </a:defRPr>
            </a:lvl2pPr>
            <a:lvl3pPr marL="173038" indent="-173038">
              <a:buClrTx/>
              <a:buFont typeface="Arial" panose="020B0604020202020204" pitchFamily="34" charset="0"/>
              <a:buChar char="•"/>
              <a:defRPr baseline="0">
                <a:solidFill>
                  <a:schemeClr val="tx2"/>
                </a:solidFill>
              </a:defRPr>
            </a:lvl3pPr>
            <a:lvl4pPr marL="347663" indent="-174625">
              <a:buClrTx/>
              <a:buFont typeface="Arial" panose="020B0604020202020204" pitchFamily="34" charset="0"/>
              <a:buChar char="–"/>
              <a:defRPr>
                <a:solidFill>
                  <a:schemeClr val="tx2"/>
                </a:solidFill>
              </a:defRPr>
            </a:lvl4pPr>
            <a:lvl5pPr marL="509588" indent="-161925">
              <a:buClrTx/>
              <a:buFont typeface="Arial" panose="020B0604020202020204" pitchFamily="34" charset="0"/>
              <a:buChar char="•"/>
              <a:defRPr baseline="0">
                <a:solidFill>
                  <a:schemeClr val="tx2"/>
                </a:solidFill>
              </a:defRPr>
            </a:lvl5pPr>
            <a:lvl6pPr marL="682625" indent="-173038">
              <a:buClrTx/>
              <a:buFont typeface="Arial" panose="020B0604020202020204" pitchFamily="34" charset="0"/>
              <a:buChar char="–"/>
              <a:defRPr/>
            </a:lvl6pPr>
            <a:lvl7pPr marL="857250" indent="-174625">
              <a:buClrTx/>
              <a:buFont typeface="Arial" panose="020B0604020202020204" pitchFamily="34" charset="0"/>
              <a:buChar char="•"/>
              <a:defRPr/>
            </a:lvl7pPr>
            <a:lvl8pPr marL="1030288" indent="-173038">
              <a:buClrTx/>
              <a:buFont typeface="Arial" panose="020B0604020202020204" pitchFamily="34" charset="0"/>
              <a:buChar char="–"/>
              <a:defRPr/>
            </a:lvl8pPr>
            <a:lvl9pPr marL="1203325" indent="-173038">
              <a:buClrTx/>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229972653"/>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a:t>Click to add title</a:t>
            </a:r>
          </a:p>
        </p:txBody>
      </p:sp>
    </p:spTree>
    <p:extLst>
      <p:ext uri="{BB962C8B-B14F-4D97-AF65-F5344CB8AC3E}">
        <p14:creationId xmlns:p14="http://schemas.microsoft.com/office/powerpoint/2010/main" val="891386821"/>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2600">
                <a:solidFill>
                  <a:schemeClr val="tx2"/>
                </a:solidFill>
              </a:defRPr>
            </a:lvl1pPr>
          </a:lstStyle>
          <a:p>
            <a:r>
              <a:rPr lang="en-US"/>
              <a:t>Click to add title</a:t>
            </a:r>
          </a:p>
        </p:txBody>
      </p:sp>
      <p:sp>
        <p:nvSpPr>
          <p:cNvPr id="3" name="Text Placeholder 8">
            <a:extLst>
              <a:ext uri="{FF2B5EF4-FFF2-40B4-BE49-F238E27FC236}">
                <a16:creationId xmlns:a16="http://schemas.microsoft.com/office/drawing/2014/main" id="{B8021B34-0B0D-44E7-A626-32E071681433}"/>
              </a:ext>
            </a:extLst>
          </p:cNvPr>
          <p:cNvSpPr>
            <a:spLocks noGrp="1"/>
          </p:cNvSpPr>
          <p:nvPr>
            <p:ph type="body" sz="quarter" idx="13" hasCustomPrompt="1"/>
          </p:nvPr>
        </p:nvSpPr>
        <p:spPr>
          <a:xfrm>
            <a:off x="557930" y="960555"/>
            <a:ext cx="11188701" cy="757255"/>
          </a:xfrm>
          <a:prstGeom prst="rect">
            <a:avLst/>
          </a:prstGeom>
        </p:spPr>
        <p:txBody>
          <a:bodyPr lIns="0" tIns="0" rIns="0" bIns="0">
            <a:noAutofit/>
          </a:bodyPr>
          <a:lstStyle>
            <a:lvl1pPr marL="0" indent="0">
              <a:buNone/>
              <a:defRPr sz="1800" b="0">
                <a:solidFill>
                  <a:schemeClr val="tx2"/>
                </a:solidFill>
              </a:defRPr>
            </a:lvl1pPr>
          </a:lstStyle>
          <a:p>
            <a:pPr lvl="0"/>
            <a:r>
              <a:rPr lang="en-US" noProof="0"/>
              <a:t>Click to add subtitle</a:t>
            </a:r>
          </a:p>
        </p:txBody>
      </p:sp>
    </p:spTree>
    <p:extLst>
      <p:ext uri="{BB962C8B-B14F-4D97-AF65-F5344CB8AC3E}">
        <p14:creationId xmlns:p14="http://schemas.microsoft.com/office/powerpoint/2010/main" val="3950717899"/>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itleOnly" preserve="1">
  <p:cSld name="Title Only re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5139F72-CEC0-495F-8477-192D60A880E2}"/>
              </a:ext>
            </a:extLst>
          </p:cNvPr>
          <p:cNvSpPr/>
          <p:nvPr userDrawn="1"/>
        </p:nvSpPr>
        <p:spPr>
          <a:xfrm>
            <a:off x="-1" y="0"/>
            <a:ext cx="12192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3" name="Content Placeholder 8">
            <a:extLst>
              <a:ext uri="{FF2B5EF4-FFF2-40B4-BE49-F238E27FC236}">
                <a16:creationId xmlns:a16="http://schemas.microsoft.com/office/drawing/2014/main" id="{935A177A-64AC-49B1-9D97-25A4DB841CAD}"/>
              </a:ext>
            </a:extLst>
          </p:cNvPr>
          <p:cNvSpPr txBox="1">
            <a:spLocks/>
          </p:cNvSpPr>
          <p:nvPr userDrawn="1"/>
        </p:nvSpPr>
        <p:spPr>
          <a:xfrm>
            <a:off x="557930"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bg1"/>
                </a:solidFill>
                <a:latin typeface="+mn-lt"/>
                <a:ea typeface="Open Sans" panose="020B0606030504020204" pitchFamily="34" charset="0"/>
                <a:cs typeface="Arial" panose="020B0604020202020204" pitchFamily="34" charset="0"/>
              </a:rPr>
              <a:pPr algn="l"/>
              <a:t>‹#›</a:t>
            </a:fld>
            <a:endParaRPr lang="en-US" sz="1000" b="1">
              <a:solidFill>
                <a:schemeClr val="bg1"/>
              </a:solidFill>
              <a:latin typeface="+mn-lt"/>
              <a:ea typeface="Open Sans" panose="020B0606030504020204" pitchFamily="34" charset="0"/>
              <a:cs typeface="Arial" panose="020B0604020202020204" pitchFamily="34" charset="0"/>
            </a:endParaRPr>
          </a:p>
        </p:txBody>
      </p:sp>
      <p:sp>
        <p:nvSpPr>
          <p:cNvPr id="4" name="Content Placeholder 8">
            <a:extLst>
              <a:ext uri="{FF2B5EF4-FFF2-40B4-BE49-F238E27FC236}">
                <a16:creationId xmlns:a16="http://schemas.microsoft.com/office/drawing/2014/main" id="{F35D44D1-CF2C-4331-B380-083F7ABF73CB}"/>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bg1"/>
                </a:solidFill>
                <a:latin typeface="+mn-lt"/>
                <a:cs typeface="Arial" panose="020B0604020202020204" pitchFamily="34" charset="0"/>
              </a:rPr>
              <a:t>©2019 CVS Health and/or one of its affiliates. Confidential and proprietary.</a:t>
            </a:r>
          </a:p>
        </p:txBody>
      </p:sp>
      <p:grpSp>
        <p:nvGrpSpPr>
          <p:cNvPr id="5" name="Group 4">
            <a:extLst>
              <a:ext uri="{FF2B5EF4-FFF2-40B4-BE49-F238E27FC236}">
                <a16:creationId xmlns:a16="http://schemas.microsoft.com/office/drawing/2014/main" id="{4FDE6AD5-F9DF-408C-8730-856FE7DF1ACB}"/>
              </a:ext>
            </a:extLst>
          </p:cNvPr>
          <p:cNvGrpSpPr>
            <a:grpSpLocks noChangeAspect="1"/>
          </p:cNvGrpSpPr>
          <p:nvPr userDrawn="1"/>
        </p:nvGrpSpPr>
        <p:grpSpPr>
          <a:xfrm>
            <a:off x="10355279" y="6373316"/>
            <a:ext cx="1279513" cy="157138"/>
            <a:chOff x="1011652" y="1504398"/>
            <a:chExt cx="10028238" cy="1231900"/>
          </a:xfrm>
          <a:solidFill>
            <a:schemeClr val="bg1"/>
          </a:solidFill>
        </p:grpSpPr>
        <p:sp>
          <p:nvSpPr>
            <p:cNvPr id="6"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7"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8"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9"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0"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 name="Title 1"/>
          <p:cNvSpPr>
            <a:spLocks noGrp="1"/>
          </p:cNvSpPr>
          <p:nvPr>
            <p:ph type="title" hasCustomPrompt="1"/>
          </p:nvPr>
        </p:nvSpPr>
        <p:spPr/>
        <p:txBody>
          <a:bodyPr/>
          <a:lstStyle>
            <a:lvl1pPr>
              <a:defRPr>
                <a:solidFill>
                  <a:schemeClr val="bg1"/>
                </a:solidFill>
              </a:defRPr>
            </a:lvl1pPr>
          </a:lstStyle>
          <a:p>
            <a:r>
              <a:rPr lang="en-US"/>
              <a:t>Click to add title</a:t>
            </a:r>
          </a:p>
        </p:txBody>
      </p:sp>
    </p:spTree>
    <p:extLst>
      <p:ext uri="{BB962C8B-B14F-4D97-AF65-F5344CB8AC3E}">
        <p14:creationId xmlns:p14="http://schemas.microsoft.com/office/powerpoint/2010/main" val="658308615"/>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9949403"/>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extBox 1"/>
          <p:cNvSpPr txBox="1"/>
          <p:nvPr userDrawn="1"/>
        </p:nvSpPr>
        <p:spPr>
          <a:xfrm>
            <a:off x="3813933" y="2941079"/>
            <a:ext cx="4564136" cy="830997"/>
          </a:xfrm>
          <a:prstGeom prst="rect">
            <a:avLst/>
          </a:prstGeom>
          <a:noFill/>
        </p:spPr>
        <p:txBody>
          <a:bodyPr wrap="square" lIns="0" tIns="0" rIns="0" bIns="0" rtlCol="0" anchor="ctr">
            <a:spAutoFit/>
          </a:bodyPr>
          <a:lstStyle/>
          <a:p>
            <a:pPr algn="ctr"/>
            <a:r>
              <a:rPr lang="en-US" sz="5400" b="1">
                <a:solidFill>
                  <a:schemeClr val="accent2"/>
                </a:solidFill>
              </a:rPr>
              <a:t>Thank you</a:t>
            </a:r>
          </a:p>
        </p:txBody>
      </p:sp>
    </p:spTree>
    <p:extLst>
      <p:ext uri="{BB962C8B-B14F-4D97-AF65-F5344CB8AC3E}">
        <p14:creationId xmlns:p14="http://schemas.microsoft.com/office/powerpoint/2010/main" val="867312610"/>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Closing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AD57F1C3-026C-4E29-99D9-D207AB9AE851}"/>
              </a:ext>
            </a:extLst>
          </p:cNvPr>
          <p:cNvSpPr>
            <a:spLocks noGrp="1"/>
          </p:cNvSpPr>
          <p:nvPr>
            <p:ph type="pic" sz="quarter" idx="16" hasCustomPrompt="1"/>
          </p:nvPr>
        </p:nvSpPr>
        <p:spPr>
          <a:xfrm>
            <a:off x="1" y="0"/>
            <a:ext cx="12192000" cy="6858000"/>
          </a:xfrm>
          <a:prstGeom prst="rect">
            <a:avLst/>
          </a:prstGeom>
          <a:solidFill>
            <a:schemeClr val="bg1">
              <a:lumMod val="85000"/>
            </a:schemeClr>
          </a:solidFill>
        </p:spPr>
        <p:txBody>
          <a:bodyPr anchor="ctr"/>
          <a:lstStyle>
            <a:lvl1pPr marL="0" marR="0" indent="0" algn="ctr" defTabSz="457200" rtl="0" eaLnBrk="1" fontAlgn="auto" latinLnBrk="0" hangingPunct="1">
              <a:lnSpc>
                <a:spcPct val="100000"/>
              </a:lnSpc>
              <a:spcBef>
                <a:spcPts val="0"/>
              </a:spcBef>
              <a:spcAft>
                <a:spcPts val="0"/>
              </a:spcAft>
              <a:buClrTx/>
              <a:buSzTx/>
              <a:buFont typeface="Arial"/>
              <a:buNone/>
              <a:tabLst/>
              <a:defRPr>
                <a:solidFill>
                  <a:schemeClr val="accent6"/>
                </a:solidFill>
                <a:latin typeface="+mn-lt"/>
              </a:defRPr>
            </a:lvl1pPr>
          </a:lstStyle>
          <a:p>
            <a:r>
              <a:rPr lang="en-US"/>
              <a:t>BE SURE IMAGE IS </a:t>
            </a:r>
            <a:br>
              <a:rPr lang="en-US"/>
            </a:br>
            <a:r>
              <a:rPr lang="en-US"/>
              <a:t>DARK ENOUGH SO TYPE AND </a:t>
            </a:r>
            <a:br>
              <a:rPr lang="en-US"/>
            </a:br>
            <a:r>
              <a:rPr lang="en-US"/>
              <a:t>LOGO ARE READABLE</a:t>
            </a:r>
          </a:p>
          <a:p>
            <a:br>
              <a:rPr lang="en-US"/>
            </a:br>
            <a:r>
              <a:rPr lang="en-US"/>
              <a:t>Be sure to send image to </a:t>
            </a:r>
            <a:br>
              <a:rPr lang="en-US"/>
            </a:br>
            <a:r>
              <a:rPr lang="en-US"/>
              <a:t>back so logo sits on top of image</a:t>
            </a:r>
            <a:br>
              <a:rPr lang="en-US"/>
            </a:br>
            <a:br>
              <a:rPr lang="en-US"/>
            </a:br>
            <a:br>
              <a:rPr lang="en-US"/>
            </a:br>
            <a:br>
              <a:rPr lang="en-US"/>
            </a:br>
            <a:br>
              <a:rPr lang="en-US"/>
            </a:br>
            <a:br>
              <a:rPr lang="en-US"/>
            </a:br>
            <a:br>
              <a:rPr lang="en-US"/>
            </a:br>
            <a:br>
              <a:rPr lang="en-US"/>
            </a:br>
            <a:br>
              <a:rPr lang="en-US"/>
            </a:br>
            <a:endParaRPr lang="en-US"/>
          </a:p>
        </p:txBody>
      </p:sp>
      <p:sp>
        <p:nvSpPr>
          <p:cNvPr id="4" name="Text Placeholder 8"/>
          <p:cNvSpPr>
            <a:spLocks noGrp="1"/>
          </p:cNvSpPr>
          <p:nvPr>
            <p:ph type="body" sz="quarter" idx="18" hasCustomPrompt="1"/>
          </p:nvPr>
        </p:nvSpPr>
        <p:spPr>
          <a:xfrm>
            <a:off x="845172" y="1196075"/>
            <a:ext cx="3069479" cy="1444752"/>
          </a:xfrm>
        </p:spPr>
        <p:txBody>
          <a:bodyPr/>
          <a:lstStyle>
            <a:lvl1pPr algn="l">
              <a:lnSpc>
                <a:spcPct val="80000"/>
              </a:lnSpc>
              <a:spcBef>
                <a:spcPts val="0"/>
              </a:spcBef>
              <a:defRPr sz="5400" b="1">
                <a:solidFill>
                  <a:schemeClr val="bg1"/>
                </a:solidFill>
              </a:defRPr>
            </a:lvl1pPr>
          </a:lstStyle>
          <a:p>
            <a:pPr lvl="0"/>
            <a:r>
              <a:rPr lang="en-US"/>
              <a:t>Closing slide</a:t>
            </a:r>
          </a:p>
        </p:txBody>
      </p:sp>
    </p:spTree>
    <p:extLst>
      <p:ext uri="{BB962C8B-B14F-4D97-AF65-F5344CB8AC3E}">
        <p14:creationId xmlns:p14="http://schemas.microsoft.com/office/powerpoint/2010/main" val="225918015"/>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CVS logo on white">
    <p:spTree>
      <p:nvGrpSpPr>
        <p:cNvPr id="1" name=""/>
        <p:cNvGrpSpPr/>
        <p:nvPr/>
      </p:nvGrpSpPr>
      <p:grpSpPr>
        <a:xfrm>
          <a:off x="0" y="0"/>
          <a:ext cx="0" cy="0"/>
          <a:chOff x="0" y="0"/>
          <a:chExt cx="0" cy="0"/>
        </a:xfrm>
      </p:grpSpPr>
      <p:grpSp>
        <p:nvGrpSpPr>
          <p:cNvPr id="2" name="Group 1"/>
          <p:cNvGrpSpPr>
            <a:grpSpLocks noChangeAspect="1"/>
          </p:cNvGrpSpPr>
          <p:nvPr userDrawn="1"/>
        </p:nvGrpSpPr>
        <p:grpSpPr>
          <a:xfrm>
            <a:off x="3490044" y="253570"/>
            <a:ext cx="5211911" cy="640080"/>
            <a:chOff x="2825581" y="3027447"/>
            <a:chExt cx="6537663" cy="803106"/>
          </a:xfrm>
        </p:grpSpPr>
        <p:sp>
          <p:nvSpPr>
            <p:cNvPr id="5" name="Freeform 2">
              <a:extLst>
                <a:ext uri="{FF2B5EF4-FFF2-40B4-BE49-F238E27FC236}">
                  <a16:creationId xmlns:a16="http://schemas.microsoft.com/office/drawing/2014/main" id="{B2BDFE3B-4557-45B7-B3FF-10C47DDF32FE}"/>
                </a:ext>
              </a:extLst>
            </p:cNvPr>
            <p:cNvSpPr>
              <a:spLocks noEditPoints="1"/>
            </p:cNvSpPr>
            <p:nvPr/>
          </p:nvSpPr>
          <p:spPr bwMode="auto">
            <a:xfrm>
              <a:off x="6023520" y="3050215"/>
              <a:ext cx="3134808" cy="775163"/>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solidFill>
                <a:effectLst/>
                <a:uLnTx/>
                <a:uFillTx/>
                <a:latin typeface="+mn-lt"/>
              </a:endParaRPr>
            </a:p>
          </p:txBody>
        </p:sp>
        <p:sp>
          <p:nvSpPr>
            <p:cNvPr id="6" name="Freeform 3">
              <a:extLst>
                <a:ext uri="{FF2B5EF4-FFF2-40B4-BE49-F238E27FC236}">
                  <a16:creationId xmlns:a16="http://schemas.microsoft.com/office/drawing/2014/main" id="{4DFEB978-9998-4C51-B950-8201DC4896BF}"/>
                </a:ext>
              </a:extLst>
            </p:cNvPr>
            <p:cNvSpPr>
              <a:spLocks/>
            </p:cNvSpPr>
            <p:nvPr/>
          </p:nvSpPr>
          <p:spPr bwMode="auto">
            <a:xfrm>
              <a:off x="5280439" y="3027447"/>
              <a:ext cx="671671" cy="803106"/>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4">
              <a:extLst>
                <a:ext uri="{FF2B5EF4-FFF2-40B4-BE49-F238E27FC236}">
                  <a16:creationId xmlns:a16="http://schemas.microsoft.com/office/drawing/2014/main" id="{5AA45A1A-56E8-4687-A1C0-2DE872F66AAA}"/>
                </a:ext>
              </a:extLst>
            </p:cNvPr>
            <p:cNvSpPr>
              <a:spLocks/>
            </p:cNvSpPr>
            <p:nvPr/>
          </p:nvSpPr>
          <p:spPr bwMode="auto">
            <a:xfrm>
              <a:off x="3879141" y="3027447"/>
              <a:ext cx="748256" cy="803106"/>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5">
              <a:extLst>
                <a:ext uri="{FF2B5EF4-FFF2-40B4-BE49-F238E27FC236}">
                  <a16:creationId xmlns:a16="http://schemas.microsoft.com/office/drawing/2014/main" id="{8F5885F4-B442-4DC7-A6C5-9C77C9A18B16}"/>
                </a:ext>
              </a:extLst>
            </p:cNvPr>
            <p:cNvSpPr>
              <a:spLocks/>
            </p:cNvSpPr>
            <p:nvPr/>
          </p:nvSpPr>
          <p:spPr bwMode="auto">
            <a:xfrm>
              <a:off x="4575651" y="3050215"/>
              <a:ext cx="746186" cy="758604"/>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6">
              <a:extLst>
                <a:ext uri="{FF2B5EF4-FFF2-40B4-BE49-F238E27FC236}">
                  <a16:creationId xmlns:a16="http://schemas.microsoft.com/office/drawing/2014/main" id="{430A74DF-73A3-4CDD-A36E-988C8B0C9875}"/>
                </a:ext>
              </a:extLst>
            </p:cNvPr>
            <p:cNvSpPr>
              <a:spLocks/>
            </p:cNvSpPr>
            <p:nvPr/>
          </p:nvSpPr>
          <p:spPr bwMode="auto">
            <a:xfrm>
              <a:off x="2825581" y="3027447"/>
              <a:ext cx="978011" cy="803106"/>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0" name="Freeform 7">
              <a:extLst>
                <a:ext uri="{FF2B5EF4-FFF2-40B4-BE49-F238E27FC236}">
                  <a16:creationId xmlns:a16="http://schemas.microsoft.com/office/drawing/2014/main" id="{326DD814-0149-498C-A954-885C837F6B8B}"/>
                </a:ext>
              </a:extLst>
            </p:cNvPr>
            <p:cNvSpPr>
              <a:spLocks noEditPoints="1"/>
            </p:cNvSpPr>
            <p:nvPr/>
          </p:nvSpPr>
          <p:spPr bwMode="auto">
            <a:xfrm>
              <a:off x="9211109" y="3657720"/>
              <a:ext cx="152135" cy="156275"/>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solidFill>
                <a:effectLst/>
                <a:uLnTx/>
                <a:uFillTx/>
                <a:latin typeface="+mn-lt"/>
              </a:endParaRPr>
            </a:p>
          </p:txBody>
        </p:sp>
      </p:grpSp>
    </p:spTree>
    <p:extLst>
      <p:ext uri="{BB962C8B-B14F-4D97-AF65-F5344CB8AC3E}">
        <p14:creationId xmlns:p14="http://schemas.microsoft.com/office/powerpoint/2010/main" val="1844929243"/>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CVS logo on re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268719-E45D-4DB9-A5CE-3920E9240B44}"/>
              </a:ext>
            </a:extLst>
          </p:cNvPr>
          <p:cNvSpPr/>
          <p:nvPr userDrawn="1"/>
        </p:nvSpPr>
        <p:spPr>
          <a:xfrm>
            <a:off x="1" y="0"/>
            <a:ext cx="12192000" cy="6858000"/>
          </a:xfrm>
          <a:prstGeom prst="rect">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grpSp>
        <p:nvGrpSpPr>
          <p:cNvPr id="4" name="Group 3">
            <a:extLst>
              <a:ext uri="{FF2B5EF4-FFF2-40B4-BE49-F238E27FC236}">
                <a16:creationId xmlns:a16="http://schemas.microsoft.com/office/drawing/2014/main" id="{40949C91-C34A-48C0-97AF-F55ED1D82DFF}"/>
              </a:ext>
            </a:extLst>
          </p:cNvPr>
          <p:cNvGrpSpPr>
            <a:grpSpLocks noChangeAspect="1"/>
          </p:cNvGrpSpPr>
          <p:nvPr userDrawn="1"/>
        </p:nvGrpSpPr>
        <p:grpSpPr>
          <a:xfrm>
            <a:off x="2826318" y="3027447"/>
            <a:ext cx="6539366" cy="803106"/>
            <a:chOff x="1011652" y="1504398"/>
            <a:chExt cx="10028238" cy="1231900"/>
          </a:xfrm>
          <a:solidFill>
            <a:schemeClr val="bg1"/>
          </a:solidFill>
        </p:grpSpPr>
        <p:sp>
          <p:nvSpPr>
            <p:cNvPr id="5" name="Freeform 2">
              <a:extLst>
                <a:ext uri="{FF2B5EF4-FFF2-40B4-BE49-F238E27FC236}">
                  <a16:creationId xmlns:a16="http://schemas.microsoft.com/office/drawing/2014/main" id="{B2BDFE3B-4557-45B7-B3FF-10C47DDF32FE}"/>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3">
              <a:extLst>
                <a:ext uri="{FF2B5EF4-FFF2-40B4-BE49-F238E27FC236}">
                  <a16:creationId xmlns:a16="http://schemas.microsoft.com/office/drawing/2014/main" id="{4DFEB978-9998-4C51-B950-8201DC4896BF}"/>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4">
              <a:extLst>
                <a:ext uri="{FF2B5EF4-FFF2-40B4-BE49-F238E27FC236}">
                  <a16:creationId xmlns:a16="http://schemas.microsoft.com/office/drawing/2014/main" id="{5AA45A1A-56E8-4687-A1C0-2DE872F66AAA}"/>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5">
              <a:extLst>
                <a:ext uri="{FF2B5EF4-FFF2-40B4-BE49-F238E27FC236}">
                  <a16:creationId xmlns:a16="http://schemas.microsoft.com/office/drawing/2014/main" id="{8F5885F4-B442-4DC7-A6C5-9C77C9A18B16}"/>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6">
              <a:extLst>
                <a:ext uri="{FF2B5EF4-FFF2-40B4-BE49-F238E27FC236}">
                  <a16:creationId xmlns:a16="http://schemas.microsoft.com/office/drawing/2014/main" id="{430A74DF-73A3-4CDD-A36E-988C8B0C9875}"/>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0" name="Freeform 7">
              <a:extLst>
                <a:ext uri="{FF2B5EF4-FFF2-40B4-BE49-F238E27FC236}">
                  <a16:creationId xmlns:a16="http://schemas.microsoft.com/office/drawing/2014/main" id="{326DD814-0149-498C-A954-885C837F6B8B}"/>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134749727"/>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Title, subtitle, Breadcrumbs">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1" y="736690"/>
            <a:ext cx="11252200" cy="757255"/>
          </a:xfrm>
          <a:prstGeom prst="rect">
            <a:avLst/>
          </a:prstGeom>
        </p:spPr>
        <p:txBody>
          <a:bodyPr lIns="0" tIns="0" rIns="0" bIns="0">
            <a:noAutofit/>
          </a:bodyPr>
          <a:lstStyle>
            <a:lvl1pPr marL="0" indent="0">
              <a:buNone/>
              <a:defRPr sz="1799"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1"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
        <p:nvSpPr>
          <p:cNvPr id="6" name="Text Placeholder 5">
            <a:extLst>
              <a:ext uri="{FF2B5EF4-FFF2-40B4-BE49-F238E27FC236}">
                <a16:creationId xmlns:a16="http://schemas.microsoft.com/office/drawing/2014/main" id="{43669498-C6A1-44F1-9D19-E5BD0D403EA8}"/>
              </a:ext>
            </a:extLst>
          </p:cNvPr>
          <p:cNvSpPr>
            <a:spLocks noGrp="1"/>
          </p:cNvSpPr>
          <p:nvPr>
            <p:ph type="body" sz="quarter" idx="15" hasCustomPrompt="1"/>
          </p:nvPr>
        </p:nvSpPr>
        <p:spPr>
          <a:xfrm>
            <a:off x="469900" y="180915"/>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531" lvl="0" indent="-228531"/>
            <a:r>
              <a:rPr lang="en-US"/>
              <a:t>BREADCRUMBS</a:t>
            </a:r>
          </a:p>
        </p:txBody>
      </p:sp>
    </p:spTree>
    <p:extLst>
      <p:ext uri="{BB962C8B-B14F-4D97-AF65-F5344CB8AC3E}">
        <p14:creationId xmlns:p14="http://schemas.microsoft.com/office/powerpoint/2010/main" val="3479281695"/>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1" y="736690"/>
            <a:ext cx="11252200" cy="757255"/>
          </a:xfrm>
          <a:prstGeom prst="rect">
            <a:avLst/>
          </a:prstGeom>
        </p:spPr>
        <p:txBody>
          <a:bodyPr lIns="0" tIns="0" rIns="0" bIns="0">
            <a:noAutofit/>
          </a:bodyPr>
          <a:lstStyle>
            <a:lvl1pPr marL="0" indent="0">
              <a:buNone/>
              <a:defRPr sz="1799"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1"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Tree>
    <p:extLst>
      <p:ext uri="{BB962C8B-B14F-4D97-AF65-F5344CB8AC3E}">
        <p14:creationId xmlns:p14="http://schemas.microsoft.com/office/powerpoint/2010/main" val="25958174"/>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1"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Tree>
    <p:extLst>
      <p:ext uri="{BB962C8B-B14F-4D97-AF65-F5344CB8AC3E}">
        <p14:creationId xmlns:p14="http://schemas.microsoft.com/office/powerpoint/2010/main" val="3806923509"/>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6C42718-30DC-4BF5-83B8-F07AB67E7F2D}"/>
              </a:ext>
            </a:extLst>
          </p:cNvPr>
          <p:cNvSpPr>
            <a:spLocks noGrp="1"/>
          </p:cNvSpPr>
          <p:nvPr>
            <p:ph type="body" sz="quarter" idx="10"/>
          </p:nvPr>
        </p:nvSpPr>
        <p:spPr>
          <a:xfrm>
            <a:off x="609601" y="2298702"/>
            <a:ext cx="10982633" cy="830997"/>
          </a:xfrm>
        </p:spPr>
        <p:txBody>
          <a:bodyPr/>
          <a:lstStyle>
            <a:lvl1pPr marL="0" indent="0">
              <a:buClr>
                <a:schemeClr val="bg1"/>
              </a:buClr>
              <a:buNone/>
              <a:defRPr sz="4799">
                <a:solidFill>
                  <a:schemeClr val="bg1"/>
                </a:solidFill>
              </a:defRPr>
            </a:lvl1pPr>
          </a:lstStyle>
          <a:p>
            <a:pPr lvl="0"/>
            <a:endParaRPr lang="en-US"/>
          </a:p>
        </p:txBody>
      </p:sp>
    </p:spTree>
    <p:extLst>
      <p:ext uri="{BB962C8B-B14F-4D97-AF65-F5344CB8AC3E}">
        <p14:creationId xmlns:p14="http://schemas.microsoft.com/office/powerpoint/2010/main" val="354505719"/>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preserve="1" userDrawn="1">
  <p:cSld name="Master Blocker">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C46978-702E-4430-8A8E-D53AA508F3CB}"/>
              </a:ext>
            </a:extLst>
          </p:cNvPr>
          <p:cNvSpPr txBox="1"/>
          <p:nvPr userDrawn="1"/>
        </p:nvSpPr>
        <p:spPr>
          <a:xfrm>
            <a:off x="914401" y="1217629"/>
            <a:ext cx="10363200" cy="4616648"/>
          </a:xfrm>
          <a:prstGeom prst="rect">
            <a:avLst/>
          </a:prstGeom>
          <a:noFill/>
        </p:spPr>
        <p:txBody>
          <a:bodyPr wrap="square" rtlCol="0">
            <a:spAutoFit/>
          </a:bodyPr>
          <a:lstStyle/>
          <a:p>
            <a:pPr algn="ctr"/>
            <a:r>
              <a:rPr lang="en-US" sz="11497" b="1"/>
              <a:t>Do not use this</a:t>
            </a:r>
            <a:r>
              <a:rPr lang="en-US" sz="11497" b="1" baseline="0"/>
              <a:t> layout</a:t>
            </a:r>
          </a:p>
          <a:p>
            <a:pPr algn="ctr"/>
            <a:endParaRPr lang="en-US" sz="3199" b="1" baseline="0"/>
          </a:p>
          <a:p>
            <a:pPr algn="ctr"/>
            <a:r>
              <a:rPr lang="en-US" sz="3199" b="0" baseline="0"/>
              <a:t>Delete any master slides that occur after this layout</a:t>
            </a:r>
            <a:endParaRPr lang="en-US" sz="3199" b="0"/>
          </a:p>
        </p:txBody>
      </p:sp>
    </p:spTree>
    <p:extLst>
      <p:ext uri="{BB962C8B-B14F-4D97-AF65-F5344CB8AC3E}">
        <p14:creationId xmlns:p14="http://schemas.microsoft.com/office/powerpoint/2010/main" val="1334129668"/>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userDrawn="1">
  <p:cSld name="Divider">
    <p:bg>
      <p:bgPr>
        <a:solidFill>
          <a:schemeClr val="bg1"/>
        </a:solidFill>
        <a:effectLst/>
      </p:bgPr>
    </p:bg>
    <p:spTree>
      <p:nvGrpSpPr>
        <p:cNvPr id="1" name=""/>
        <p:cNvGrpSpPr/>
        <p:nvPr/>
      </p:nvGrpSpPr>
      <p:grpSpPr>
        <a:xfrm>
          <a:off x="0" y="0"/>
          <a:ext cx="0" cy="0"/>
          <a:chOff x="0" y="0"/>
          <a:chExt cx="0" cy="0"/>
        </a:xfrm>
      </p:grpSpPr>
      <p:sp>
        <p:nvSpPr>
          <p:cNvPr id="6" name="Picture Placeholder 5"/>
          <p:cNvSpPr>
            <a:spLocks noGrp="1"/>
          </p:cNvSpPr>
          <p:nvPr>
            <p:ph type="pic" sz="quarter" idx="11"/>
          </p:nvPr>
        </p:nvSpPr>
        <p:spPr>
          <a:xfrm>
            <a:off x="1" y="2"/>
            <a:ext cx="12192000" cy="6857999"/>
          </a:xfrm>
          <a:noFill/>
        </p:spPr>
        <p:txBody>
          <a:bodyPr anchor="ctr"/>
          <a:lstStyle>
            <a:lvl1pPr marL="0" indent="0" algn="ctr">
              <a:buNone/>
              <a:defRPr>
                <a:solidFill>
                  <a:schemeClr val="accent6"/>
                </a:solidFill>
              </a:defRPr>
            </a:lvl1pPr>
          </a:lstStyle>
          <a:p>
            <a:r>
              <a:rPr lang="en-US"/>
              <a:t>Click icon to add picture</a:t>
            </a:r>
          </a:p>
        </p:txBody>
      </p:sp>
      <p:sp>
        <p:nvSpPr>
          <p:cNvPr id="3" name="Title 1"/>
          <p:cNvSpPr>
            <a:spLocks noGrp="1"/>
          </p:cNvSpPr>
          <p:nvPr>
            <p:ph type="title" hasCustomPrompt="1"/>
          </p:nvPr>
        </p:nvSpPr>
        <p:spPr>
          <a:xfrm>
            <a:off x="914403" y="4725108"/>
            <a:ext cx="4389120" cy="2132892"/>
          </a:xfrm>
          <a:solidFill>
            <a:schemeClr val="bg1"/>
          </a:solidFill>
        </p:spPr>
        <p:txBody>
          <a:bodyPr vert="horz" lIns="365760" tIns="365760" rIns="365760" bIns="1280160" rtlCol="0" anchor="b" anchorCtr="0">
            <a:spAutoFit/>
          </a:bodyPr>
          <a:lstStyle>
            <a:lvl1pPr>
              <a:lnSpc>
                <a:spcPct val="90000"/>
              </a:lnSpc>
              <a:defRPr lang="en-US" sz="3599" b="1" baseline="0" dirty="0">
                <a:solidFill>
                  <a:sysClr val="windowText" lastClr="000000"/>
                </a:solidFill>
                <a:latin typeface="+mn-lt"/>
              </a:defRPr>
            </a:lvl1pPr>
          </a:lstStyle>
          <a:p>
            <a:pPr lvl="0">
              <a:lnSpc>
                <a:spcPct val="85000"/>
              </a:lnSpc>
            </a:pPr>
            <a:r>
              <a:rPr lang="en-US"/>
              <a:t>Click to edit Title</a:t>
            </a:r>
          </a:p>
        </p:txBody>
      </p:sp>
      <p:sp>
        <p:nvSpPr>
          <p:cNvPr id="4" name="Text Placeholder 4"/>
          <p:cNvSpPr>
            <a:spLocks noGrp="1"/>
          </p:cNvSpPr>
          <p:nvPr>
            <p:ph type="body" sz="quarter" idx="10" hasCustomPrompt="1"/>
          </p:nvPr>
        </p:nvSpPr>
        <p:spPr>
          <a:xfrm>
            <a:off x="914403" y="5694831"/>
            <a:ext cx="4389120" cy="1163171"/>
          </a:xfrm>
        </p:spPr>
        <p:txBody>
          <a:bodyPr vert="horz" lIns="365760" tIns="0" rIns="365760" bIns="0" rtlCol="0">
            <a:noAutofit/>
          </a:bodyPr>
          <a:lstStyle>
            <a:lvl1pPr marL="0" indent="0">
              <a:buNone/>
              <a:defRPr lang="en-US" sz="1400" baseline="0" dirty="0"/>
            </a:lvl1pPr>
          </a:lstStyle>
          <a:p>
            <a:pPr marL="228531" lvl="0" indent="-228531">
              <a:lnSpc>
                <a:spcPct val="130000"/>
              </a:lnSpc>
            </a:pPr>
            <a:r>
              <a:rPr lang="en-US"/>
              <a:t>Click to edit subtitle</a:t>
            </a:r>
          </a:p>
        </p:txBody>
      </p:sp>
    </p:spTree>
    <p:extLst>
      <p:ext uri="{BB962C8B-B14F-4D97-AF65-F5344CB8AC3E}">
        <p14:creationId xmlns:p14="http://schemas.microsoft.com/office/powerpoint/2010/main" val="99219718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userDrawn="1">
  <p:cSld name="Three Content with Graphic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EB6C09C-1569-4654-BB41-00C9680D23C8}"/>
              </a:ext>
            </a:extLst>
          </p:cNvPr>
          <p:cNvSpPr>
            <a:spLocks noGrp="1"/>
          </p:cNvSpPr>
          <p:nvPr>
            <p:ph type="title" hasCustomPrompt="1"/>
          </p:nvPr>
        </p:nvSpPr>
        <p:spPr>
          <a:xfrm>
            <a:off x="557929" y="649224"/>
            <a:ext cx="10382997" cy="767080"/>
          </a:xfrm>
        </p:spPr>
        <p:txBody>
          <a:bodyPr anchor="t"/>
          <a:lstStyle>
            <a:lvl1pPr>
              <a:defRPr baseline="0"/>
            </a:lvl1pPr>
          </a:lstStyle>
          <a:p>
            <a:r>
              <a:rPr lang="en-US"/>
              <a:t>Click to add title for three-column with text and pictograms</a:t>
            </a:r>
          </a:p>
        </p:txBody>
      </p:sp>
      <p:sp>
        <p:nvSpPr>
          <p:cNvPr id="4" name="Content Placeholder 5">
            <a:extLst>
              <a:ext uri="{FF2B5EF4-FFF2-40B4-BE49-F238E27FC236}">
                <a16:creationId xmlns:a16="http://schemas.microsoft.com/office/drawing/2014/main" id="{876397E4-B71C-46AA-956F-3D980F86C3DA}"/>
              </a:ext>
            </a:extLst>
          </p:cNvPr>
          <p:cNvSpPr>
            <a:spLocks noGrp="1"/>
          </p:cNvSpPr>
          <p:nvPr>
            <p:ph sz="quarter" idx="12" hasCustomPrompt="1"/>
          </p:nvPr>
        </p:nvSpPr>
        <p:spPr>
          <a:xfrm>
            <a:off x="1114332" y="3474720"/>
            <a:ext cx="2926080" cy="2278380"/>
          </a:xfrm>
        </p:spPr>
        <p:txBody>
          <a:bodyPr/>
          <a:lstStyle>
            <a:lvl1pPr algn="ctr">
              <a:spcBef>
                <a:spcPts val="1200"/>
              </a:spcBef>
              <a:defRPr sz="2000" b="1"/>
            </a:lvl1pPr>
            <a:lvl2pPr marL="0" indent="0" algn="ctr">
              <a:spcBef>
                <a:spcPts val="1200"/>
              </a:spcBef>
              <a:buFontTx/>
              <a:buNone/>
              <a:defRPr sz="1500" baseline="0"/>
            </a:lvl2pPr>
          </a:lstStyle>
          <a:p>
            <a:pPr lvl="0"/>
            <a:r>
              <a:rPr lang="en-US"/>
              <a:t>Header</a:t>
            </a:r>
          </a:p>
          <a:p>
            <a:pPr lvl="1"/>
            <a:r>
              <a:rPr lang="en-US"/>
              <a:t>Descriptor text</a:t>
            </a:r>
          </a:p>
        </p:txBody>
      </p:sp>
      <p:sp>
        <p:nvSpPr>
          <p:cNvPr id="5" name="Content Placeholder 5">
            <a:extLst>
              <a:ext uri="{FF2B5EF4-FFF2-40B4-BE49-F238E27FC236}">
                <a16:creationId xmlns:a16="http://schemas.microsoft.com/office/drawing/2014/main" id="{69553113-2B4B-401B-B370-4B3C744FACE9}"/>
              </a:ext>
            </a:extLst>
          </p:cNvPr>
          <p:cNvSpPr>
            <a:spLocks noGrp="1"/>
          </p:cNvSpPr>
          <p:nvPr>
            <p:ph sz="quarter" idx="14" hasCustomPrompt="1"/>
          </p:nvPr>
        </p:nvSpPr>
        <p:spPr>
          <a:xfrm>
            <a:off x="4629476" y="3474720"/>
            <a:ext cx="2926080" cy="2278380"/>
          </a:xfrm>
        </p:spPr>
        <p:txBody>
          <a:bodyPr/>
          <a:lstStyle>
            <a:lvl1pPr algn="ctr">
              <a:spcBef>
                <a:spcPts val="1200"/>
              </a:spcBef>
              <a:defRPr sz="2000" b="1"/>
            </a:lvl1pPr>
            <a:lvl2pPr marL="0" indent="0" algn="ctr">
              <a:spcBef>
                <a:spcPts val="1200"/>
              </a:spcBef>
              <a:buFontTx/>
              <a:buNone/>
              <a:defRPr sz="1500"/>
            </a:lvl2pPr>
          </a:lstStyle>
          <a:p>
            <a:pPr lvl="0"/>
            <a:r>
              <a:rPr lang="en-US"/>
              <a:t>Header</a:t>
            </a:r>
          </a:p>
          <a:p>
            <a:pPr lvl="1"/>
            <a:r>
              <a:rPr lang="en-US"/>
              <a:t>Descriptor text</a:t>
            </a:r>
          </a:p>
        </p:txBody>
      </p:sp>
      <p:sp>
        <p:nvSpPr>
          <p:cNvPr id="6" name="Content Placeholder 5">
            <a:extLst>
              <a:ext uri="{FF2B5EF4-FFF2-40B4-BE49-F238E27FC236}">
                <a16:creationId xmlns:a16="http://schemas.microsoft.com/office/drawing/2014/main" id="{9357CE74-CA0B-4C5C-9F24-0A4DDE0192E7}"/>
              </a:ext>
            </a:extLst>
          </p:cNvPr>
          <p:cNvSpPr>
            <a:spLocks noGrp="1"/>
          </p:cNvSpPr>
          <p:nvPr>
            <p:ph sz="quarter" idx="15" hasCustomPrompt="1"/>
          </p:nvPr>
        </p:nvSpPr>
        <p:spPr>
          <a:xfrm>
            <a:off x="8144620" y="3474720"/>
            <a:ext cx="2926080" cy="2278380"/>
          </a:xfrm>
        </p:spPr>
        <p:txBody>
          <a:bodyPr/>
          <a:lstStyle>
            <a:lvl1pPr algn="ctr">
              <a:spcBef>
                <a:spcPts val="1200"/>
              </a:spcBef>
              <a:defRPr sz="2000" b="1"/>
            </a:lvl1pPr>
            <a:lvl2pPr marL="0" indent="0" algn="ctr">
              <a:spcBef>
                <a:spcPts val="1200"/>
              </a:spcBef>
              <a:buFontTx/>
              <a:buNone/>
              <a:defRPr sz="1500"/>
            </a:lvl2pPr>
          </a:lstStyle>
          <a:p>
            <a:pPr lvl="0"/>
            <a:r>
              <a:rPr lang="en-US"/>
              <a:t>Header</a:t>
            </a:r>
          </a:p>
          <a:p>
            <a:pPr lvl="1"/>
            <a:r>
              <a:rPr lang="en-US"/>
              <a:t>Descriptor text</a:t>
            </a:r>
          </a:p>
        </p:txBody>
      </p:sp>
    </p:spTree>
    <p:extLst>
      <p:ext uri="{BB962C8B-B14F-4D97-AF65-F5344CB8AC3E}">
        <p14:creationId xmlns:p14="http://schemas.microsoft.com/office/powerpoint/2010/main" val="2998027727"/>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586307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userDrawn="1">
  <p:cSld name="D. Title and Text">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7" name="Object 6"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vert="horz"/>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763461" y="1616069"/>
            <a:ext cx="10661903" cy="4072976"/>
          </a:xfrm>
        </p:spPr>
        <p:txBody>
          <a:bodyPr/>
          <a:lstStyle>
            <a:lvl1pPr>
              <a:lnSpc>
                <a:spcPct val="100000"/>
              </a:lnSpc>
              <a:spcBef>
                <a:spcPts val="0"/>
              </a:spcBef>
              <a:spcAft>
                <a:spcPts val="0"/>
              </a:spcAft>
              <a:defRPr>
                <a:latin typeface="Arial" panose="020B0604020202020204" pitchFamily="34" charset="0"/>
                <a:cs typeface="Arial" panose="020B0604020202020204" pitchFamily="34" charset="0"/>
                <a:sym typeface="Arial" panose="020B0604020202020204" pitchFamily="34" charset="0"/>
              </a:defRPr>
            </a:lvl1pPr>
            <a:lvl2pPr>
              <a:lnSpc>
                <a:spcPct val="100000"/>
              </a:lnSpc>
              <a:spcBef>
                <a:spcPts val="0"/>
              </a:spcBef>
              <a:spcAft>
                <a:spcPts val="0"/>
              </a:spcAft>
              <a:defRPr>
                <a:latin typeface="Arial" panose="020B0604020202020204" pitchFamily="34" charset="0"/>
                <a:cs typeface="Arial" panose="020B0604020202020204" pitchFamily="34" charset="0"/>
                <a:sym typeface="Arial" panose="020B0604020202020204" pitchFamily="34" charset="0"/>
              </a:defRPr>
            </a:lvl2pPr>
            <a:lvl3pPr>
              <a:lnSpc>
                <a:spcPct val="100000"/>
              </a:lnSpc>
              <a:spcBef>
                <a:spcPts val="0"/>
              </a:spcBef>
              <a:spcAft>
                <a:spcPts val="0"/>
              </a:spcAft>
              <a:defRPr>
                <a:latin typeface="Arial" panose="020B0604020202020204" pitchFamily="34" charset="0"/>
                <a:cs typeface="Arial" panose="020B0604020202020204" pitchFamily="34" charset="0"/>
                <a:sym typeface="Arial" panose="020B0604020202020204" pitchFamily="34" charset="0"/>
              </a:defRPr>
            </a:lvl3pPr>
            <a:lvl4pPr>
              <a:lnSpc>
                <a:spcPct val="100000"/>
              </a:lnSpc>
              <a:spcBef>
                <a:spcPts val="0"/>
              </a:spcBef>
              <a:spcAft>
                <a:spcPts val="0"/>
              </a:spcAft>
              <a:defRPr>
                <a:latin typeface="Arial" panose="020B0604020202020204" pitchFamily="34" charset="0"/>
                <a:cs typeface="Arial" panose="020B0604020202020204" pitchFamily="34" charset="0"/>
                <a:sym typeface="Arial" panose="020B0604020202020204" pitchFamily="34" charset="0"/>
              </a:defRPr>
            </a:lvl4pPr>
            <a:lvl5pPr>
              <a:lnSpc>
                <a:spcPct val="100000"/>
              </a:lnSpc>
              <a:spcBef>
                <a:spcPts val="0"/>
              </a:spcBef>
              <a:spcAft>
                <a:spcPts val="0"/>
              </a:spcAft>
              <a:defRPr>
                <a:latin typeface="Arial" panose="020B0604020202020204" pitchFamily="34" charset="0"/>
                <a:cs typeface="Arial" panose="020B0604020202020204" pitchFamily="34" charset="0"/>
                <a:sym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2022 by Boston Consulting Group. All rights reserved.</a:t>
            </a:r>
          </a:p>
        </p:txBody>
      </p:sp>
    </p:spTree>
    <p:extLst>
      <p:ext uri="{BB962C8B-B14F-4D97-AF65-F5344CB8AC3E}">
        <p14:creationId xmlns:p14="http://schemas.microsoft.com/office/powerpoint/2010/main" val="3889035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userDrawn="1">
  <p:cSld name="Green left arrow">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flip="none" rotWithShape="1">
            <a:gsLst>
              <a:gs pos="0">
                <a:srgbClr val="099ED9"/>
              </a:gs>
              <a:gs pos="100000">
                <a:srgbClr val="242852"/>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lvl="0">
              <a:lnSpc>
                <a:spcPct val="90000"/>
              </a:lnSpc>
              <a:spcAft>
                <a:spcPts val="1000"/>
              </a:spcAft>
            </a:pPr>
            <a:endParaRPr lang="en-US" sz="1200" b="1">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3" name="Title 2"/>
          <p:cNvSpPr>
            <a:spLocks noGrp="1"/>
          </p:cNvSpPr>
          <p:nvPr>
            <p:ph type="title" hasCustomPrompt="1"/>
          </p:nvPr>
        </p:nvSpPr>
        <p:spPr>
          <a:xfrm>
            <a:off x="763461" y="2764203"/>
            <a:ext cx="2478638" cy="1314311"/>
          </a:xfrm>
        </p:spPr>
        <p:txBody>
          <a:bodyPr vert="horz" anchor="ctr" anchorCtr="0">
            <a:noAutofit/>
          </a:bodyPr>
          <a:lstStyle>
            <a:lvl1pPr>
              <a:defRPr sz="2800" baseline="0">
                <a:solidFill>
                  <a:srgbClr val="FFFFFF"/>
                </a:solidFill>
                <a:latin typeface="Arial" panose="020B0604020202020204" pitchFamily="34" charset="0"/>
                <a:cs typeface="Arial" panose="020B0604020202020204" pitchFamily="34" charset="0"/>
                <a:sym typeface="Arial" panose="020B0604020202020204" pitchFamily="34" charset="0"/>
              </a:defRPr>
            </a:lvl1pPr>
          </a:lstStyle>
          <a:p>
            <a:r>
              <a:rPr lang="en-US"/>
              <a:t>Click to add title</a:t>
            </a:r>
          </a:p>
        </p:txBody>
      </p:sp>
      <p:pic>
        <p:nvPicPr>
          <p:cNvPr id="4" name="Picture 3"/>
          <p:cNvPicPr>
            <a:picLocks noChangeAspect="1"/>
          </p:cNvPicPr>
          <p:nvPr userDrawn="1"/>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2022 by Boston Consulting Group. All rights reserved.</a:t>
            </a:r>
          </a:p>
        </p:txBody>
      </p:sp>
      <p:grpSp>
        <p:nvGrpSpPr>
          <p:cNvPr id="18" name="Group 17">
            <a:extLst>
              <a:ext uri="{FF2B5EF4-FFF2-40B4-BE49-F238E27FC236}">
                <a16:creationId xmlns:a16="http://schemas.microsoft.com/office/drawing/2014/main" id="{94F02B14-26DC-47C5-BE74-75AB1C1533A3}"/>
              </a:ext>
            </a:extLst>
          </p:cNvPr>
          <p:cNvGrpSpPr>
            <a:grpSpLocks noChangeAspect="1"/>
          </p:cNvGrpSpPr>
          <p:nvPr userDrawn="1"/>
        </p:nvGrpSpPr>
        <p:grpSpPr>
          <a:xfrm>
            <a:off x="10352583" y="6373316"/>
            <a:ext cx="1279180" cy="157138"/>
            <a:chOff x="1011652" y="1504398"/>
            <a:chExt cx="10028238" cy="1231900"/>
          </a:xfrm>
          <a:solidFill>
            <a:sysClr val="windowText" lastClr="000000"/>
          </a:solidFill>
        </p:grpSpPr>
        <p:sp>
          <p:nvSpPr>
            <p:cNvPr id="19" name="Freeform 4">
              <a:extLst>
                <a:ext uri="{FF2B5EF4-FFF2-40B4-BE49-F238E27FC236}">
                  <a16:creationId xmlns:a16="http://schemas.microsoft.com/office/drawing/2014/main" id="{C03C60BD-E208-4793-B163-0391E0673CC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20" name="Freeform 5">
              <a:extLst>
                <a:ext uri="{FF2B5EF4-FFF2-40B4-BE49-F238E27FC236}">
                  <a16:creationId xmlns:a16="http://schemas.microsoft.com/office/drawing/2014/main" id="{EAC11C27-7E62-4B31-9680-B59D24D0A57F}"/>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21" name="Freeform 6">
              <a:extLst>
                <a:ext uri="{FF2B5EF4-FFF2-40B4-BE49-F238E27FC236}">
                  <a16:creationId xmlns:a16="http://schemas.microsoft.com/office/drawing/2014/main" id="{FA0788F6-B4B0-4834-AFB4-98F21B43FEB6}"/>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22" name="Freeform 7">
              <a:extLst>
                <a:ext uri="{FF2B5EF4-FFF2-40B4-BE49-F238E27FC236}">
                  <a16:creationId xmlns:a16="http://schemas.microsoft.com/office/drawing/2014/main" id="{F754B0DD-7999-4250-A4C0-0C3C14069271}"/>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23" name="Freeform 8">
              <a:extLst>
                <a:ext uri="{FF2B5EF4-FFF2-40B4-BE49-F238E27FC236}">
                  <a16:creationId xmlns:a16="http://schemas.microsoft.com/office/drawing/2014/main" id="{50CBFC8A-B083-42B9-9504-2364FACEC55E}"/>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24" name="Freeform 10">
              <a:extLst>
                <a:ext uri="{FF2B5EF4-FFF2-40B4-BE49-F238E27FC236}">
                  <a16:creationId xmlns:a16="http://schemas.microsoft.com/office/drawing/2014/main" id="{3EDE8E81-9781-4645-9DFD-79E2B61F7DE9}"/>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sym typeface="Arial" panose="020B0604020202020204" pitchFamily="34" charset="0"/>
              </a:endParaRPr>
            </a:p>
          </p:txBody>
        </p:sp>
      </p:grpSp>
      <p:sp>
        <p:nvSpPr>
          <p:cNvPr id="25" name="TextBox 24">
            <a:extLst>
              <a:ext uri="{FF2B5EF4-FFF2-40B4-BE49-F238E27FC236}">
                <a16:creationId xmlns:a16="http://schemas.microsoft.com/office/drawing/2014/main" id="{22B9F1AC-7982-48A5-A9F4-F49F09D2E693}"/>
              </a:ext>
            </a:extLst>
          </p:cNvPr>
          <p:cNvSpPr txBox="1"/>
          <p:nvPr userDrawn="1"/>
        </p:nvSpPr>
        <p:spPr>
          <a:xfrm>
            <a:off x="859534" y="6425583"/>
            <a:ext cx="8046720" cy="123111"/>
          </a:xfrm>
          <a:prstGeom prst="rect">
            <a:avLst/>
          </a:prstGeom>
          <a:noFill/>
        </p:spPr>
        <p:txBody>
          <a:bodyPr wrap="square" lIns="0" tIns="0" rIns="0" bIns="0" rtlCol="0" anchor="b">
            <a:spAutoFit/>
          </a:bodyPr>
          <a:lstStyle/>
          <a:p>
            <a:pPr defTabSz="914126">
              <a:defRPr/>
            </a:pPr>
            <a:r>
              <a:rPr lang="en-US" sz="800">
                <a:solidFill>
                  <a:schemeClr val="bg1"/>
                </a:solidFill>
                <a:latin typeface="Arial" panose="020B0604020202020204" pitchFamily="34" charset="0"/>
                <a:cs typeface="Arial" panose="020B0604020202020204" pitchFamily="34" charset="0"/>
                <a:sym typeface="Arial" panose="020B0604020202020204" pitchFamily="34" charset="0"/>
              </a:rPr>
              <a:t>©2023 CVS Health and/or one of its affiliates. Confiden</a:t>
            </a:r>
            <a:r>
              <a:rPr lang="en-US" sz="800">
                <a:solidFill>
                  <a:srgbClr val="242852"/>
                </a:solidFill>
                <a:latin typeface="Arial" panose="020B0604020202020204" pitchFamily="34" charset="0"/>
                <a:cs typeface="Arial" panose="020B0604020202020204" pitchFamily="34" charset="0"/>
                <a:sym typeface="Arial" panose="020B0604020202020204" pitchFamily="34" charset="0"/>
              </a:rPr>
              <a:t>tial and proprietary.</a:t>
            </a:r>
          </a:p>
        </p:txBody>
      </p:sp>
      <p:sp>
        <p:nvSpPr>
          <p:cNvPr id="26" name="Content Placeholder 8">
            <a:extLst>
              <a:ext uri="{FF2B5EF4-FFF2-40B4-BE49-F238E27FC236}">
                <a16:creationId xmlns:a16="http://schemas.microsoft.com/office/drawing/2014/main" id="{64BC6A10-BBA8-4D9A-B66E-91D6B793E424}"/>
              </a:ext>
            </a:extLst>
          </p:cNvPr>
          <p:cNvSpPr txBox="1">
            <a:spLocks/>
          </p:cNvSpPr>
          <p:nvPr userDrawn="1"/>
        </p:nvSpPr>
        <p:spPr>
          <a:xfrm>
            <a:off x="557785" y="6367487"/>
            <a:ext cx="352367"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126">
              <a:tabLst>
                <a:tab pos="1201377" algn="l"/>
              </a:tabLst>
              <a:defRPr/>
            </a:pPr>
            <a:fld id="{38743595-4496-5147-A886-7D133864DF76}" type="slidenum">
              <a:rPr lang="en-US" sz="1000" b="1" smtClean="0">
                <a:solidFill>
                  <a:schemeClr val="bg1"/>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rPr>
              <a:pPr defTabSz="914126">
                <a:tabLst>
                  <a:tab pos="1201377" algn="l"/>
                </a:tabLst>
                <a:defRPr/>
              </a:pPr>
              <a:t>‹#›</a:t>
            </a:fld>
            <a:endParaRPr lang="en-US" sz="1000" b="1">
              <a:solidFill>
                <a:schemeClr val="bg1"/>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516699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Sp="0" userDrawn="1">
  <p:cSld name="1_Blank green">
    <p:bg>
      <p:bgPr>
        <a:gradFill flip="none" rotWithShape="1">
          <a:gsLst>
            <a:gs pos="0">
              <a:srgbClr val="099ED9"/>
            </a:gs>
            <a:gs pos="100000">
              <a:srgbClr val="242852"/>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Arial" panose="020B0604020202020204" pitchFamily="34" charset="0"/>
                <a:cs typeface="Arial" panose="020B0604020202020204" pitchFamily="34" charset="0"/>
                <a:sym typeface="Arial" panose="020B0604020202020204" pitchFamily="34" charset="0"/>
              </a:rPr>
              <a:t>Copyright © 2022 by Boston Consulting Group. All rights reserved.</a:t>
            </a:r>
          </a:p>
        </p:txBody>
      </p:sp>
      <p:sp>
        <p:nvSpPr>
          <p:cNvPr id="6" name="TextBox 5">
            <a:extLst>
              <a:ext uri="{FF2B5EF4-FFF2-40B4-BE49-F238E27FC236}">
                <a16:creationId xmlns:a16="http://schemas.microsoft.com/office/drawing/2014/main" id="{22B9F1AC-7982-48A5-A9F4-F49F09D2E693}"/>
              </a:ext>
            </a:extLst>
          </p:cNvPr>
          <p:cNvSpPr txBox="1"/>
          <p:nvPr userDrawn="1"/>
        </p:nvSpPr>
        <p:spPr>
          <a:xfrm>
            <a:off x="859534" y="6425583"/>
            <a:ext cx="8046720" cy="123111"/>
          </a:xfrm>
          <a:prstGeom prst="rect">
            <a:avLst/>
          </a:prstGeom>
          <a:noFill/>
        </p:spPr>
        <p:txBody>
          <a:bodyPr wrap="square" lIns="0" tIns="0" rIns="0" bIns="0" rtlCol="0" anchor="b">
            <a:spAutoFit/>
          </a:bodyPr>
          <a:lstStyle/>
          <a:p>
            <a:pPr defTabSz="914126">
              <a:defRPr/>
            </a:pPr>
            <a:r>
              <a:rPr lang="en-US" sz="800">
                <a:solidFill>
                  <a:schemeClr val="bg1"/>
                </a:solidFill>
                <a:latin typeface="Arial" panose="020B0604020202020204" pitchFamily="34" charset="0"/>
                <a:cs typeface="Arial" panose="020B0604020202020204" pitchFamily="34" charset="0"/>
                <a:sym typeface="Arial" panose="020B0604020202020204" pitchFamily="34" charset="0"/>
              </a:rPr>
              <a:t>©2022 CVS Health and/or one of its affiliates. Confidential and proprietary.</a:t>
            </a:r>
          </a:p>
        </p:txBody>
      </p:sp>
      <p:grpSp>
        <p:nvGrpSpPr>
          <p:cNvPr id="10" name="Group 9"/>
          <p:cNvGrpSpPr/>
          <p:nvPr userDrawn="1"/>
        </p:nvGrpSpPr>
        <p:grpSpPr>
          <a:xfrm>
            <a:off x="10352583" y="6373316"/>
            <a:ext cx="1279180" cy="157138"/>
            <a:chOff x="10352583" y="6373316"/>
            <a:chExt cx="1279180" cy="157138"/>
          </a:xfrm>
        </p:grpSpPr>
        <p:sp>
          <p:nvSpPr>
            <p:cNvPr id="11" name="Freeform 4">
              <a:extLst>
                <a:ext uri="{FF2B5EF4-FFF2-40B4-BE49-F238E27FC236}">
                  <a16:creationId xmlns:a16="http://schemas.microsoft.com/office/drawing/2014/main" id="{C03C60BD-E208-4793-B163-0391E0673CC6}"/>
                </a:ext>
              </a:extLst>
            </p:cNvPr>
            <p:cNvSpPr>
              <a:spLocks noEditPoints="1"/>
            </p:cNvSpPr>
            <p:nvPr/>
          </p:nvSpPr>
          <p:spPr bwMode="auto">
            <a:xfrm>
              <a:off x="10978302" y="6377771"/>
              <a:ext cx="613367" cy="151671"/>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chemeClr val="bg1"/>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12" name="Freeform 5">
              <a:extLst>
                <a:ext uri="{FF2B5EF4-FFF2-40B4-BE49-F238E27FC236}">
                  <a16:creationId xmlns:a16="http://schemas.microsoft.com/office/drawing/2014/main" id="{EAC11C27-7E62-4B31-9680-B59D24D0A57F}"/>
                </a:ext>
              </a:extLst>
            </p:cNvPr>
            <p:cNvSpPr>
              <a:spLocks/>
            </p:cNvSpPr>
            <p:nvPr/>
          </p:nvSpPr>
          <p:spPr bwMode="auto">
            <a:xfrm>
              <a:off x="10832908" y="6373316"/>
              <a:ext cx="131421" cy="157138"/>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chemeClr val="bg1"/>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13" name="Freeform 6">
              <a:extLst>
                <a:ext uri="{FF2B5EF4-FFF2-40B4-BE49-F238E27FC236}">
                  <a16:creationId xmlns:a16="http://schemas.microsoft.com/office/drawing/2014/main" id="{FA0788F6-B4B0-4834-AFB4-98F21B43FEB6}"/>
                </a:ext>
              </a:extLst>
            </p:cNvPr>
            <p:cNvSpPr>
              <a:spLocks/>
            </p:cNvSpPr>
            <p:nvPr/>
          </p:nvSpPr>
          <p:spPr bwMode="auto">
            <a:xfrm>
              <a:off x="10558726" y="6373316"/>
              <a:ext cx="146406" cy="157138"/>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chemeClr val="bg1"/>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14" name="Freeform 7">
              <a:extLst>
                <a:ext uri="{FF2B5EF4-FFF2-40B4-BE49-F238E27FC236}">
                  <a16:creationId xmlns:a16="http://schemas.microsoft.com/office/drawing/2014/main" id="{F754B0DD-7999-4250-A4C0-0C3C14069271}"/>
                </a:ext>
              </a:extLst>
            </p:cNvPr>
            <p:cNvSpPr>
              <a:spLocks/>
            </p:cNvSpPr>
            <p:nvPr/>
          </p:nvSpPr>
          <p:spPr bwMode="auto">
            <a:xfrm>
              <a:off x="10695007" y="6377771"/>
              <a:ext cx="146001" cy="1484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chemeClr val="bg1"/>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15" name="Freeform 8">
              <a:extLst>
                <a:ext uri="{FF2B5EF4-FFF2-40B4-BE49-F238E27FC236}">
                  <a16:creationId xmlns:a16="http://schemas.microsoft.com/office/drawing/2014/main" id="{50CBFC8A-B083-42B9-9504-2364FACEC55E}"/>
                </a:ext>
              </a:extLst>
            </p:cNvPr>
            <p:cNvSpPr>
              <a:spLocks/>
            </p:cNvSpPr>
            <p:nvPr/>
          </p:nvSpPr>
          <p:spPr bwMode="auto">
            <a:xfrm>
              <a:off x="10352583" y="6373316"/>
              <a:ext cx="191361" cy="157138"/>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chemeClr val="bg1"/>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16" name="Freeform 10">
              <a:extLst>
                <a:ext uri="{FF2B5EF4-FFF2-40B4-BE49-F238E27FC236}">
                  <a16:creationId xmlns:a16="http://schemas.microsoft.com/office/drawing/2014/main" id="{3EDE8E81-9781-4645-9DFD-79E2B61F7DE9}"/>
                </a:ext>
              </a:extLst>
            </p:cNvPr>
            <p:cNvSpPr>
              <a:spLocks noEditPoints="1"/>
            </p:cNvSpPr>
            <p:nvPr/>
          </p:nvSpPr>
          <p:spPr bwMode="auto">
            <a:xfrm>
              <a:off x="11601996" y="6496637"/>
              <a:ext cx="29767" cy="3057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chemeClr val="bg1"/>
                </a:solidFill>
                <a:effectLst/>
                <a:uLnTx/>
                <a:uFillTx/>
                <a:latin typeface="Arial" panose="020B0604020202020204" pitchFamily="34" charset="0"/>
                <a:cs typeface="Arial" panose="020B0604020202020204" pitchFamily="34" charset="0"/>
                <a:sym typeface="Arial" panose="020B0604020202020204" pitchFamily="34" charset="0"/>
              </a:endParaRPr>
            </a:p>
          </p:txBody>
        </p:sp>
      </p:grpSp>
      <p:sp>
        <p:nvSpPr>
          <p:cNvPr id="17" name="Content Placeholder 8">
            <a:extLst>
              <a:ext uri="{FF2B5EF4-FFF2-40B4-BE49-F238E27FC236}">
                <a16:creationId xmlns:a16="http://schemas.microsoft.com/office/drawing/2014/main" id="{64BC6A10-BBA8-4D9A-B66E-91D6B793E424}"/>
              </a:ext>
            </a:extLst>
          </p:cNvPr>
          <p:cNvSpPr txBox="1">
            <a:spLocks/>
          </p:cNvSpPr>
          <p:nvPr userDrawn="1"/>
        </p:nvSpPr>
        <p:spPr>
          <a:xfrm>
            <a:off x="557785" y="6367487"/>
            <a:ext cx="352367"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126">
              <a:tabLst>
                <a:tab pos="1201377" algn="l"/>
              </a:tabLst>
              <a:defRPr/>
            </a:pPr>
            <a:fld id="{38743595-4496-5147-A886-7D133864DF76}" type="slidenum">
              <a:rPr lang="en-US" sz="1000" b="1" smtClean="0">
                <a:solidFill>
                  <a:schemeClr val="bg1"/>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rPr>
              <a:pPr defTabSz="914126">
                <a:tabLst>
                  <a:tab pos="1201377" algn="l"/>
                </a:tabLst>
                <a:defRPr/>
              </a:pPr>
              <a:t>‹#›</a:t>
            </a:fld>
            <a:endParaRPr lang="en-US" sz="1000" b="1">
              <a:solidFill>
                <a:schemeClr val="bg1"/>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6569915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userDrawn="1">
  <p:cSld name="Divider dark">
    <p:spTree>
      <p:nvGrpSpPr>
        <p:cNvPr id="1" name=""/>
        <p:cNvGrpSpPr/>
        <p:nvPr/>
      </p:nvGrpSpPr>
      <p:grpSpPr>
        <a:xfrm>
          <a:off x="0" y="0"/>
          <a:ext cx="0" cy="0"/>
          <a:chOff x="0" y="0"/>
          <a:chExt cx="0" cy="0"/>
        </a:xfrm>
      </p:grpSpPr>
      <p:pic>
        <p:nvPicPr>
          <p:cNvPr id="3" name="Picture 2" descr="Dark heart pattern background.">
            <a:extLst>
              <a:ext uri="{FF2B5EF4-FFF2-40B4-BE49-F238E27FC236}">
                <a16:creationId xmlns:a16="http://schemas.microsoft.com/office/drawing/2014/main" id="{A370D62A-AB1A-457C-AF9D-8363B2583D12}"/>
              </a:ext>
            </a:extLst>
          </p:cNvPr>
          <p:cNvPicPr>
            <a:picLocks noChangeAspect="1"/>
          </p:cNvPicPr>
          <p:nvPr userDrawn="1"/>
        </p:nvPicPr>
        <p:blipFill>
          <a:blip r:embed="rId2"/>
          <a:stretch>
            <a:fillRect/>
          </a:stretch>
        </p:blipFill>
        <p:spPr>
          <a:xfrm>
            <a:off x="-15473" y="-9144"/>
            <a:ext cx="12222945" cy="6876288"/>
          </a:xfrm>
          <a:prstGeom prst="rect">
            <a:avLst/>
          </a:prstGeom>
        </p:spPr>
      </p:pic>
      <p:sp>
        <p:nvSpPr>
          <p:cNvPr id="4" name="Title 1">
            <a:extLst>
              <a:ext uri="{FF2B5EF4-FFF2-40B4-BE49-F238E27FC236}">
                <a16:creationId xmlns:a16="http://schemas.microsoft.com/office/drawing/2014/main" id="{ABD1AEB8-3322-4E67-A702-83F309202013}"/>
              </a:ext>
            </a:extLst>
          </p:cNvPr>
          <p:cNvSpPr>
            <a:spLocks noGrp="1"/>
          </p:cNvSpPr>
          <p:nvPr>
            <p:ph type="title" hasCustomPrompt="1"/>
          </p:nvPr>
        </p:nvSpPr>
        <p:spPr>
          <a:xfrm>
            <a:off x="3232111" y="3022967"/>
            <a:ext cx="5727776" cy="812066"/>
          </a:xfrm>
        </p:spPr>
        <p:txBody>
          <a:bodyPr rIns="0" anchor="ctr"/>
          <a:lstStyle>
            <a:lvl1pPr algn="ctr" defTabSz="457200" rtl="0" eaLnBrk="1" latinLnBrk="0" hangingPunct="1">
              <a:lnSpc>
                <a:spcPct val="90000"/>
              </a:lnSpc>
              <a:spcBef>
                <a:spcPct val="0"/>
              </a:spcBef>
              <a:buNone/>
              <a:defRPr lang="en-US" sz="3200" b="1" kern="1200" dirty="0">
                <a:solidFill>
                  <a:schemeClr val="bg1"/>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2518216084"/>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one-column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lnSpc>
                <a:spcPct val="100000"/>
              </a:lnSpc>
              <a:buClr>
                <a:schemeClr val="tx1"/>
              </a:buClr>
              <a:defRPr sz="1799" b="1" cap="none" baseline="0">
                <a:solidFill>
                  <a:schemeClr val="tx2"/>
                </a:solidFill>
                <a:latin typeface="+mn-lt"/>
              </a:defRPr>
            </a:lvl1pPr>
            <a:lvl2pPr marL="0" indent="0">
              <a:buClr>
                <a:schemeClr val="tx1"/>
              </a:buClr>
              <a:buNone/>
              <a:defRPr sz="1300" baseline="0">
                <a:solidFill>
                  <a:schemeClr val="tx2"/>
                </a:solidFill>
              </a:defRPr>
            </a:lvl2pPr>
            <a:lvl3pPr marL="171399" indent="-171399">
              <a:spcBef>
                <a:spcPts val="1200"/>
              </a:spcBef>
              <a:buClr>
                <a:schemeClr val="tx1"/>
              </a:buClr>
              <a:buFont typeface="Arial" panose="020B0604020202020204" pitchFamily="34" charset="0"/>
              <a:buChar char="•"/>
              <a:defRPr sz="1300" baseline="0">
                <a:solidFill>
                  <a:schemeClr val="tx2"/>
                </a:solidFill>
              </a:defRPr>
            </a:lvl3pPr>
            <a:lvl4pPr marL="342797" indent="-171399">
              <a:buClr>
                <a:schemeClr val="tx1"/>
              </a:buClr>
              <a:buFont typeface="Arial" panose="020B0604020202020204" pitchFamily="34" charset="0"/>
              <a:buChar char="–"/>
              <a:defRPr sz="1300" baseline="0">
                <a:solidFill>
                  <a:schemeClr val="tx2"/>
                </a:solidFill>
              </a:defRPr>
            </a:lvl4pPr>
            <a:lvl5pPr marL="515783" indent="-172986">
              <a:buClr>
                <a:schemeClr val="tx1"/>
              </a:buClr>
              <a:buFont typeface="Arial" panose="020B0604020202020204" pitchFamily="34" charset="0"/>
              <a:buChar char="•"/>
              <a:defRPr sz="1300">
                <a:solidFill>
                  <a:schemeClr val="tx2"/>
                </a:solidFill>
              </a:defRPr>
            </a:lvl5pPr>
            <a:lvl6pPr marL="687182" indent="-171399">
              <a:buClr>
                <a:schemeClr val="tx1"/>
              </a:buClr>
              <a:buFont typeface="Arial" panose="020B0604020202020204" pitchFamily="34" charset="0"/>
              <a:buChar char="–"/>
              <a:defRPr sz="1300" baseline="0">
                <a:solidFill>
                  <a:schemeClr val="tx2"/>
                </a:solidFill>
              </a:defRPr>
            </a:lvl6pPr>
            <a:lvl7pPr marL="860167" indent="-172986">
              <a:buFont typeface="Arial" panose="020B0604020202020204" pitchFamily="34" charset="0"/>
              <a:buChar char="•"/>
              <a:defRPr sz="1300"/>
            </a:lvl7pPr>
            <a:lvl8pPr marL="1031565" indent="-171399">
              <a:buFont typeface="Arial" panose="020B0604020202020204" pitchFamily="34" charset="0"/>
              <a:buChar char="–"/>
              <a:defRPr sz="1300"/>
            </a:lvl8pPr>
            <a:lvl9pPr marL="1202964" indent="-171399">
              <a:buFont typeface="Arial" panose="020B0604020202020204" pitchFamily="34" charset="0"/>
              <a:buChar char="•"/>
              <a:defRPr sz="1300"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10014505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emf"/><Relationship Id="rId50" Type="http://schemas.openxmlformats.org/officeDocument/2006/relationships/image" Target="../media/image4.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3.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2.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oleObject" Target="../embeddings/oleObject1.bin"/><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6.xml"/><Relationship Id="rId18" Type="http://schemas.openxmlformats.org/officeDocument/2006/relationships/slideLayout" Target="../slideLayouts/slideLayout61.xml"/><Relationship Id="rId26" Type="http://schemas.openxmlformats.org/officeDocument/2006/relationships/slideLayout" Target="../slideLayouts/slideLayout69.xml"/><Relationship Id="rId39" Type="http://schemas.openxmlformats.org/officeDocument/2006/relationships/slideLayout" Target="../slideLayouts/slideLayout82.xml"/><Relationship Id="rId21" Type="http://schemas.openxmlformats.org/officeDocument/2006/relationships/slideLayout" Target="../slideLayouts/slideLayout64.xml"/><Relationship Id="rId34" Type="http://schemas.openxmlformats.org/officeDocument/2006/relationships/slideLayout" Target="../slideLayouts/slideLayout77.xml"/><Relationship Id="rId42" Type="http://schemas.openxmlformats.org/officeDocument/2006/relationships/slideLayout" Target="../slideLayouts/slideLayout85.xml"/><Relationship Id="rId47" Type="http://schemas.openxmlformats.org/officeDocument/2006/relationships/image" Target="../media/image1.emf"/><Relationship Id="rId7" Type="http://schemas.openxmlformats.org/officeDocument/2006/relationships/slideLayout" Target="../slideLayouts/slideLayout5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9" Type="http://schemas.openxmlformats.org/officeDocument/2006/relationships/slideLayout" Target="../slideLayouts/slideLayout72.xml"/><Relationship Id="rId11" Type="http://schemas.openxmlformats.org/officeDocument/2006/relationships/slideLayout" Target="../slideLayouts/slideLayout54.xml"/><Relationship Id="rId24" Type="http://schemas.openxmlformats.org/officeDocument/2006/relationships/slideLayout" Target="../slideLayouts/slideLayout67.xml"/><Relationship Id="rId32" Type="http://schemas.openxmlformats.org/officeDocument/2006/relationships/slideLayout" Target="../slideLayouts/slideLayout75.xml"/><Relationship Id="rId37" Type="http://schemas.openxmlformats.org/officeDocument/2006/relationships/slideLayout" Target="../slideLayouts/slideLayout80.xml"/><Relationship Id="rId40" Type="http://schemas.openxmlformats.org/officeDocument/2006/relationships/slideLayout" Target="../slideLayouts/slideLayout83.xml"/><Relationship Id="rId45" Type="http://schemas.openxmlformats.org/officeDocument/2006/relationships/tags" Target="../tags/tag9.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23" Type="http://schemas.openxmlformats.org/officeDocument/2006/relationships/slideLayout" Target="../slideLayouts/slideLayout66.xml"/><Relationship Id="rId28" Type="http://schemas.openxmlformats.org/officeDocument/2006/relationships/slideLayout" Target="../slideLayouts/slideLayout71.xml"/><Relationship Id="rId36" Type="http://schemas.openxmlformats.org/officeDocument/2006/relationships/slideLayout" Target="../slideLayouts/slideLayout79.xml"/><Relationship Id="rId49" Type="http://schemas.openxmlformats.org/officeDocument/2006/relationships/image" Target="../media/image3.svg"/><Relationship Id="rId10" Type="http://schemas.openxmlformats.org/officeDocument/2006/relationships/slideLayout" Target="../slideLayouts/slideLayout53.xml"/><Relationship Id="rId19" Type="http://schemas.openxmlformats.org/officeDocument/2006/relationships/slideLayout" Target="../slideLayouts/slideLayout62.xml"/><Relationship Id="rId31" Type="http://schemas.openxmlformats.org/officeDocument/2006/relationships/slideLayout" Target="../slideLayouts/slideLayout74.xml"/><Relationship Id="rId44" Type="http://schemas.openxmlformats.org/officeDocument/2006/relationships/theme" Target="../theme/theme2.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 Id="rId22" Type="http://schemas.openxmlformats.org/officeDocument/2006/relationships/slideLayout" Target="../slideLayouts/slideLayout65.xml"/><Relationship Id="rId27" Type="http://schemas.openxmlformats.org/officeDocument/2006/relationships/slideLayout" Target="../slideLayouts/slideLayout70.xml"/><Relationship Id="rId30" Type="http://schemas.openxmlformats.org/officeDocument/2006/relationships/slideLayout" Target="../slideLayouts/slideLayout73.xml"/><Relationship Id="rId35" Type="http://schemas.openxmlformats.org/officeDocument/2006/relationships/slideLayout" Target="../slideLayouts/slideLayout78.xml"/><Relationship Id="rId43" Type="http://schemas.openxmlformats.org/officeDocument/2006/relationships/slideLayout" Target="../slideLayouts/slideLayout86.xml"/><Relationship Id="rId48" Type="http://schemas.openxmlformats.org/officeDocument/2006/relationships/image" Target="../media/image2.png"/><Relationship Id="rId8" Type="http://schemas.openxmlformats.org/officeDocument/2006/relationships/slideLayout" Target="../slideLayouts/slideLayout51.xml"/><Relationship Id="rId3" Type="http://schemas.openxmlformats.org/officeDocument/2006/relationships/slideLayout" Target="../slideLayouts/slideLayout46.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slideLayout" Target="../slideLayouts/slideLayout68.xml"/><Relationship Id="rId33" Type="http://schemas.openxmlformats.org/officeDocument/2006/relationships/slideLayout" Target="../slideLayouts/slideLayout76.xml"/><Relationship Id="rId38" Type="http://schemas.openxmlformats.org/officeDocument/2006/relationships/slideLayout" Target="../slideLayouts/slideLayout81.xml"/><Relationship Id="rId46" Type="http://schemas.openxmlformats.org/officeDocument/2006/relationships/oleObject" Target="../embeddings/oleObject3.bin"/><Relationship Id="rId20" Type="http://schemas.openxmlformats.org/officeDocument/2006/relationships/slideLayout" Target="../slideLayouts/slideLayout63.xml"/><Relationship Id="rId41" Type="http://schemas.openxmlformats.org/officeDocument/2006/relationships/slideLayout" Target="../slideLayouts/slideLayout84.xml"/><Relationship Id="rId1" Type="http://schemas.openxmlformats.org/officeDocument/2006/relationships/slideLayout" Target="../slideLayouts/slideLayout44.xml"/><Relationship Id="rId6" Type="http://schemas.openxmlformats.org/officeDocument/2006/relationships/slideLayout" Target="../slideLayouts/slideLayout4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9.xml"/><Relationship Id="rId18" Type="http://schemas.openxmlformats.org/officeDocument/2006/relationships/slideLayout" Target="../slideLayouts/slideLayout104.xml"/><Relationship Id="rId26" Type="http://schemas.openxmlformats.org/officeDocument/2006/relationships/slideLayout" Target="../slideLayouts/slideLayout112.xml"/><Relationship Id="rId39" Type="http://schemas.openxmlformats.org/officeDocument/2006/relationships/slideLayout" Target="../slideLayouts/slideLayout125.xml"/><Relationship Id="rId21" Type="http://schemas.openxmlformats.org/officeDocument/2006/relationships/slideLayout" Target="../slideLayouts/slideLayout107.xml"/><Relationship Id="rId34" Type="http://schemas.openxmlformats.org/officeDocument/2006/relationships/slideLayout" Target="../slideLayouts/slideLayout120.xml"/><Relationship Id="rId42" Type="http://schemas.openxmlformats.org/officeDocument/2006/relationships/slideLayout" Target="../slideLayouts/slideLayout128.xml"/><Relationship Id="rId47" Type="http://schemas.openxmlformats.org/officeDocument/2006/relationships/slideLayout" Target="../slideLayouts/slideLayout133.xml"/><Relationship Id="rId50" Type="http://schemas.openxmlformats.org/officeDocument/2006/relationships/theme" Target="../theme/theme3.xml"/><Relationship Id="rId7" Type="http://schemas.openxmlformats.org/officeDocument/2006/relationships/slideLayout" Target="../slideLayouts/slideLayout93.xml"/><Relationship Id="rId2" Type="http://schemas.openxmlformats.org/officeDocument/2006/relationships/slideLayout" Target="../slideLayouts/slideLayout88.xml"/><Relationship Id="rId16" Type="http://schemas.openxmlformats.org/officeDocument/2006/relationships/slideLayout" Target="../slideLayouts/slideLayout102.xml"/><Relationship Id="rId29" Type="http://schemas.openxmlformats.org/officeDocument/2006/relationships/slideLayout" Target="../slideLayouts/slideLayout115.xml"/><Relationship Id="rId11" Type="http://schemas.openxmlformats.org/officeDocument/2006/relationships/slideLayout" Target="../slideLayouts/slideLayout97.xml"/><Relationship Id="rId24" Type="http://schemas.openxmlformats.org/officeDocument/2006/relationships/slideLayout" Target="../slideLayouts/slideLayout110.xml"/><Relationship Id="rId32" Type="http://schemas.openxmlformats.org/officeDocument/2006/relationships/slideLayout" Target="../slideLayouts/slideLayout118.xml"/><Relationship Id="rId37" Type="http://schemas.openxmlformats.org/officeDocument/2006/relationships/slideLayout" Target="../slideLayouts/slideLayout123.xml"/><Relationship Id="rId40" Type="http://schemas.openxmlformats.org/officeDocument/2006/relationships/slideLayout" Target="../slideLayouts/slideLayout126.xml"/><Relationship Id="rId45" Type="http://schemas.openxmlformats.org/officeDocument/2006/relationships/slideLayout" Target="../slideLayouts/slideLayout131.xml"/><Relationship Id="rId53" Type="http://schemas.openxmlformats.org/officeDocument/2006/relationships/image" Target="../media/image13.emf"/><Relationship Id="rId5" Type="http://schemas.openxmlformats.org/officeDocument/2006/relationships/slideLayout" Target="../slideLayouts/slideLayout91.xml"/><Relationship Id="rId10" Type="http://schemas.openxmlformats.org/officeDocument/2006/relationships/slideLayout" Target="../slideLayouts/slideLayout96.xml"/><Relationship Id="rId19" Type="http://schemas.openxmlformats.org/officeDocument/2006/relationships/slideLayout" Target="../slideLayouts/slideLayout105.xml"/><Relationship Id="rId31" Type="http://schemas.openxmlformats.org/officeDocument/2006/relationships/slideLayout" Target="../slideLayouts/slideLayout117.xml"/><Relationship Id="rId44" Type="http://schemas.openxmlformats.org/officeDocument/2006/relationships/slideLayout" Target="../slideLayouts/slideLayout130.xml"/><Relationship Id="rId52" Type="http://schemas.openxmlformats.org/officeDocument/2006/relationships/oleObject" Target="../embeddings/oleObject5.bin"/><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slideLayout" Target="../slideLayouts/slideLayout100.xml"/><Relationship Id="rId22" Type="http://schemas.openxmlformats.org/officeDocument/2006/relationships/slideLayout" Target="../slideLayouts/slideLayout108.xml"/><Relationship Id="rId27" Type="http://schemas.openxmlformats.org/officeDocument/2006/relationships/slideLayout" Target="../slideLayouts/slideLayout113.xml"/><Relationship Id="rId30" Type="http://schemas.openxmlformats.org/officeDocument/2006/relationships/slideLayout" Target="../slideLayouts/slideLayout116.xml"/><Relationship Id="rId35" Type="http://schemas.openxmlformats.org/officeDocument/2006/relationships/slideLayout" Target="../slideLayouts/slideLayout121.xml"/><Relationship Id="rId43" Type="http://schemas.openxmlformats.org/officeDocument/2006/relationships/slideLayout" Target="../slideLayouts/slideLayout129.xml"/><Relationship Id="rId48" Type="http://schemas.openxmlformats.org/officeDocument/2006/relationships/slideLayout" Target="../slideLayouts/slideLayout134.xml"/><Relationship Id="rId8" Type="http://schemas.openxmlformats.org/officeDocument/2006/relationships/slideLayout" Target="../slideLayouts/slideLayout94.xml"/><Relationship Id="rId51" Type="http://schemas.openxmlformats.org/officeDocument/2006/relationships/tags" Target="../tags/tag11.xml"/><Relationship Id="rId3" Type="http://schemas.openxmlformats.org/officeDocument/2006/relationships/slideLayout" Target="../slideLayouts/slideLayout89.xml"/><Relationship Id="rId12" Type="http://schemas.openxmlformats.org/officeDocument/2006/relationships/slideLayout" Target="../slideLayouts/slideLayout98.xml"/><Relationship Id="rId17" Type="http://schemas.openxmlformats.org/officeDocument/2006/relationships/slideLayout" Target="../slideLayouts/slideLayout103.xml"/><Relationship Id="rId25" Type="http://schemas.openxmlformats.org/officeDocument/2006/relationships/slideLayout" Target="../slideLayouts/slideLayout111.xml"/><Relationship Id="rId33" Type="http://schemas.openxmlformats.org/officeDocument/2006/relationships/slideLayout" Target="../slideLayouts/slideLayout119.xml"/><Relationship Id="rId38" Type="http://schemas.openxmlformats.org/officeDocument/2006/relationships/slideLayout" Target="../slideLayouts/slideLayout124.xml"/><Relationship Id="rId46" Type="http://schemas.openxmlformats.org/officeDocument/2006/relationships/slideLayout" Target="../slideLayouts/slideLayout132.xml"/><Relationship Id="rId20" Type="http://schemas.openxmlformats.org/officeDocument/2006/relationships/slideLayout" Target="../slideLayouts/slideLayout106.xml"/><Relationship Id="rId41" Type="http://schemas.openxmlformats.org/officeDocument/2006/relationships/slideLayout" Target="../slideLayouts/slideLayout127.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5" Type="http://schemas.openxmlformats.org/officeDocument/2006/relationships/slideLayout" Target="../slideLayouts/slideLayout101.xml"/><Relationship Id="rId23" Type="http://schemas.openxmlformats.org/officeDocument/2006/relationships/slideLayout" Target="../slideLayouts/slideLayout109.xml"/><Relationship Id="rId28" Type="http://schemas.openxmlformats.org/officeDocument/2006/relationships/slideLayout" Target="../slideLayouts/slideLayout114.xml"/><Relationship Id="rId36" Type="http://schemas.openxmlformats.org/officeDocument/2006/relationships/slideLayout" Target="../slideLayouts/slideLayout122.xml"/><Relationship Id="rId49" Type="http://schemas.openxmlformats.org/officeDocument/2006/relationships/slideLayout" Target="../slideLayouts/slideLayout135.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heme" Target="../theme/theme4.xml"/><Relationship Id="rId7" Type="http://schemas.openxmlformats.org/officeDocument/2006/relationships/image" Target="../media/image15.emf"/><Relationship Id="rId2" Type="http://schemas.openxmlformats.org/officeDocument/2006/relationships/slideLayout" Target="../slideLayouts/slideLayout137.xml"/><Relationship Id="rId1" Type="http://schemas.openxmlformats.org/officeDocument/2006/relationships/slideLayout" Target="../slideLayouts/slideLayout136.xml"/><Relationship Id="rId6" Type="http://schemas.openxmlformats.org/officeDocument/2006/relationships/oleObject" Target="../embeddings/oleObject6.bin"/><Relationship Id="rId5" Type="http://schemas.openxmlformats.org/officeDocument/2006/relationships/tags" Target="../tags/tag13.xml"/><Relationship Id="rId4" Type="http://schemas.openxmlformats.org/officeDocument/2006/relationships/tags" Target="../tags/tag1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45.xml"/><Relationship Id="rId13" Type="http://schemas.openxmlformats.org/officeDocument/2006/relationships/slideLayout" Target="../slideLayouts/slideLayout150.xml"/><Relationship Id="rId18" Type="http://schemas.openxmlformats.org/officeDocument/2006/relationships/tags" Target="../tags/tag16.xml"/><Relationship Id="rId3" Type="http://schemas.openxmlformats.org/officeDocument/2006/relationships/slideLayout" Target="../slideLayouts/slideLayout140.xml"/><Relationship Id="rId21" Type="http://schemas.openxmlformats.org/officeDocument/2006/relationships/image" Target="../media/image15.emf"/><Relationship Id="rId7" Type="http://schemas.openxmlformats.org/officeDocument/2006/relationships/slideLayout" Target="../slideLayouts/slideLayout144.xml"/><Relationship Id="rId12" Type="http://schemas.openxmlformats.org/officeDocument/2006/relationships/slideLayout" Target="../slideLayouts/slideLayout149.xml"/><Relationship Id="rId17" Type="http://schemas.openxmlformats.org/officeDocument/2006/relationships/theme" Target="../theme/theme5.xml"/><Relationship Id="rId2" Type="http://schemas.openxmlformats.org/officeDocument/2006/relationships/slideLayout" Target="../slideLayouts/slideLayout139.xml"/><Relationship Id="rId16" Type="http://schemas.openxmlformats.org/officeDocument/2006/relationships/slideLayout" Target="../slideLayouts/slideLayout153.xml"/><Relationship Id="rId20" Type="http://schemas.openxmlformats.org/officeDocument/2006/relationships/oleObject" Target="../embeddings/oleObject9.bin"/><Relationship Id="rId1" Type="http://schemas.openxmlformats.org/officeDocument/2006/relationships/slideLayout" Target="../slideLayouts/slideLayout138.xml"/><Relationship Id="rId6" Type="http://schemas.openxmlformats.org/officeDocument/2006/relationships/slideLayout" Target="../slideLayouts/slideLayout143.xml"/><Relationship Id="rId11" Type="http://schemas.openxmlformats.org/officeDocument/2006/relationships/slideLayout" Target="../slideLayouts/slideLayout148.xml"/><Relationship Id="rId5" Type="http://schemas.openxmlformats.org/officeDocument/2006/relationships/slideLayout" Target="../slideLayouts/slideLayout142.xml"/><Relationship Id="rId15" Type="http://schemas.openxmlformats.org/officeDocument/2006/relationships/slideLayout" Target="../slideLayouts/slideLayout152.xml"/><Relationship Id="rId10" Type="http://schemas.openxmlformats.org/officeDocument/2006/relationships/slideLayout" Target="../slideLayouts/slideLayout147.xml"/><Relationship Id="rId19" Type="http://schemas.openxmlformats.org/officeDocument/2006/relationships/tags" Target="../tags/tag17.xml"/><Relationship Id="rId4" Type="http://schemas.openxmlformats.org/officeDocument/2006/relationships/slideLayout" Target="../slideLayouts/slideLayout141.xml"/><Relationship Id="rId9" Type="http://schemas.openxmlformats.org/officeDocument/2006/relationships/slideLayout" Target="../slideLayouts/slideLayout146.xml"/><Relationship Id="rId14" Type="http://schemas.openxmlformats.org/officeDocument/2006/relationships/slideLayout" Target="../slideLayouts/slideLayout151.xml"/><Relationship Id="rId22" Type="http://schemas.openxmlformats.org/officeDocument/2006/relationships/image" Target="../media/image4.emf"/></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66.xml"/><Relationship Id="rId18" Type="http://schemas.openxmlformats.org/officeDocument/2006/relationships/slideLayout" Target="../slideLayouts/slideLayout171.xml"/><Relationship Id="rId26" Type="http://schemas.openxmlformats.org/officeDocument/2006/relationships/slideLayout" Target="../slideLayouts/slideLayout179.xml"/><Relationship Id="rId39" Type="http://schemas.openxmlformats.org/officeDocument/2006/relationships/slideLayout" Target="../slideLayouts/slideLayout192.xml"/><Relationship Id="rId21" Type="http://schemas.openxmlformats.org/officeDocument/2006/relationships/slideLayout" Target="../slideLayouts/slideLayout174.xml"/><Relationship Id="rId34" Type="http://schemas.openxmlformats.org/officeDocument/2006/relationships/slideLayout" Target="../slideLayouts/slideLayout187.xml"/><Relationship Id="rId42" Type="http://schemas.openxmlformats.org/officeDocument/2006/relationships/slideLayout" Target="../slideLayouts/slideLayout195.xml"/><Relationship Id="rId47" Type="http://schemas.openxmlformats.org/officeDocument/2006/relationships/slideLayout" Target="../slideLayouts/slideLayout200.xml"/><Relationship Id="rId50" Type="http://schemas.openxmlformats.org/officeDocument/2006/relationships/slideLayout" Target="../slideLayouts/slideLayout203.xml"/><Relationship Id="rId55" Type="http://schemas.openxmlformats.org/officeDocument/2006/relationships/image" Target="../media/image13.emf"/><Relationship Id="rId7" Type="http://schemas.openxmlformats.org/officeDocument/2006/relationships/slideLayout" Target="../slideLayouts/slideLayout160.xml"/><Relationship Id="rId2" Type="http://schemas.openxmlformats.org/officeDocument/2006/relationships/slideLayout" Target="../slideLayouts/slideLayout155.xml"/><Relationship Id="rId16" Type="http://schemas.openxmlformats.org/officeDocument/2006/relationships/slideLayout" Target="../slideLayouts/slideLayout169.xml"/><Relationship Id="rId29" Type="http://schemas.openxmlformats.org/officeDocument/2006/relationships/slideLayout" Target="../slideLayouts/slideLayout182.xml"/><Relationship Id="rId11" Type="http://schemas.openxmlformats.org/officeDocument/2006/relationships/slideLayout" Target="../slideLayouts/slideLayout164.xml"/><Relationship Id="rId24" Type="http://schemas.openxmlformats.org/officeDocument/2006/relationships/slideLayout" Target="../slideLayouts/slideLayout177.xml"/><Relationship Id="rId32" Type="http://schemas.openxmlformats.org/officeDocument/2006/relationships/slideLayout" Target="../slideLayouts/slideLayout185.xml"/><Relationship Id="rId37" Type="http://schemas.openxmlformats.org/officeDocument/2006/relationships/slideLayout" Target="../slideLayouts/slideLayout190.xml"/><Relationship Id="rId40" Type="http://schemas.openxmlformats.org/officeDocument/2006/relationships/slideLayout" Target="../slideLayouts/slideLayout193.xml"/><Relationship Id="rId45" Type="http://schemas.openxmlformats.org/officeDocument/2006/relationships/slideLayout" Target="../slideLayouts/slideLayout198.xml"/><Relationship Id="rId53" Type="http://schemas.openxmlformats.org/officeDocument/2006/relationships/tags" Target="../tags/tag25.xml"/><Relationship Id="rId5" Type="http://schemas.openxmlformats.org/officeDocument/2006/relationships/slideLayout" Target="../slideLayouts/slideLayout158.xml"/><Relationship Id="rId10" Type="http://schemas.openxmlformats.org/officeDocument/2006/relationships/slideLayout" Target="../slideLayouts/slideLayout163.xml"/><Relationship Id="rId19" Type="http://schemas.openxmlformats.org/officeDocument/2006/relationships/slideLayout" Target="../slideLayouts/slideLayout172.xml"/><Relationship Id="rId31" Type="http://schemas.openxmlformats.org/officeDocument/2006/relationships/slideLayout" Target="../slideLayouts/slideLayout184.xml"/><Relationship Id="rId44" Type="http://schemas.openxmlformats.org/officeDocument/2006/relationships/slideLayout" Target="../slideLayouts/slideLayout197.xml"/><Relationship Id="rId52" Type="http://schemas.openxmlformats.org/officeDocument/2006/relationships/theme" Target="../theme/theme6.xml"/><Relationship Id="rId4" Type="http://schemas.openxmlformats.org/officeDocument/2006/relationships/slideLayout" Target="../slideLayouts/slideLayout157.xml"/><Relationship Id="rId9" Type="http://schemas.openxmlformats.org/officeDocument/2006/relationships/slideLayout" Target="../slideLayouts/slideLayout162.xml"/><Relationship Id="rId14" Type="http://schemas.openxmlformats.org/officeDocument/2006/relationships/slideLayout" Target="../slideLayouts/slideLayout167.xml"/><Relationship Id="rId22" Type="http://schemas.openxmlformats.org/officeDocument/2006/relationships/slideLayout" Target="../slideLayouts/slideLayout175.xml"/><Relationship Id="rId27" Type="http://schemas.openxmlformats.org/officeDocument/2006/relationships/slideLayout" Target="../slideLayouts/slideLayout180.xml"/><Relationship Id="rId30" Type="http://schemas.openxmlformats.org/officeDocument/2006/relationships/slideLayout" Target="../slideLayouts/slideLayout183.xml"/><Relationship Id="rId35" Type="http://schemas.openxmlformats.org/officeDocument/2006/relationships/slideLayout" Target="../slideLayouts/slideLayout188.xml"/><Relationship Id="rId43" Type="http://schemas.openxmlformats.org/officeDocument/2006/relationships/slideLayout" Target="../slideLayouts/slideLayout196.xml"/><Relationship Id="rId48" Type="http://schemas.openxmlformats.org/officeDocument/2006/relationships/slideLayout" Target="../slideLayouts/slideLayout201.xml"/><Relationship Id="rId56" Type="http://schemas.openxmlformats.org/officeDocument/2006/relationships/image" Target="../media/image4.emf"/><Relationship Id="rId8" Type="http://schemas.openxmlformats.org/officeDocument/2006/relationships/slideLayout" Target="../slideLayouts/slideLayout161.xml"/><Relationship Id="rId51" Type="http://schemas.openxmlformats.org/officeDocument/2006/relationships/slideLayout" Target="../slideLayouts/slideLayout204.xml"/><Relationship Id="rId3" Type="http://schemas.openxmlformats.org/officeDocument/2006/relationships/slideLayout" Target="../slideLayouts/slideLayout156.xml"/><Relationship Id="rId12" Type="http://schemas.openxmlformats.org/officeDocument/2006/relationships/slideLayout" Target="../slideLayouts/slideLayout165.xml"/><Relationship Id="rId17" Type="http://schemas.openxmlformats.org/officeDocument/2006/relationships/slideLayout" Target="../slideLayouts/slideLayout170.xml"/><Relationship Id="rId25" Type="http://schemas.openxmlformats.org/officeDocument/2006/relationships/slideLayout" Target="../slideLayouts/slideLayout178.xml"/><Relationship Id="rId33" Type="http://schemas.openxmlformats.org/officeDocument/2006/relationships/slideLayout" Target="../slideLayouts/slideLayout186.xml"/><Relationship Id="rId38" Type="http://schemas.openxmlformats.org/officeDocument/2006/relationships/slideLayout" Target="../slideLayouts/slideLayout191.xml"/><Relationship Id="rId46" Type="http://schemas.openxmlformats.org/officeDocument/2006/relationships/slideLayout" Target="../slideLayouts/slideLayout199.xml"/><Relationship Id="rId20" Type="http://schemas.openxmlformats.org/officeDocument/2006/relationships/slideLayout" Target="../slideLayouts/slideLayout173.xml"/><Relationship Id="rId41" Type="http://schemas.openxmlformats.org/officeDocument/2006/relationships/slideLayout" Target="../slideLayouts/slideLayout194.xml"/><Relationship Id="rId54" Type="http://schemas.openxmlformats.org/officeDocument/2006/relationships/oleObject" Target="../embeddings/oleObject17.bin"/><Relationship Id="rId1" Type="http://schemas.openxmlformats.org/officeDocument/2006/relationships/slideLayout" Target="../slideLayouts/slideLayout154.xml"/><Relationship Id="rId6" Type="http://schemas.openxmlformats.org/officeDocument/2006/relationships/slideLayout" Target="../slideLayouts/slideLayout159.xml"/><Relationship Id="rId15" Type="http://schemas.openxmlformats.org/officeDocument/2006/relationships/slideLayout" Target="../slideLayouts/slideLayout168.xml"/><Relationship Id="rId23" Type="http://schemas.openxmlformats.org/officeDocument/2006/relationships/slideLayout" Target="../slideLayouts/slideLayout176.xml"/><Relationship Id="rId28" Type="http://schemas.openxmlformats.org/officeDocument/2006/relationships/slideLayout" Target="../slideLayouts/slideLayout181.xml"/><Relationship Id="rId36" Type="http://schemas.openxmlformats.org/officeDocument/2006/relationships/slideLayout" Target="../slideLayouts/slideLayout189.xml"/><Relationship Id="rId49" Type="http://schemas.openxmlformats.org/officeDocument/2006/relationships/slideLayout" Target="../slideLayouts/slideLayout20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0A8ADDD-4E8F-76AE-DCAD-6836486344B7}"/>
              </a:ext>
            </a:extLst>
          </p:cNvPr>
          <p:cNvGraphicFramePr>
            <a:graphicFrameLocks noChangeAspect="1"/>
          </p:cNvGraphicFramePr>
          <p:nvPr userDrawn="1">
            <p:custDataLst>
              <p:tags r:id="rId45"/>
            </p:custDataLst>
            <p:extLst>
              <p:ext uri="{D42A27DB-BD31-4B8C-83A1-F6EECF244321}">
                <p14:modId xmlns:p14="http://schemas.microsoft.com/office/powerpoint/2010/main" val="159222851"/>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6" imgW="395" imgH="396" progId="TCLayout.ActiveDocument.1">
                  <p:embed/>
                </p:oleObj>
              </mc:Choice>
              <mc:Fallback>
                <p:oleObj name="think-cell Slide" r:id="rId46" imgW="395" imgH="396" progId="TCLayout.ActiveDocument.1">
                  <p:embed/>
                  <p:pic>
                    <p:nvPicPr>
                      <p:cNvPr id="5" name="Object 4" hidden="1">
                        <a:extLst>
                          <a:ext uri="{FF2B5EF4-FFF2-40B4-BE49-F238E27FC236}">
                            <a16:creationId xmlns:a16="http://schemas.microsoft.com/office/drawing/2014/main" id="{30A8ADDD-4E8F-76AE-DCAD-6836486344B7}"/>
                          </a:ext>
                        </a:extLst>
                      </p:cNvPr>
                      <p:cNvPicPr/>
                      <p:nvPr/>
                    </p:nvPicPr>
                    <p:blipFill>
                      <a:blip r:embed="rId47"/>
                      <a:stretch>
                        <a:fillRect/>
                      </a:stretch>
                    </p:blipFill>
                    <p:spPr>
                      <a:xfrm>
                        <a:off x="1589"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557929" y="530351"/>
            <a:ext cx="9667726" cy="713232"/>
          </a:xfrm>
          <a:prstGeom prst="rect">
            <a:avLst/>
          </a:prstGeom>
        </p:spPr>
        <p:txBody>
          <a:bodyPr vert="horz" lIns="0" tIns="0" rIns="0" bIns="0" rtlCol="0" anchor="t" anchorCtr="0">
            <a:noAutofit/>
          </a:bodyPr>
          <a:lstStyle/>
          <a:p>
            <a:r>
              <a:rPr lang="en-US"/>
              <a:t>Click to edit master title</a:t>
            </a:r>
          </a:p>
        </p:txBody>
      </p:sp>
      <p:sp>
        <p:nvSpPr>
          <p:cNvPr id="3" name="Text Placeholder 2"/>
          <p:cNvSpPr>
            <a:spLocks noGrp="1"/>
          </p:cNvSpPr>
          <p:nvPr>
            <p:ph type="body" idx="1"/>
          </p:nvPr>
        </p:nvSpPr>
        <p:spPr bwMode="gray">
          <a:xfrm>
            <a:off x="557929" y="1767532"/>
            <a:ext cx="11048829" cy="3977640"/>
          </a:xfrm>
          <a:prstGeom prst="rect">
            <a:avLst/>
          </a:prstGeom>
        </p:spPr>
        <p:txBody>
          <a:bodyPr vert="horz" lIns="0" tIns="0" rIns="0" bIns="0" rtlCol="0">
            <a:noAutofit/>
          </a:bodyPr>
          <a:lstStyle/>
          <a:p>
            <a:pPr lvl="0"/>
            <a:r>
              <a:rPr lang="en-US"/>
              <a:t>Click to edit Master text styles</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20" name="Content Placeholder 8"/>
          <p:cNvSpPr txBox="1">
            <a:spLocks/>
          </p:cNvSpPr>
          <p:nvPr/>
        </p:nvSpPr>
        <p:spPr>
          <a:xfrm>
            <a:off x="557930"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6118871-4A8C-4517-9A46-8863C34DC7FC}"/>
              </a:ext>
            </a:extLst>
          </p:cNvPr>
          <p:cNvSpPr txBox="1"/>
          <p:nvPr userDrawn="1"/>
        </p:nvSpPr>
        <p:spPr>
          <a:xfrm>
            <a:off x="859758" y="6425582"/>
            <a:ext cx="8048816" cy="123111"/>
          </a:xfrm>
          <a:prstGeom prst="rect">
            <a:avLst/>
          </a:prstGeom>
          <a:noFill/>
        </p:spPr>
        <p:txBody>
          <a:bodyPr wrap="square" lIns="0" tIns="0" rIns="0" bIns="0" rtlCol="0" anchor="b">
            <a:spAutoFit/>
          </a:bodyPr>
          <a:lstStyle/>
          <a:p>
            <a:r>
              <a:rPr lang="en-US" sz="800">
                <a:solidFill>
                  <a:schemeClr val="tx2"/>
                </a:solidFill>
                <a:latin typeface="CVS Health Sans" panose="020B0504020202020204" pitchFamily="34" charset="0"/>
              </a:rPr>
              <a:t>©2024 CVS Health and/or one of its affiliates. Confidential and proprietary.</a:t>
            </a:r>
          </a:p>
        </p:txBody>
      </p:sp>
      <p:pic>
        <p:nvPicPr>
          <p:cNvPr id="14" name="Graphic 13" descr="CVS Health logo.">
            <a:extLst>
              <a:ext uri="{FF2B5EF4-FFF2-40B4-BE49-F238E27FC236}">
                <a16:creationId xmlns:a16="http://schemas.microsoft.com/office/drawing/2014/main" id="{E4ED132B-CD59-47A6-9E0F-74A5ED67C019}"/>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10353705" y="6373368"/>
            <a:ext cx="1274145" cy="155448"/>
          </a:xfrm>
          <a:prstGeom prst="rect">
            <a:avLst/>
          </a:prstGeom>
        </p:spPr>
      </p:pic>
      <p:pic>
        <p:nvPicPr>
          <p:cNvPr id="4" name="Picture 3">
            <a:extLst>
              <a:ext uri="{FF2B5EF4-FFF2-40B4-BE49-F238E27FC236}">
                <a16:creationId xmlns:a16="http://schemas.microsoft.com/office/drawing/2014/main" id="{4BB955CB-3B34-7538-3094-3143970C496F}"/>
              </a:ext>
            </a:extLst>
          </p:cNvPr>
          <p:cNvPicPr>
            <a:picLocks noChangeAspect="1"/>
          </p:cNvPicPr>
          <p:nvPr userDrawn="1"/>
        </p:nvPicPr>
        <p:blipFill>
          <a:blip r:embed="rId50" cstate="print">
            <a:extLst>
              <a:ext uri="{28A0092B-C50C-407E-A947-70E740481C1C}">
                <a14:useLocalDpi xmlns:a14="http://schemas.microsoft.com/office/drawing/2010/main"/>
              </a:ext>
            </a:extLst>
          </a:blip>
          <a:stretch>
            <a:fillRect/>
          </a:stretch>
        </p:blipFill>
        <p:spPr>
          <a:xfrm>
            <a:off x="9075009" y="6376138"/>
            <a:ext cx="707199" cy="149360"/>
          </a:xfrm>
          <a:prstGeom prst="rect">
            <a:avLst/>
          </a:prstGeom>
        </p:spPr>
      </p:pic>
    </p:spTree>
    <p:extLst>
      <p:ext uri="{BB962C8B-B14F-4D97-AF65-F5344CB8AC3E}">
        <p14:creationId xmlns:p14="http://schemas.microsoft.com/office/powerpoint/2010/main" val="2391745299"/>
      </p:ext>
    </p:extLst>
  </p:cSld>
  <p:clrMap bg1="lt1" tx1="dk1" bg2="lt2" tx2="dk2" accent1="accent1" accent2="accent2" accent3="accent3" accent4="accent4" accent5="accent5" accent6="accent6" hlink="hlink" folHlink="folHlink"/>
  <p:sldLayoutIdLst>
    <p:sldLayoutId id="2147483975" r:id="rId1"/>
    <p:sldLayoutId id="2147483885" r:id="rId2"/>
    <p:sldLayoutId id="2147483977" r:id="rId3"/>
    <p:sldLayoutId id="2147483976" r:id="rId4"/>
    <p:sldLayoutId id="2147483979" r:id="rId5"/>
    <p:sldLayoutId id="2147483980" r:id="rId6"/>
    <p:sldLayoutId id="2147483890" r:id="rId7"/>
    <p:sldLayoutId id="2147483981" r:id="rId8"/>
    <p:sldLayoutId id="2147483982" r:id="rId9"/>
    <p:sldLayoutId id="2147483984" r:id="rId10"/>
    <p:sldLayoutId id="2147483985" r:id="rId11"/>
    <p:sldLayoutId id="2147483895" r:id="rId12"/>
    <p:sldLayoutId id="2147483986" r:id="rId13"/>
    <p:sldLayoutId id="2147483897" r:id="rId14"/>
    <p:sldLayoutId id="2147483987" r:id="rId15"/>
    <p:sldLayoutId id="2147483899" r:id="rId16"/>
    <p:sldLayoutId id="2147483988" r:id="rId17"/>
    <p:sldLayoutId id="2147483989" r:id="rId18"/>
    <p:sldLayoutId id="2147483990" r:id="rId19"/>
    <p:sldLayoutId id="2147483903" r:id="rId20"/>
    <p:sldLayoutId id="2147483991" r:id="rId21"/>
    <p:sldLayoutId id="2147483993" r:id="rId22"/>
    <p:sldLayoutId id="2147483996" r:id="rId23"/>
    <p:sldLayoutId id="2147483995" r:id="rId24"/>
    <p:sldLayoutId id="2147483998" r:id="rId25"/>
    <p:sldLayoutId id="2147483999" r:id="rId26"/>
    <p:sldLayoutId id="2147484001" r:id="rId27"/>
    <p:sldLayoutId id="2147484006" r:id="rId28"/>
    <p:sldLayoutId id="2147483916" r:id="rId29"/>
    <p:sldLayoutId id="2147483917" r:id="rId30"/>
    <p:sldLayoutId id="2147483918" r:id="rId31"/>
    <p:sldLayoutId id="2147483919" r:id="rId32"/>
    <p:sldLayoutId id="2147484003" r:id="rId33"/>
    <p:sldLayoutId id="2147483921" r:id="rId34"/>
    <p:sldLayoutId id="2147484004" r:id="rId35"/>
    <p:sldLayoutId id="2147483978" r:id="rId36"/>
    <p:sldLayoutId id="2147483924" r:id="rId37"/>
    <p:sldLayoutId id="2147484002" r:id="rId38"/>
    <p:sldLayoutId id="2147484948" r:id="rId39"/>
    <p:sldLayoutId id="2147484949" r:id="rId40"/>
    <p:sldLayoutId id="2147485046" r:id="rId41"/>
    <p:sldLayoutId id="2147485073" r:id="rId42"/>
    <p:sldLayoutId id="2147485126" r:id="rId43"/>
  </p:sldLayoutIdLst>
  <p:hf hdr="0" dt="0"/>
  <p:txStyles>
    <p:titleStyle>
      <a:lvl1pPr algn="l" defTabSz="457200" rtl="0" eaLnBrk="1" latinLnBrk="0" hangingPunct="1">
        <a:lnSpc>
          <a:spcPct val="90000"/>
        </a:lnSpc>
        <a:spcBef>
          <a:spcPct val="0"/>
        </a:spcBef>
        <a:buNone/>
        <a:defRPr sz="2600" b="1" kern="1200">
          <a:solidFill>
            <a:schemeClr val="tx2"/>
          </a:solidFill>
          <a:latin typeface="+mj-lt"/>
          <a:ea typeface="+mj-ea"/>
          <a:cs typeface="+mj-cs"/>
        </a:defRPr>
      </a:lvl1pPr>
    </p:titleStyle>
    <p:bodyStyle>
      <a:lvl1pPr marL="0" indent="0" algn="l" defTabSz="457200" rtl="0" eaLnBrk="1" fontAlgn="ctr" latinLnBrk="0" hangingPunct="1">
        <a:lnSpc>
          <a:spcPct val="100000"/>
        </a:lnSpc>
        <a:spcBef>
          <a:spcPts val="1800"/>
        </a:spcBef>
        <a:buClrTx/>
        <a:buFont typeface="Arial"/>
        <a:buNone/>
        <a:defRPr sz="1300" b="0" kern="1200">
          <a:solidFill>
            <a:schemeClr val="tx2"/>
          </a:solidFill>
          <a:latin typeface="+mn-lt"/>
          <a:ea typeface="+mn-ea"/>
          <a:cs typeface="+mn-cs"/>
        </a:defRPr>
      </a:lvl1pPr>
      <a:lvl2pPr marL="171450" indent="-171450" algn="l" defTabSz="457200" rtl="0" eaLnBrk="1" fontAlgn="ctr" latinLnBrk="0" hangingPunct="1">
        <a:lnSpc>
          <a:spcPct val="100000"/>
        </a:lnSpc>
        <a:spcBef>
          <a:spcPts val="1200"/>
        </a:spcBef>
        <a:buClrTx/>
        <a:buFont typeface="Arial"/>
        <a:buChar char="•"/>
        <a:defRPr sz="1300" kern="1200">
          <a:solidFill>
            <a:schemeClr val="tx2"/>
          </a:solidFill>
          <a:latin typeface="+mn-lt"/>
          <a:ea typeface="+mn-ea"/>
          <a:cs typeface="+mn-cs"/>
        </a:defRPr>
      </a:lvl2pPr>
      <a:lvl3pPr marL="342900" indent="-171450" algn="l" defTabSz="457200" rtl="0" eaLnBrk="1" fontAlgn="ctr" latinLnBrk="0" hangingPunct="1">
        <a:lnSpc>
          <a:spcPct val="100000"/>
        </a:lnSpc>
        <a:spcBef>
          <a:spcPts val="600"/>
        </a:spcBef>
        <a:buClrTx/>
        <a:buFont typeface="Lucida Grande"/>
        <a:buChar char="–"/>
        <a:defRPr sz="1300" kern="1200" baseline="0">
          <a:solidFill>
            <a:schemeClr val="tx2"/>
          </a:solidFill>
          <a:latin typeface="+mn-lt"/>
          <a:ea typeface="+mn-ea"/>
          <a:cs typeface="+mn-cs"/>
        </a:defRPr>
      </a:lvl3pPr>
      <a:lvl4pPr marL="514350" indent="-17145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4pPr>
      <a:lvl5pPr marL="685800" indent="-171450" algn="l" defTabSz="457200" rtl="0" eaLnBrk="1" fontAlgn="ctr"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5pPr>
      <a:lvl6pPr marL="857250" indent="-17145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7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500" indent="-17780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6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p:bodyStyle>
    <p:otherStyle>
      <a:defPPr>
        <a:defRPr lang="en-US"/>
      </a:defPPr>
      <a:lvl1pPr marL="0" algn="l" defTabSz="457200" rtl="0" eaLnBrk="1" fontAlgn="ctr" latinLnBrk="0" hangingPunct="1">
        <a:defRPr sz="1500" kern="1500">
          <a:solidFill>
            <a:schemeClr val="tx1"/>
          </a:solidFill>
          <a:latin typeface="+mn-lt"/>
          <a:ea typeface="+mn-ea"/>
          <a:cs typeface="+mn-cs"/>
        </a:defRPr>
      </a:lvl1pPr>
      <a:lvl2pPr marL="0" algn="r" defTabSz="457200" rtl="0" eaLnBrk="1" fontAlgn="ctr" latinLnBrk="0" hangingPunct="1">
        <a:defRPr sz="1500" kern="1500">
          <a:solidFill>
            <a:schemeClr val="tx1"/>
          </a:solidFill>
          <a:latin typeface="+mn-lt"/>
          <a:ea typeface="+mn-ea"/>
          <a:cs typeface="+mn-cs"/>
        </a:defRPr>
      </a:lvl2pPr>
      <a:lvl3pPr marL="0" algn="ctr" defTabSz="457200" rtl="0" eaLnBrk="1" fontAlgn="ctr" latinLnBrk="0" hangingPunct="1">
        <a:defRPr sz="1500" kern="1500">
          <a:solidFill>
            <a:schemeClr val="tx1"/>
          </a:solidFill>
          <a:latin typeface="+mn-lt"/>
          <a:ea typeface="+mn-ea"/>
          <a:cs typeface="+mn-cs"/>
        </a:defRPr>
      </a:lvl3pPr>
      <a:lvl4pPr marL="0" algn="l" defTabSz="457200" rtl="0" eaLnBrk="1" fontAlgn="ctr" latinLnBrk="0" hangingPunct="1">
        <a:defRPr sz="1500" kern="1500">
          <a:solidFill>
            <a:schemeClr val="tx1"/>
          </a:solidFill>
          <a:latin typeface="+mn-lt"/>
          <a:ea typeface="+mn-ea"/>
          <a:cs typeface="+mn-cs"/>
        </a:defRPr>
      </a:lvl4pPr>
      <a:lvl5pPr marL="0" algn="r" defTabSz="457200" rtl="0" eaLnBrk="1" fontAlgn="ctr" latinLnBrk="0" hangingPunct="1">
        <a:defRPr sz="1500" kern="1500">
          <a:solidFill>
            <a:schemeClr val="tx1"/>
          </a:solidFill>
          <a:latin typeface="+mn-lt"/>
          <a:ea typeface="+mn-ea"/>
          <a:cs typeface="+mn-cs"/>
        </a:defRPr>
      </a:lvl5pPr>
      <a:lvl6pPr marL="0" algn="ctr" defTabSz="457200" rtl="0" eaLnBrk="1" fontAlgn="ctr" latinLnBrk="0" hangingPunct="1">
        <a:defRPr sz="1500" kern="1500">
          <a:solidFill>
            <a:schemeClr val="tx1"/>
          </a:solidFill>
          <a:latin typeface="+mn-lt"/>
          <a:ea typeface="+mn-ea"/>
          <a:cs typeface="+mn-cs"/>
        </a:defRPr>
      </a:lvl6pPr>
      <a:lvl7pPr marL="0" algn="l" defTabSz="457200" rtl="0" eaLnBrk="1" fontAlgn="ctr" latinLnBrk="0" hangingPunct="1">
        <a:defRPr sz="1500" kern="1500">
          <a:solidFill>
            <a:schemeClr val="tx1"/>
          </a:solidFill>
          <a:latin typeface="+mn-lt"/>
          <a:ea typeface="+mn-ea"/>
          <a:cs typeface="+mn-cs"/>
        </a:defRPr>
      </a:lvl7pPr>
      <a:lvl8pPr marL="0" algn="r" defTabSz="457200" rtl="0" eaLnBrk="1" fontAlgn="ctr" latinLnBrk="0" hangingPunct="1">
        <a:defRPr sz="1500" kern="1500">
          <a:solidFill>
            <a:schemeClr val="tx1"/>
          </a:solidFill>
          <a:latin typeface="+mn-lt"/>
          <a:ea typeface="+mn-ea"/>
          <a:cs typeface="+mn-cs"/>
        </a:defRPr>
      </a:lvl8pPr>
      <a:lvl9pPr marL="0" algn="ctr" defTabSz="457200" rtl="0" eaLnBrk="1" fontAlgn="ctr" latinLnBrk="0" hangingPunct="1">
        <a:defRPr sz="1500" kern="15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04">
          <p15:clr>
            <a:srgbClr val="F26B43"/>
          </p15:clr>
        </p15:guide>
        <p15:guide id="2" pos="362">
          <p15:clr>
            <a:srgbClr val="F26B43"/>
          </p15:clr>
        </p15:guide>
        <p15:guide id="3" pos="7319">
          <p15:clr>
            <a:srgbClr val="F26B43"/>
          </p15:clr>
        </p15:guide>
        <p15:guide id="4" orient="horz" pos="360">
          <p15:clr>
            <a:srgbClr val="F26B43"/>
          </p15:clr>
        </p15:guide>
        <p15:guide id="5" orient="horz" pos="3622">
          <p15:clr>
            <a:srgbClr val="F26B43"/>
          </p15:clr>
        </p15:guide>
        <p15:guide id="6" orient="horz" pos="41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FD11FA4-5E53-C1F9-559B-1379A0D99A8B}"/>
              </a:ext>
            </a:extLst>
          </p:cNvPr>
          <p:cNvGraphicFramePr>
            <a:graphicFrameLocks noChangeAspect="1"/>
          </p:cNvGraphicFramePr>
          <p:nvPr userDrawn="1">
            <p:custDataLst>
              <p:tags r:id="rId45"/>
            </p:custDataLst>
            <p:extLst>
              <p:ext uri="{D42A27DB-BD31-4B8C-83A1-F6EECF244321}">
                <p14:modId xmlns:p14="http://schemas.microsoft.com/office/powerpoint/2010/main" val="1048200456"/>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6" imgW="395" imgH="396" progId="TCLayout.ActiveDocument.1">
                  <p:embed/>
                </p:oleObj>
              </mc:Choice>
              <mc:Fallback>
                <p:oleObj name="think-cell Slide" r:id="rId46" imgW="395" imgH="396" progId="TCLayout.ActiveDocument.1">
                  <p:embed/>
                  <p:pic>
                    <p:nvPicPr>
                      <p:cNvPr id="5" name="think-cell data - do not delete" hidden="1">
                        <a:extLst>
                          <a:ext uri="{FF2B5EF4-FFF2-40B4-BE49-F238E27FC236}">
                            <a16:creationId xmlns:a16="http://schemas.microsoft.com/office/drawing/2014/main" id="{1FD11FA4-5E53-C1F9-559B-1379A0D99A8B}"/>
                          </a:ext>
                        </a:extLst>
                      </p:cNvPr>
                      <p:cNvPicPr/>
                      <p:nvPr/>
                    </p:nvPicPr>
                    <p:blipFill>
                      <a:blip r:embed="rId47"/>
                      <a:stretch>
                        <a:fillRect/>
                      </a:stretch>
                    </p:blipFill>
                    <p:spPr>
                      <a:xfrm>
                        <a:off x="1589"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557929" y="530351"/>
            <a:ext cx="9667726" cy="713232"/>
          </a:xfrm>
          <a:prstGeom prst="rect">
            <a:avLst/>
          </a:prstGeom>
        </p:spPr>
        <p:txBody>
          <a:bodyPr vert="horz" lIns="0" tIns="0" rIns="0" bIns="0" rtlCol="0" anchor="t" anchorCtr="0">
            <a:noAutofit/>
          </a:bodyPr>
          <a:lstStyle/>
          <a:p>
            <a:r>
              <a:rPr lang="en-US"/>
              <a:t>Click to edit master title</a:t>
            </a:r>
          </a:p>
        </p:txBody>
      </p:sp>
      <p:sp>
        <p:nvSpPr>
          <p:cNvPr id="3" name="Text Placeholder 2"/>
          <p:cNvSpPr>
            <a:spLocks noGrp="1"/>
          </p:cNvSpPr>
          <p:nvPr>
            <p:ph type="body" idx="1"/>
          </p:nvPr>
        </p:nvSpPr>
        <p:spPr bwMode="gray">
          <a:xfrm>
            <a:off x="557929" y="1767532"/>
            <a:ext cx="11048829" cy="3977640"/>
          </a:xfrm>
          <a:prstGeom prst="rect">
            <a:avLst/>
          </a:prstGeom>
        </p:spPr>
        <p:txBody>
          <a:bodyPr vert="horz" lIns="0" tIns="0" rIns="0" bIns="0" rtlCol="0">
            <a:noAutofit/>
          </a:bodyPr>
          <a:lstStyle/>
          <a:p>
            <a:pPr lvl="0"/>
            <a:r>
              <a:rPr lang="en-US"/>
              <a:t>Click to edit Master text styles</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20" name="Content Placeholder 8"/>
          <p:cNvSpPr txBox="1">
            <a:spLocks/>
          </p:cNvSpPr>
          <p:nvPr/>
        </p:nvSpPr>
        <p:spPr>
          <a:xfrm>
            <a:off x="557930"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6118871-4A8C-4517-9A46-8863C34DC7FC}"/>
              </a:ext>
            </a:extLst>
          </p:cNvPr>
          <p:cNvSpPr txBox="1"/>
          <p:nvPr userDrawn="1"/>
        </p:nvSpPr>
        <p:spPr>
          <a:xfrm>
            <a:off x="859758" y="6425582"/>
            <a:ext cx="8048816" cy="123111"/>
          </a:xfrm>
          <a:prstGeom prst="rect">
            <a:avLst/>
          </a:prstGeom>
          <a:noFill/>
        </p:spPr>
        <p:txBody>
          <a:bodyPr wrap="square" lIns="0" tIns="0" rIns="0" bIns="0" rtlCol="0" anchor="b">
            <a:spAutoFit/>
          </a:bodyPr>
          <a:lstStyle/>
          <a:p>
            <a:r>
              <a:rPr lang="en-US" sz="800">
                <a:solidFill>
                  <a:schemeClr val="tx2"/>
                </a:solidFill>
                <a:latin typeface="+mn-lt"/>
              </a:rPr>
              <a:t>©2024 CVS Health and/or one of its affiliates. Confidential and proprietary.</a:t>
            </a:r>
          </a:p>
        </p:txBody>
      </p:sp>
      <p:pic>
        <p:nvPicPr>
          <p:cNvPr id="14" name="Graphic 13" descr="CVS Health logo.">
            <a:extLst>
              <a:ext uri="{FF2B5EF4-FFF2-40B4-BE49-F238E27FC236}">
                <a16:creationId xmlns:a16="http://schemas.microsoft.com/office/drawing/2014/main" id="{E4ED132B-CD59-47A6-9E0F-74A5ED67C019}"/>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4269191836"/>
      </p:ext>
    </p:extLst>
  </p:cSld>
  <p:clrMap bg1="lt1" tx1="dk1" bg2="lt2" tx2="dk2" accent1="accent1" accent2="accent2" accent3="accent3" accent4="accent4" accent5="accent5" accent6="accent6" hlink="hlink" folHlink="folHlink"/>
  <p:sldLayoutIdLst>
    <p:sldLayoutId id="2147484953" r:id="rId1"/>
    <p:sldLayoutId id="2147484954" r:id="rId2"/>
    <p:sldLayoutId id="2147484955" r:id="rId3"/>
    <p:sldLayoutId id="2147484956" r:id="rId4"/>
    <p:sldLayoutId id="2147484957" r:id="rId5"/>
    <p:sldLayoutId id="2147484958" r:id="rId6"/>
    <p:sldLayoutId id="2147484959" r:id="rId7"/>
    <p:sldLayoutId id="2147484960" r:id="rId8"/>
    <p:sldLayoutId id="2147484961" r:id="rId9"/>
    <p:sldLayoutId id="2147484962" r:id="rId10"/>
    <p:sldLayoutId id="2147484963" r:id="rId11"/>
    <p:sldLayoutId id="2147484964" r:id="rId12"/>
    <p:sldLayoutId id="2147484965" r:id="rId13"/>
    <p:sldLayoutId id="2147484966" r:id="rId14"/>
    <p:sldLayoutId id="2147484967" r:id="rId15"/>
    <p:sldLayoutId id="2147484968" r:id="rId16"/>
    <p:sldLayoutId id="2147484969" r:id="rId17"/>
    <p:sldLayoutId id="2147484970" r:id="rId18"/>
    <p:sldLayoutId id="2147484971" r:id="rId19"/>
    <p:sldLayoutId id="2147484972" r:id="rId20"/>
    <p:sldLayoutId id="2147484973" r:id="rId21"/>
    <p:sldLayoutId id="2147484974" r:id="rId22"/>
    <p:sldLayoutId id="2147484975" r:id="rId23"/>
    <p:sldLayoutId id="2147484976" r:id="rId24"/>
    <p:sldLayoutId id="2147484977" r:id="rId25"/>
    <p:sldLayoutId id="2147484978" r:id="rId26"/>
    <p:sldLayoutId id="2147484979" r:id="rId27"/>
    <p:sldLayoutId id="2147484980" r:id="rId28"/>
    <p:sldLayoutId id="2147484981" r:id="rId29"/>
    <p:sldLayoutId id="2147484982" r:id="rId30"/>
    <p:sldLayoutId id="2147484983" r:id="rId31"/>
    <p:sldLayoutId id="2147484984" r:id="rId32"/>
    <p:sldLayoutId id="2147484985" r:id="rId33"/>
    <p:sldLayoutId id="2147484986" r:id="rId34"/>
    <p:sldLayoutId id="2147484987" r:id="rId35"/>
    <p:sldLayoutId id="2147484988" r:id="rId36"/>
    <p:sldLayoutId id="2147484989" r:id="rId37"/>
    <p:sldLayoutId id="2147484990" r:id="rId38"/>
    <p:sldLayoutId id="2147484991" r:id="rId39"/>
    <p:sldLayoutId id="2147484992" r:id="rId40"/>
    <p:sldLayoutId id="2147484993" r:id="rId41"/>
    <p:sldLayoutId id="2147484994" r:id="rId42"/>
    <p:sldLayoutId id="2147485127" r:id="rId43"/>
  </p:sldLayoutIdLst>
  <p:hf hdr="0" dt="0"/>
  <p:txStyles>
    <p:titleStyle>
      <a:lvl1pPr algn="l" defTabSz="457200" rtl="0" eaLnBrk="1" latinLnBrk="0" hangingPunct="1">
        <a:lnSpc>
          <a:spcPct val="90000"/>
        </a:lnSpc>
        <a:spcBef>
          <a:spcPct val="0"/>
        </a:spcBef>
        <a:buNone/>
        <a:defRPr sz="2600" b="1" kern="1200">
          <a:solidFill>
            <a:schemeClr val="tx2"/>
          </a:solidFill>
          <a:latin typeface="+mj-lt"/>
          <a:ea typeface="+mj-ea"/>
          <a:cs typeface="+mj-cs"/>
        </a:defRPr>
      </a:lvl1pPr>
    </p:titleStyle>
    <p:bodyStyle>
      <a:lvl1pPr marL="0" indent="0" algn="l" defTabSz="457200" rtl="0" eaLnBrk="1" fontAlgn="ctr" latinLnBrk="0" hangingPunct="1">
        <a:lnSpc>
          <a:spcPct val="100000"/>
        </a:lnSpc>
        <a:spcBef>
          <a:spcPts val="1800"/>
        </a:spcBef>
        <a:buClrTx/>
        <a:buFont typeface="Arial"/>
        <a:buNone/>
        <a:defRPr sz="1300" b="0" kern="1200">
          <a:solidFill>
            <a:schemeClr val="tx2"/>
          </a:solidFill>
          <a:latin typeface="+mn-lt"/>
          <a:ea typeface="+mn-ea"/>
          <a:cs typeface="+mn-cs"/>
        </a:defRPr>
      </a:lvl1pPr>
      <a:lvl2pPr marL="171450" indent="-171450" algn="l" defTabSz="457200" rtl="0" eaLnBrk="1" fontAlgn="ctr" latinLnBrk="0" hangingPunct="1">
        <a:lnSpc>
          <a:spcPct val="100000"/>
        </a:lnSpc>
        <a:spcBef>
          <a:spcPts val="1200"/>
        </a:spcBef>
        <a:buClrTx/>
        <a:buFont typeface="Arial"/>
        <a:buChar char="•"/>
        <a:defRPr sz="1300" kern="1200">
          <a:solidFill>
            <a:schemeClr val="tx2"/>
          </a:solidFill>
          <a:latin typeface="+mn-lt"/>
          <a:ea typeface="+mn-ea"/>
          <a:cs typeface="+mn-cs"/>
        </a:defRPr>
      </a:lvl2pPr>
      <a:lvl3pPr marL="342900" indent="-171450" algn="l" defTabSz="457200" rtl="0" eaLnBrk="1" fontAlgn="ctr" latinLnBrk="0" hangingPunct="1">
        <a:lnSpc>
          <a:spcPct val="100000"/>
        </a:lnSpc>
        <a:spcBef>
          <a:spcPts val="600"/>
        </a:spcBef>
        <a:buClrTx/>
        <a:buFont typeface="CVS Health Sans"/>
        <a:buChar char="–"/>
        <a:defRPr sz="1300" kern="1200" baseline="0">
          <a:solidFill>
            <a:schemeClr val="tx2"/>
          </a:solidFill>
          <a:latin typeface="+mn-lt"/>
          <a:ea typeface="+mn-ea"/>
          <a:cs typeface="+mn-cs"/>
        </a:defRPr>
      </a:lvl3pPr>
      <a:lvl4pPr marL="514350" indent="-17145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4pPr>
      <a:lvl5pPr marL="685800" indent="-171450" algn="l" defTabSz="457200" rtl="0" eaLnBrk="1" fontAlgn="ctr"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5pPr>
      <a:lvl6pPr marL="857250" indent="-17145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7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500" indent="-17780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6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p:bodyStyle>
    <p:otherStyle>
      <a:defPPr>
        <a:defRPr lang="en-US"/>
      </a:defPPr>
      <a:lvl1pPr marL="0" algn="l" defTabSz="457200" rtl="0" eaLnBrk="1" fontAlgn="ctr" latinLnBrk="0" hangingPunct="1">
        <a:defRPr sz="1500" kern="1500">
          <a:solidFill>
            <a:schemeClr val="tx1"/>
          </a:solidFill>
          <a:latin typeface="+mn-lt"/>
          <a:ea typeface="+mn-ea"/>
          <a:cs typeface="+mn-cs"/>
        </a:defRPr>
      </a:lvl1pPr>
      <a:lvl2pPr marL="0" algn="r" defTabSz="457200" rtl="0" eaLnBrk="1" fontAlgn="ctr" latinLnBrk="0" hangingPunct="1">
        <a:defRPr sz="1500" kern="1500">
          <a:solidFill>
            <a:schemeClr val="tx1"/>
          </a:solidFill>
          <a:latin typeface="+mn-lt"/>
          <a:ea typeface="+mn-ea"/>
          <a:cs typeface="+mn-cs"/>
        </a:defRPr>
      </a:lvl2pPr>
      <a:lvl3pPr marL="0" algn="ctr" defTabSz="457200" rtl="0" eaLnBrk="1" fontAlgn="ctr" latinLnBrk="0" hangingPunct="1">
        <a:defRPr sz="1500" kern="1500">
          <a:solidFill>
            <a:schemeClr val="tx1"/>
          </a:solidFill>
          <a:latin typeface="+mn-lt"/>
          <a:ea typeface="+mn-ea"/>
          <a:cs typeface="+mn-cs"/>
        </a:defRPr>
      </a:lvl3pPr>
      <a:lvl4pPr marL="0" algn="l" defTabSz="457200" rtl="0" eaLnBrk="1" fontAlgn="ctr" latinLnBrk="0" hangingPunct="1">
        <a:defRPr sz="1500" kern="1500">
          <a:solidFill>
            <a:schemeClr val="tx1"/>
          </a:solidFill>
          <a:latin typeface="+mn-lt"/>
          <a:ea typeface="+mn-ea"/>
          <a:cs typeface="+mn-cs"/>
        </a:defRPr>
      </a:lvl4pPr>
      <a:lvl5pPr marL="0" algn="r" defTabSz="457200" rtl="0" eaLnBrk="1" fontAlgn="ctr" latinLnBrk="0" hangingPunct="1">
        <a:defRPr sz="1500" kern="1500">
          <a:solidFill>
            <a:schemeClr val="tx1"/>
          </a:solidFill>
          <a:latin typeface="+mn-lt"/>
          <a:ea typeface="+mn-ea"/>
          <a:cs typeface="+mn-cs"/>
        </a:defRPr>
      </a:lvl5pPr>
      <a:lvl6pPr marL="0" algn="ctr" defTabSz="457200" rtl="0" eaLnBrk="1" fontAlgn="ctr" latinLnBrk="0" hangingPunct="1">
        <a:defRPr sz="1500" kern="1500">
          <a:solidFill>
            <a:schemeClr val="tx1"/>
          </a:solidFill>
          <a:latin typeface="+mn-lt"/>
          <a:ea typeface="+mn-ea"/>
          <a:cs typeface="+mn-cs"/>
        </a:defRPr>
      </a:lvl6pPr>
      <a:lvl7pPr marL="0" algn="l" defTabSz="457200" rtl="0" eaLnBrk="1" fontAlgn="ctr" latinLnBrk="0" hangingPunct="1">
        <a:defRPr sz="1500" kern="1500">
          <a:solidFill>
            <a:schemeClr val="tx1"/>
          </a:solidFill>
          <a:latin typeface="+mn-lt"/>
          <a:ea typeface="+mn-ea"/>
          <a:cs typeface="+mn-cs"/>
        </a:defRPr>
      </a:lvl7pPr>
      <a:lvl8pPr marL="0" algn="r" defTabSz="457200" rtl="0" eaLnBrk="1" fontAlgn="ctr" latinLnBrk="0" hangingPunct="1">
        <a:defRPr sz="1500" kern="1500">
          <a:solidFill>
            <a:schemeClr val="tx1"/>
          </a:solidFill>
          <a:latin typeface="+mn-lt"/>
          <a:ea typeface="+mn-ea"/>
          <a:cs typeface="+mn-cs"/>
        </a:defRPr>
      </a:lvl8pPr>
      <a:lvl9pPr marL="0" algn="ctr" defTabSz="457200" rtl="0" eaLnBrk="1" fontAlgn="ctr" latinLnBrk="0" hangingPunct="1">
        <a:defRPr sz="1500" kern="15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04">
          <p15:clr>
            <a:srgbClr val="F26B43"/>
          </p15:clr>
        </p15:guide>
        <p15:guide id="2" pos="362">
          <p15:clr>
            <a:srgbClr val="F26B43"/>
          </p15:clr>
        </p15:guide>
        <p15:guide id="3" pos="7319">
          <p15:clr>
            <a:srgbClr val="F26B43"/>
          </p15:clr>
        </p15:guide>
        <p15:guide id="4" orient="horz" pos="360">
          <p15:clr>
            <a:srgbClr val="F26B43"/>
          </p15:clr>
        </p15:guide>
        <p15:guide id="5" orient="horz" pos="3622">
          <p15:clr>
            <a:srgbClr val="F26B43"/>
          </p15:clr>
        </p15:guide>
        <p15:guide id="6" orient="horz" pos="411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8775E1CC-9396-4128-A76B-A1560CE1B813}"/>
              </a:ext>
            </a:extLst>
          </p:cNvPr>
          <p:cNvGraphicFramePr>
            <a:graphicFrameLocks noChangeAspect="1"/>
          </p:cNvGraphicFramePr>
          <p:nvPr userDrawn="1">
            <p:custDataLst>
              <p:tags r:id="rId51"/>
            </p:custDataLst>
            <p:extLst>
              <p:ext uri="{D42A27DB-BD31-4B8C-83A1-F6EECF244321}">
                <p14:modId xmlns:p14="http://schemas.microsoft.com/office/powerpoint/2010/main" val="12897621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2" imgW="416" imgH="416" progId="TCLayout.ActiveDocument.1">
                  <p:embed/>
                </p:oleObj>
              </mc:Choice>
              <mc:Fallback>
                <p:oleObj name="think-cell Slide" r:id="rId52" imgW="416" imgH="416" progId="TCLayout.ActiveDocument.1">
                  <p:embed/>
                  <p:pic>
                    <p:nvPicPr>
                      <p:cNvPr id="6" name="Object 5" hidden="1">
                        <a:extLst>
                          <a:ext uri="{FF2B5EF4-FFF2-40B4-BE49-F238E27FC236}">
                            <a16:creationId xmlns:a16="http://schemas.microsoft.com/office/drawing/2014/main" id="{8775E1CC-9396-4128-A76B-A1560CE1B813}"/>
                          </a:ext>
                        </a:extLst>
                      </p:cNvPr>
                      <p:cNvPicPr/>
                      <p:nvPr/>
                    </p:nvPicPr>
                    <p:blipFill>
                      <a:blip r:embed="rId53"/>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557929" y="530351"/>
            <a:ext cx="9667726" cy="713232"/>
          </a:xfrm>
          <a:prstGeom prst="rect">
            <a:avLst/>
          </a:prstGeom>
        </p:spPr>
        <p:txBody>
          <a:bodyPr vert="horz" lIns="0" tIns="0" rIns="0" bIns="0" rtlCol="0" anchor="t" anchorCtr="0">
            <a:noAutofit/>
          </a:bodyPr>
          <a:lstStyle/>
          <a:p>
            <a:r>
              <a:rPr lang="en-US"/>
              <a:t>Click to edit master title</a:t>
            </a:r>
          </a:p>
        </p:txBody>
      </p:sp>
      <p:sp>
        <p:nvSpPr>
          <p:cNvPr id="3" name="Text Placeholder 2"/>
          <p:cNvSpPr>
            <a:spLocks noGrp="1"/>
          </p:cNvSpPr>
          <p:nvPr>
            <p:ph type="body" idx="1"/>
          </p:nvPr>
        </p:nvSpPr>
        <p:spPr bwMode="gray">
          <a:xfrm>
            <a:off x="557929" y="1767532"/>
            <a:ext cx="11048829" cy="3977640"/>
          </a:xfrm>
          <a:prstGeom prst="rect">
            <a:avLst/>
          </a:prstGeom>
        </p:spPr>
        <p:txBody>
          <a:bodyPr vert="horz" lIns="0" tIns="0" rIns="0" bIns="0" rtlCol="0">
            <a:noAutofit/>
          </a:bodyPr>
          <a:lstStyle/>
          <a:p>
            <a:pPr lvl="0"/>
            <a:r>
              <a:rPr lang="en-US"/>
              <a:t>Click to edit Master text styles</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20" name="Content Placeholder 8"/>
          <p:cNvSpPr txBox="1">
            <a:spLocks/>
          </p:cNvSpPr>
          <p:nvPr/>
        </p:nvSpPr>
        <p:spPr>
          <a:xfrm>
            <a:off x="557930"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tx1"/>
                </a:solidFill>
                <a:latin typeface="CVS Health Sans" panose="020B0504020202020204" pitchFamily="34" charset="0"/>
                <a:ea typeface="Open Sans" panose="020B0606030504020204" pitchFamily="34" charset="0"/>
                <a:cs typeface="Arial" panose="020B0604020202020204" pitchFamily="34" charset="0"/>
              </a:rPr>
              <a:pPr algn="l"/>
              <a:t>‹#›</a:t>
            </a:fld>
            <a:endParaRPr lang="en-US" sz="1000" b="1">
              <a:solidFill>
                <a:schemeClr val="tx1"/>
              </a:solidFill>
              <a:latin typeface="CVS Health Sans" panose="020B0504020202020204" pitchFamily="34" charset="0"/>
              <a:ea typeface="Open Sans" panose="020B0606030504020204" pitchFamily="34" charset="0"/>
              <a:cs typeface="Arial" panose="020B0604020202020204" pitchFamily="34" charset="0"/>
            </a:endParaRPr>
          </a:p>
        </p:txBody>
      </p:sp>
      <p:sp>
        <p:nvSpPr>
          <p:cNvPr id="21" name="Content Placeholder 8"/>
          <p:cNvSpPr txBox="1">
            <a:spLocks/>
          </p:cNvSpPr>
          <p:nvPr/>
        </p:nvSpPr>
        <p:spPr>
          <a:xfrm>
            <a:off x="859759" y="6321767"/>
            <a:ext cx="8047075" cy="228600"/>
          </a:xfrm>
          <a:prstGeom prst="rect">
            <a:avLst/>
          </a:prstGeom>
        </p:spPr>
        <p:txBody>
          <a:bodyPr lIns="0" tIns="0" rIns="0" bIns="0" anchor="b"/>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800">
                <a:solidFill>
                  <a:schemeClr val="tx1"/>
                </a:solidFill>
                <a:latin typeface="CVS Health Sans" panose="020B0504020202020204" pitchFamily="34" charset="0"/>
                <a:cs typeface="Arial" panose="020B0604020202020204" pitchFamily="34" charset="0"/>
              </a:rPr>
              <a:t>©2022 CVS Health and/or one of its affiliates. Confidential and proprietary.</a:t>
            </a:r>
          </a:p>
        </p:txBody>
      </p:sp>
      <p:grpSp>
        <p:nvGrpSpPr>
          <p:cNvPr id="22" name="Group 21">
            <a:extLst>
              <a:ext uri="{FF2B5EF4-FFF2-40B4-BE49-F238E27FC236}">
                <a16:creationId xmlns:a16="http://schemas.microsoft.com/office/drawing/2014/main" id="{94F02B14-26DC-47C5-BE74-75AB1C1533A3}"/>
              </a:ext>
            </a:extLst>
          </p:cNvPr>
          <p:cNvGrpSpPr>
            <a:grpSpLocks noChangeAspect="1"/>
          </p:cNvGrpSpPr>
          <p:nvPr/>
        </p:nvGrpSpPr>
        <p:grpSpPr>
          <a:xfrm>
            <a:off x="10355279" y="6373316"/>
            <a:ext cx="1279513" cy="157138"/>
            <a:chOff x="1011652" y="1504398"/>
            <a:chExt cx="10028238" cy="1231900"/>
          </a:xfrm>
          <a:solidFill>
            <a:schemeClr val="tx1"/>
          </a:solidFill>
        </p:grpSpPr>
        <p:sp>
          <p:nvSpPr>
            <p:cNvPr id="23" name="Freeform 4">
              <a:extLst>
                <a:ext uri="{FF2B5EF4-FFF2-40B4-BE49-F238E27FC236}">
                  <a16:creationId xmlns:a16="http://schemas.microsoft.com/office/drawing/2014/main" id="{C03C60BD-E208-4793-B163-0391E0673CC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CVS Health Sans" panose="020B0504020202020204" pitchFamily="34" charset="0"/>
                <a:cs typeface="Arial" panose="020B0604020202020204" pitchFamily="34" charset="0"/>
              </a:endParaRPr>
            </a:p>
          </p:txBody>
        </p:sp>
        <p:sp>
          <p:nvSpPr>
            <p:cNvPr id="24" name="Freeform 5">
              <a:extLst>
                <a:ext uri="{FF2B5EF4-FFF2-40B4-BE49-F238E27FC236}">
                  <a16:creationId xmlns:a16="http://schemas.microsoft.com/office/drawing/2014/main" id="{EAC11C27-7E62-4B31-9680-B59D24D0A57F}"/>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CVS Health Sans" panose="020B0504020202020204" pitchFamily="34" charset="0"/>
                <a:cs typeface="Arial" panose="020B0604020202020204" pitchFamily="34" charset="0"/>
              </a:endParaRPr>
            </a:p>
          </p:txBody>
        </p:sp>
        <p:sp>
          <p:nvSpPr>
            <p:cNvPr id="32" name="Freeform 6">
              <a:extLst>
                <a:ext uri="{FF2B5EF4-FFF2-40B4-BE49-F238E27FC236}">
                  <a16:creationId xmlns:a16="http://schemas.microsoft.com/office/drawing/2014/main" id="{FA0788F6-B4B0-4834-AFB4-98F21B43FEB6}"/>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CVS Health Sans" panose="020B0504020202020204" pitchFamily="34" charset="0"/>
                <a:cs typeface="Arial" panose="020B0604020202020204" pitchFamily="34" charset="0"/>
              </a:endParaRPr>
            </a:p>
          </p:txBody>
        </p:sp>
        <p:sp>
          <p:nvSpPr>
            <p:cNvPr id="33" name="Freeform 7">
              <a:extLst>
                <a:ext uri="{FF2B5EF4-FFF2-40B4-BE49-F238E27FC236}">
                  <a16:creationId xmlns:a16="http://schemas.microsoft.com/office/drawing/2014/main" id="{F754B0DD-7999-4250-A4C0-0C3C14069271}"/>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CVS Health Sans" panose="020B0504020202020204" pitchFamily="34" charset="0"/>
                <a:cs typeface="Arial" panose="020B0604020202020204" pitchFamily="34" charset="0"/>
              </a:endParaRPr>
            </a:p>
          </p:txBody>
        </p:sp>
        <p:sp>
          <p:nvSpPr>
            <p:cNvPr id="34" name="Freeform 8">
              <a:extLst>
                <a:ext uri="{FF2B5EF4-FFF2-40B4-BE49-F238E27FC236}">
                  <a16:creationId xmlns:a16="http://schemas.microsoft.com/office/drawing/2014/main" id="{50CBFC8A-B083-42B9-9504-2364FACEC55E}"/>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CVS Health Sans" panose="020B0504020202020204" pitchFamily="34" charset="0"/>
                <a:cs typeface="Arial" panose="020B0604020202020204" pitchFamily="34" charset="0"/>
              </a:endParaRPr>
            </a:p>
          </p:txBody>
        </p:sp>
        <p:sp>
          <p:nvSpPr>
            <p:cNvPr id="35" name="Freeform 10">
              <a:extLst>
                <a:ext uri="{FF2B5EF4-FFF2-40B4-BE49-F238E27FC236}">
                  <a16:creationId xmlns:a16="http://schemas.microsoft.com/office/drawing/2014/main" id="{3EDE8E81-9781-4645-9DFD-79E2B61F7DE9}"/>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CVS Health Sans" panose="020B0504020202020204" pitchFamily="34" charset="0"/>
                <a:cs typeface="Arial" panose="020B0604020202020204" pitchFamily="34" charset="0"/>
              </a:endParaRPr>
            </a:p>
          </p:txBody>
        </p:sp>
      </p:grpSp>
    </p:spTree>
    <p:extLst>
      <p:ext uri="{BB962C8B-B14F-4D97-AF65-F5344CB8AC3E}">
        <p14:creationId xmlns:p14="http://schemas.microsoft.com/office/powerpoint/2010/main" val="1900918815"/>
      </p:ext>
    </p:extLst>
  </p:cSld>
  <p:clrMap bg1="lt1" tx1="dk1" bg2="lt2" tx2="dk2" accent1="accent1" accent2="accent2" accent3="accent3" accent4="accent4" accent5="accent5" accent6="accent6" hlink="hlink" folHlink="folHlink"/>
  <p:sldLayoutIdLst>
    <p:sldLayoutId id="2147484997" r:id="rId1"/>
    <p:sldLayoutId id="2147484998" r:id="rId2"/>
    <p:sldLayoutId id="2147484999" r:id="rId3"/>
    <p:sldLayoutId id="2147485000" r:id="rId4"/>
    <p:sldLayoutId id="2147485001" r:id="rId5"/>
    <p:sldLayoutId id="2147485002" r:id="rId6"/>
    <p:sldLayoutId id="2147485003" r:id="rId7"/>
    <p:sldLayoutId id="2147485004" r:id="rId8"/>
    <p:sldLayoutId id="2147485005" r:id="rId9"/>
    <p:sldLayoutId id="2147485006" r:id="rId10"/>
    <p:sldLayoutId id="2147485007" r:id="rId11"/>
    <p:sldLayoutId id="2147485008" r:id="rId12"/>
    <p:sldLayoutId id="2147485009" r:id="rId13"/>
    <p:sldLayoutId id="2147485010" r:id="rId14"/>
    <p:sldLayoutId id="2147485011" r:id="rId15"/>
    <p:sldLayoutId id="2147485012" r:id="rId16"/>
    <p:sldLayoutId id="2147485013" r:id="rId17"/>
    <p:sldLayoutId id="2147485014" r:id="rId18"/>
    <p:sldLayoutId id="2147485015" r:id="rId19"/>
    <p:sldLayoutId id="2147485016" r:id="rId20"/>
    <p:sldLayoutId id="2147485017" r:id="rId21"/>
    <p:sldLayoutId id="2147485018" r:id="rId22"/>
    <p:sldLayoutId id="2147485019" r:id="rId23"/>
    <p:sldLayoutId id="2147485020" r:id="rId24"/>
    <p:sldLayoutId id="2147485021" r:id="rId25"/>
    <p:sldLayoutId id="2147485022" r:id="rId26"/>
    <p:sldLayoutId id="2147485023" r:id="rId27"/>
    <p:sldLayoutId id="2147485024" r:id="rId28"/>
    <p:sldLayoutId id="2147485025" r:id="rId29"/>
    <p:sldLayoutId id="2147485026" r:id="rId30"/>
    <p:sldLayoutId id="2147485027" r:id="rId31"/>
    <p:sldLayoutId id="2147485028" r:id="rId32"/>
    <p:sldLayoutId id="2147485029" r:id="rId33"/>
    <p:sldLayoutId id="2147485030" r:id="rId34"/>
    <p:sldLayoutId id="2147485031" r:id="rId35"/>
    <p:sldLayoutId id="2147485032" r:id="rId36"/>
    <p:sldLayoutId id="2147485033" r:id="rId37"/>
    <p:sldLayoutId id="2147485034" r:id="rId38"/>
    <p:sldLayoutId id="2147485035" r:id="rId39"/>
    <p:sldLayoutId id="2147485036" r:id="rId40"/>
    <p:sldLayoutId id="2147485037" r:id="rId41"/>
    <p:sldLayoutId id="2147485038" r:id="rId42"/>
    <p:sldLayoutId id="2147485039" r:id="rId43"/>
    <p:sldLayoutId id="2147485040" r:id="rId44"/>
    <p:sldLayoutId id="2147485041" r:id="rId45"/>
    <p:sldLayoutId id="2147485042" r:id="rId46"/>
    <p:sldLayoutId id="2147485043" r:id="rId47"/>
    <p:sldLayoutId id="2147485044" r:id="rId48"/>
    <p:sldLayoutId id="2147485045" r:id="rId49"/>
  </p:sldLayoutIdLst>
  <p:hf hdr="0" dt="0"/>
  <p:txStyles>
    <p:titleStyle>
      <a:lvl1pPr algn="l" defTabSz="457200" rtl="0" eaLnBrk="1" latinLnBrk="0" hangingPunct="1">
        <a:lnSpc>
          <a:spcPct val="90000"/>
        </a:lnSpc>
        <a:spcBef>
          <a:spcPct val="0"/>
        </a:spcBef>
        <a:buNone/>
        <a:defRPr sz="2600" b="1" kern="1200">
          <a:solidFill>
            <a:schemeClr val="tx2"/>
          </a:solidFill>
          <a:latin typeface="CVS Health Sans" panose="020B0504020202020204" pitchFamily="34" charset="0"/>
          <a:ea typeface="+mj-ea"/>
          <a:cs typeface="+mj-cs"/>
        </a:defRPr>
      </a:lvl1pPr>
    </p:titleStyle>
    <p:bodyStyle>
      <a:lvl1pPr marL="0" indent="0" algn="l" defTabSz="457200" rtl="0" eaLnBrk="1" latinLnBrk="0" hangingPunct="1">
        <a:spcBef>
          <a:spcPts val="1800"/>
        </a:spcBef>
        <a:buClrTx/>
        <a:buFont typeface="Arial"/>
        <a:buNone/>
        <a:defRPr sz="1400" b="0" kern="1200">
          <a:solidFill>
            <a:schemeClr val="tx2"/>
          </a:solidFill>
          <a:latin typeface="CVS Health Sans" panose="020B0504020202020204" pitchFamily="34" charset="0"/>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CVS Health Sans" panose="020B0504020202020204" pitchFamily="34" charset="0"/>
          <a:ea typeface="+mn-ea"/>
          <a:cs typeface="+mn-cs"/>
        </a:defRPr>
      </a:lvl2pPr>
      <a:lvl3pPr marL="342900" indent="-171450" algn="l" defTabSz="457200" rtl="0" eaLnBrk="1" latinLnBrk="0" hangingPunct="1">
        <a:spcBef>
          <a:spcPts val="600"/>
        </a:spcBef>
        <a:buClrTx/>
        <a:buFont typeface="Lucida Grande"/>
        <a:buChar char="–"/>
        <a:defRPr sz="1400" kern="1200" baseline="0">
          <a:solidFill>
            <a:schemeClr val="tx2"/>
          </a:solidFill>
          <a:latin typeface="CVS Health Sans" panose="020B0504020202020204" pitchFamily="34" charset="0"/>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CVS Health Sans" panose="020B0504020202020204" pitchFamily="34" charset="0"/>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CVS Health Sans" panose="020B0504020202020204" pitchFamily="34" charset="0"/>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CVS Health Sans" panose="020B0504020202020204" pitchFamily="34" charset="0"/>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CVS Health Sans" panose="020B0504020202020204" pitchFamily="34" charset="0"/>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CVS Health Sans" panose="020B0504020202020204" pitchFamily="34" charset="0"/>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CVS Health Sans" panose="020B0504020202020204" pitchFamily="34" charset="0"/>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04">
          <p15:clr>
            <a:srgbClr val="F26B43"/>
          </p15:clr>
        </p15:guide>
        <p15:guide id="2" pos="362">
          <p15:clr>
            <a:srgbClr val="F26B43"/>
          </p15:clr>
        </p15:guide>
        <p15:guide id="3" pos="7319">
          <p15:clr>
            <a:srgbClr val="F26B43"/>
          </p15:clr>
        </p15:guide>
        <p15:guide id="4" orient="horz" pos="360">
          <p15:clr>
            <a:srgbClr val="F26B43"/>
          </p15:clr>
        </p15:guide>
        <p15:guide id="5" orient="horz" pos="3622">
          <p15:clr>
            <a:srgbClr val="F26B43"/>
          </p15:clr>
        </p15:guide>
        <p15:guide id="6" orient="horz" pos="411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4"/>
            </p:custDataLst>
            <p:extLst>
              <p:ext uri="{D42A27DB-BD31-4B8C-83A1-F6EECF244321}">
                <p14:modId xmlns:p14="http://schemas.microsoft.com/office/powerpoint/2010/main" val="3496922451"/>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5" name="Object 4" hidden="1"/>
                      <p:cNvPicPr/>
                      <p:nvPr/>
                    </p:nvPicPr>
                    <p:blipFill>
                      <a:blip r:embed="rId7"/>
                      <a:stretch>
                        <a:fillRect/>
                      </a:stretch>
                    </p:blipFill>
                    <p:spPr>
                      <a:xfrm>
                        <a:off x="1589" y="1588"/>
                        <a:ext cx="1588" cy="1588"/>
                      </a:xfrm>
                      <a:prstGeom prst="rect">
                        <a:avLst/>
                      </a:prstGeom>
                    </p:spPr>
                  </p:pic>
                </p:oleObj>
              </mc:Fallback>
            </mc:AlternateContent>
          </a:graphicData>
        </a:graphic>
      </p:graphicFrame>
      <p:sp>
        <p:nvSpPr>
          <p:cNvPr id="4" name="Rectangle 3" hidden="1"/>
          <p:cNvSpPr/>
          <p:nvPr userDrawn="1">
            <p:custDataLst>
              <p:tags r:id="rId5"/>
            </p:custDataLst>
          </p:nvPr>
        </p:nvSpPr>
        <p:spPr bwMode="gray">
          <a:xfrm>
            <a:off x="0" y="0"/>
            <a:ext cx="158791" cy="158750"/>
          </a:xfrm>
          <a:prstGeom prst="rect">
            <a:avLst/>
          </a:prstGeom>
          <a:solidFill>
            <a:srgbClr val="CC0000"/>
          </a:solidFill>
          <a:ln>
            <a:noFill/>
            <a:miter lim="800000"/>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marL="0" lvl="0" indent="0" algn="ctr" eaLnBrk="1"/>
            <a:endParaRPr lang="en-US" sz="26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 name="Title Placeholder 1"/>
          <p:cNvSpPr>
            <a:spLocks noGrp="1"/>
          </p:cNvSpPr>
          <p:nvPr>
            <p:ph type="title"/>
          </p:nvPr>
        </p:nvSpPr>
        <p:spPr>
          <a:xfrm>
            <a:off x="557929" y="530351"/>
            <a:ext cx="9667726" cy="713232"/>
          </a:xfrm>
          <a:prstGeom prst="rect">
            <a:avLst/>
          </a:prstGeom>
        </p:spPr>
        <p:txBody>
          <a:bodyPr vert="horz" lIns="0" tIns="0" rIns="0" bIns="0" rtlCol="0" anchor="t" anchorCtr="0">
            <a:noAutofit/>
          </a:bodyPr>
          <a:lstStyle/>
          <a:p>
            <a:r>
              <a:rPr lang="en-US"/>
              <a:t>Click to edit master title</a:t>
            </a:r>
          </a:p>
        </p:txBody>
      </p:sp>
      <p:sp>
        <p:nvSpPr>
          <p:cNvPr id="3" name="Text Placeholder 2"/>
          <p:cNvSpPr>
            <a:spLocks noGrp="1"/>
          </p:cNvSpPr>
          <p:nvPr>
            <p:ph type="body" idx="1"/>
          </p:nvPr>
        </p:nvSpPr>
        <p:spPr bwMode="gray">
          <a:xfrm>
            <a:off x="557929" y="1767532"/>
            <a:ext cx="11048829" cy="3977640"/>
          </a:xfrm>
          <a:prstGeom prst="rect">
            <a:avLst/>
          </a:prstGeom>
        </p:spPr>
        <p:txBody>
          <a:bodyPr vert="horz" lIns="0" tIns="0" rIns="0" bIns="0" rtlCol="0">
            <a:noAutofit/>
          </a:bodyPr>
          <a:lstStyle/>
          <a:p>
            <a:pPr lvl="0"/>
            <a:r>
              <a:rPr lang="en-US"/>
              <a:t>Click to edit Master text styles</a:t>
            </a:r>
          </a:p>
          <a:p>
            <a:pPr lvl="1"/>
            <a:r>
              <a:rPr lang="en-US"/>
              <a:t>First-level bullet</a:t>
            </a:r>
          </a:p>
          <a:p>
            <a:pPr lvl="2"/>
            <a:r>
              <a:rPr lang="en-US"/>
              <a:t>Second-level bullet</a:t>
            </a:r>
          </a:p>
          <a:p>
            <a:pPr lvl="3"/>
            <a:r>
              <a:rPr lang="en-US"/>
              <a:t>Third-level bullet</a:t>
            </a:r>
          </a:p>
        </p:txBody>
      </p:sp>
      <p:sp>
        <p:nvSpPr>
          <p:cNvPr id="20" name="Content Placeholder 8"/>
          <p:cNvSpPr txBox="1">
            <a:spLocks/>
          </p:cNvSpPr>
          <p:nvPr/>
        </p:nvSpPr>
        <p:spPr>
          <a:xfrm>
            <a:off x="557930"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tx2"/>
                </a:solidFill>
                <a:latin typeface="+mn-lt"/>
                <a:ea typeface="Open Sans" panose="020B0606030504020204" pitchFamily="34" charset="0"/>
                <a:cs typeface="Arial" panose="020B0604020202020204" pitchFamily="34" charset="0"/>
              </a:rPr>
              <a:pPr algn="l"/>
              <a:t>‹#›</a:t>
            </a:fld>
            <a:endParaRPr lang="en-US" sz="1000" b="1">
              <a:solidFill>
                <a:schemeClr val="tx2"/>
              </a:solidFill>
              <a:latin typeface="+mn-lt"/>
              <a:ea typeface="Open Sans" panose="020B0606030504020204" pitchFamily="34" charset="0"/>
              <a:cs typeface="Arial" panose="020B0604020202020204" pitchFamily="34" charset="0"/>
            </a:endParaRPr>
          </a:p>
        </p:txBody>
      </p:sp>
      <p:sp>
        <p:nvSpPr>
          <p:cNvPr id="21" name="Content Placeholder 8"/>
          <p:cNvSpPr txBox="1">
            <a:spLocks/>
          </p:cNvSpPr>
          <p:nvPr/>
        </p:nvSpPr>
        <p:spPr>
          <a:xfrm>
            <a:off x="859759" y="6321767"/>
            <a:ext cx="8047075" cy="228600"/>
          </a:xfrm>
          <a:prstGeom prst="rect">
            <a:avLst/>
          </a:prstGeom>
        </p:spPr>
        <p:txBody>
          <a:bodyPr lIns="0" tIns="0" rIns="0" bIns="0" anchor="b"/>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800">
                <a:solidFill>
                  <a:schemeClr val="tx2"/>
                </a:solidFill>
                <a:latin typeface="+mn-lt"/>
                <a:cs typeface="Arial" panose="020B0604020202020204" pitchFamily="34" charset="0"/>
              </a:rPr>
              <a:t>©2024 CVS Health and/or one of its affiliates. Confidential and proprietary.</a:t>
            </a:r>
          </a:p>
        </p:txBody>
      </p:sp>
      <p:grpSp>
        <p:nvGrpSpPr>
          <p:cNvPr id="22" name="Group 21">
            <a:extLst>
              <a:ext uri="{FF2B5EF4-FFF2-40B4-BE49-F238E27FC236}">
                <a16:creationId xmlns:a16="http://schemas.microsoft.com/office/drawing/2014/main" id="{94F02B14-26DC-47C5-BE74-75AB1C1533A3}"/>
              </a:ext>
            </a:extLst>
          </p:cNvPr>
          <p:cNvGrpSpPr>
            <a:grpSpLocks noChangeAspect="1"/>
          </p:cNvGrpSpPr>
          <p:nvPr/>
        </p:nvGrpSpPr>
        <p:grpSpPr>
          <a:xfrm>
            <a:off x="10355279" y="6373316"/>
            <a:ext cx="1279513" cy="157138"/>
            <a:chOff x="1011652" y="1504398"/>
            <a:chExt cx="10028238" cy="1231900"/>
          </a:xfrm>
          <a:solidFill>
            <a:schemeClr val="tx1"/>
          </a:solidFill>
        </p:grpSpPr>
        <p:sp>
          <p:nvSpPr>
            <p:cNvPr id="23" name="Freeform 4">
              <a:extLst>
                <a:ext uri="{FF2B5EF4-FFF2-40B4-BE49-F238E27FC236}">
                  <a16:creationId xmlns:a16="http://schemas.microsoft.com/office/drawing/2014/main" id="{C03C60BD-E208-4793-B163-0391E0673CC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4" name="Freeform 5">
              <a:extLst>
                <a:ext uri="{FF2B5EF4-FFF2-40B4-BE49-F238E27FC236}">
                  <a16:creationId xmlns:a16="http://schemas.microsoft.com/office/drawing/2014/main" id="{EAC11C27-7E62-4B31-9680-B59D24D0A57F}"/>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2" name="Freeform 6">
              <a:extLst>
                <a:ext uri="{FF2B5EF4-FFF2-40B4-BE49-F238E27FC236}">
                  <a16:creationId xmlns:a16="http://schemas.microsoft.com/office/drawing/2014/main" id="{FA0788F6-B4B0-4834-AFB4-98F21B43FEB6}"/>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3" name="Freeform 7">
              <a:extLst>
                <a:ext uri="{FF2B5EF4-FFF2-40B4-BE49-F238E27FC236}">
                  <a16:creationId xmlns:a16="http://schemas.microsoft.com/office/drawing/2014/main" id="{F754B0DD-7999-4250-A4C0-0C3C14069271}"/>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4" name="Freeform 8">
              <a:extLst>
                <a:ext uri="{FF2B5EF4-FFF2-40B4-BE49-F238E27FC236}">
                  <a16:creationId xmlns:a16="http://schemas.microsoft.com/office/drawing/2014/main" id="{50CBFC8A-B083-42B9-9504-2364FACEC55E}"/>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5" name="Freeform 10">
              <a:extLst>
                <a:ext uri="{FF2B5EF4-FFF2-40B4-BE49-F238E27FC236}">
                  <a16:creationId xmlns:a16="http://schemas.microsoft.com/office/drawing/2014/main" id="{3EDE8E81-9781-4645-9DFD-79E2B61F7DE9}"/>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pic>
        <p:nvPicPr>
          <p:cNvPr id="6" name="Picture 5">
            <a:extLst>
              <a:ext uri="{FF2B5EF4-FFF2-40B4-BE49-F238E27FC236}">
                <a16:creationId xmlns:a16="http://schemas.microsoft.com/office/drawing/2014/main" id="{1007887B-A5F8-4A2D-7BDA-1AA2A91DEAF3}"/>
              </a:ext>
            </a:extLst>
          </p:cNvPr>
          <p:cNvPicPr>
            <a:picLocks noChangeAspect="1"/>
          </p:cNvPicPr>
          <p:nvPr userDrawn="1"/>
        </p:nvPicPr>
        <p:blipFill>
          <a:blip r:embed="rId8" cstate="print">
            <a:extLst>
              <a:ext uri="{28A0092B-C50C-407E-A947-70E740481C1C}">
                <a14:useLocalDpi xmlns:a14="http://schemas.microsoft.com/office/drawing/2010/main"/>
              </a:ext>
            </a:extLst>
          </a:blip>
          <a:stretch>
            <a:fillRect/>
          </a:stretch>
        </p:blipFill>
        <p:spPr>
          <a:xfrm>
            <a:off x="9075009" y="6376138"/>
            <a:ext cx="707199" cy="149360"/>
          </a:xfrm>
          <a:prstGeom prst="rect">
            <a:avLst/>
          </a:prstGeom>
        </p:spPr>
      </p:pic>
    </p:spTree>
    <p:extLst>
      <p:ext uri="{BB962C8B-B14F-4D97-AF65-F5344CB8AC3E}">
        <p14:creationId xmlns:p14="http://schemas.microsoft.com/office/powerpoint/2010/main" val="3999076169"/>
      </p:ext>
    </p:extLst>
  </p:cSld>
  <p:clrMap bg1="lt1" tx1="dk1" bg2="lt2" tx2="dk2" accent1="accent1" accent2="accent2" accent3="accent3" accent4="accent4" accent5="accent5" accent6="accent6" hlink="hlink" folHlink="folHlink"/>
  <p:sldLayoutIdLst>
    <p:sldLayoutId id="2147485048" r:id="rId1"/>
    <p:sldLayoutId id="2147485049" r:id="rId2"/>
  </p:sldLayoutIdLst>
  <p:hf sldNum="0" hdr="0" ftr="0" dt="0"/>
  <p:txStyles>
    <p:titleStyle>
      <a:lvl1pPr algn="l" defTabSz="457200" rtl="0" eaLnBrk="1" latinLnBrk="0" hangingPunct="1">
        <a:lnSpc>
          <a:spcPct val="90000"/>
        </a:lnSpc>
        <a:spcBef>
          <a:spcPct val="0"/>
        </a:spcBef>
        <a:buNone/>
        <a:defRPr sz="2600" b="1" kern="1200">
          <a:solidFill>
            <a:schemeClr val="tx1"/>
          </a:solidFill>
          <a:latin typeface="CVS Health Sans" panose="020B0504020202020204" pitchFamily="34" charset="0"/>
          <a:ea typeface="+mj-ea"/>
          <a:cs typeface="+mj-cs"/>
        </a:defRPr>
      </a:lvl1pPr>
    </p:titleStyle>
    <p:bodyStyle>
      <a:lvl1pPr marL="0" indent="0" algn="l" defTabSz="457200" rtl="0" eaLnBrk="1" latinLnBrk="0" hangingPunct="1">
        <a:spcBef>
          <a:spcPts val="1800"/>
        </a:spcBef>
        <a:buClrTx/>
        <a:buFont typeface="Arial"/>
        <a:buNone/>
        <a:defRPr sz="1400" b="0" kern="1200">
          <a:solidFill>
            <a:schemeClr val="tx1"/>
          </a:solidFill>
          <a:latin typeface="CVS Health Sans" panose="020B0504020202020204" pitchFamily="34" charset="0"/>
          <a:ea typeface="+mn-ea"/>
          <a:cs typeface="+mn-cs"/>
        </a:defRPr>
      </a:lvl1pPr>
      <a:lvl2pPr marL="171450" indent="-171450" algn="l" defTabSz="457200" rtl="0" eaLnBrk="1" latinLnBrk="0" hangingPunct="1">
        <a:spcBef>
          <a:spcPts val="1200"/>
        </a:spcBef>
        <a:buClr>
          <a:srgbClr val="0B315E"/>
        </a:buClr>
        <a:buFont typeface="Arial" panose="020B0604020202020204" pitchFamily="34" charset="0"/>
        <a:buChar char="•"/>
        <a:defRPr sz="1400" kern="1200">
          <a:solidFill>
            <a:schemeClr val="tx1"/>
          </a:solidFill>
          <a:latin typeface="CVS Health Sans" panose="020B0504020202020204" pitchFamily="34" charset="0"/>
          <a:ea typeface="+mn-ea"/>
          <a:cs typeface="+mn-cs"/>
        </a:defRPr>
      </a:lvl2pPr>
      <a:lvl3pPr marL="342900" indent="-171450" algn="l" defTabSz="457200" rtl="0" eaLnBrk="1" latinLnBrk="0" hangingPunct="1">
        <a:spcBef>
          <a:spcPts val="600"/>
        </a:spcBef>
        <a:buClr>
          <a:srgbClr val="0B315E"/>
        </a:buClr>
        <a:buFont typeface="Courier New" panose="02070309020205020404" pitchFamily="49" charset="0"/>
        <a:buChar char="o"/>
        <a:defRPr sz="1400" kern="1200" baseline="0">
          <a:solidFill>
            <a:schemeClr val="tx1"/>
          </a:solidFill>
          <a:latin typeface="CVS Health Sans" panose="020B0504020202020204" pitchFamily="34" charset="0"/>
          <a:ea typeface="+mn-ea"/>
          <a:cs typeface="+mn-cs"/>
        </a:defRPr>
      </a:lvl3pPr>
      <a:lvl4pPr marL="514350" indent="-171450" algn="l" defTabSz="457200" rtl="0" eaLnBrk="1" latinLnBrk="0" hangingPunct="1">
        <a:spcBef>
          <a:spcPts val="600"/>
        </a:spcBef>
        <a:buClr>
          <a:srgbClr val="0B315E"/>
        </a:buClr>
        <a:buFont typeface="Wingdings" panose="05000000000000000000" pitchFamily="2" charset="2"/>
        <a:buChar char="§"/>
        <a:defRPr sz="1400" kern="1200">
          <a:solidFill>
            <a:schemeClr val="tx1"/>
          </a:solidFill>
          <a:latin typeface="CVS Health Sans" panose="020B0504020202020204" pitchFamily="34" charset="0"/>
          <a:ea typeface="+mn-ea"/>
          <a:cs typeface="+mn-cs"/>
        </a:defRPr>
      </a:lvl4pPr>
      <a:lvl5pPr marL="685800" indent="-171450" algn="l" defTabSz="457200" rtl="0" eaLnBrk="1" latinLnBrk="0" hangingPunct="1">
        <a:spcBef>
          <a:spcPts val="600"/>
        </a:spcBef>
        <a:buClr>
          <a:srgbClr val="0B315E"/>
        </a:buClr>
        <a:buFont typeface="Arial" panose="020B0604020202020204" pitchFamily="34" charset="0"/>
        <a:buChar char="•"/>
        <a:defRPr sz="1400" kern="1200" baseline="0">
          <a:solidFill>
            <a:schemeClr val="tx1"/>
          </a:solidFill>
          <a:latin typeface="CVS Health Sans" panose="020B0504020202020204" pitchFamily="34" charset="0"/>
          <a:ea typeface="+mn-ea"/>
          <a:cs typeface="+mn-cs"/>
        </a:defRPr>
      </a:lvl5pPr>
      <a:lvl6pPr marL="857250" indent="-171450" algn="l" defTabSz="457200" rtl="0" eaLnBrk="1" latinLnBrk="0" hangingPunct="1">
        <a:spcBef>
          <a:spcPts val="600"/>
        </a:spcBef>
        <a:buClr>
          <a:srgbClr val="0B315E"/>
        </a:buClr>
        <a:buFont typeface="Arial" panose="020B0604020202020204" pitchFamily="34" charset="0"/>
        <a:buChar char="•"/>
        <a:defRPr sz="1400" kern="1200">
          <a:solidFill>
            <a:schemeClr val="tx1"/>
          </a:solidFill>
          <a:latin typeface="CVS Health Sans" panose="020B0504020202020204" pitchFamily="34" charset="0"/>
          <a:ea typeface="+mn-ea"/>
          <a:cs typeface="+mn-cs"/>
        </a:defRPr>
      </a:lvl6pPr>
      <a:lvl7pPr marL="1028700" indent="-165100" algn="l" defTabSz="457200" rtl="0" eaLnBrk="1" latinLnBrk="0" hangingPunct="1">
        <a:spcBef>
          <a:spcPts val="600"/>
        </a:spcBef>
        <a:buClr>
          <a:srgbClr val="0B315E"/>
        </a:buClr>
        <a:buFont typeface="Arial" panose="020B0604020202020204" pitchFamily="34" charset="0"/>
        <a:buChar char="•"/>
        <a:defRPr sz="1400" kern="1200">
          <a:solidFill>
            <a:schemeClr val="tx1"/>
          </a:solidFill>
          <a:latin typeface="CVS Health Sans" panose="020B0504020202020204" pitchFamily="34" charset="0"/>
          <a:ea typeface="+mn-ea"/>
          <a:cs typeface="+mn-cs"/>
        </a:defRPr>
      </a:lvl7pPr>
      <a:lvl8pPr marL="1206500" indent="-177800" algn="l" defTabSz="457200" rtl="0" eaLnBrk="1" latinLnBrk="0" hangingPunct="1">
        <a:spcBef>
          <a:spcPts val="600"/>
        </a:spcBef>
        <a:buClr>
          <a:srgbClr val="0B315E"/>
        </a:buClr>
        <a:buFont typeface="Arial" panose="020B0604020202020204" pitchFamily="34" charset="0"/>
        <a:buChar char="•"/>
        <a:defRPr sz="1400" kern="1200">
          <a:solidFill>
            <a:schemeClr val="tx1"/>
          </a:solidFill>
          <a:latin typeface="CVS Health Sans" panose="020B0504020202020204" pitchFamily="34" charset="0"/>
          <a:ea typeface="+mn-ea"/>
          <a:cs typeface="+mn-cs"/>
        </a:defRPr>
      </a:lvl8pPr>
      <a:lvl9pPr marL="1371600" indent="-165100" algn="l" defTabSz="457200" rtl="0" eaLnBrk="1" latinLnBrk="0" hangingPunct="1">
        <a:spcBef>
          <a:spcPts val="600"/>
        </a:spcBef>
        <a:buClr>
          <a:srgbClr val="0B315E"/>
        </a:buClr>
        <a:buFont typeface="Arial" panose="020B0604020202020204" pitchFamily="34" charset="0"/>
        <a:buChar char="•"/>
        <a:defRPr sz="1400" kern="1200">
          <a:solidFill>
            <a:schemeClr val="tx1"/>
          </a:solidFill>
          <a:latin typeface="CVS Health Sans" panose="020B0504020202020204" pitchFamily="34" charset="0"/>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04">
          <p15:clr>
            <a:srgbClr val="F26B43"/>
          </p15:clr>
        </p15:guide>
        <p15:guide id="2" pos="362">
          <p15:clr>
            <a:srgbClr val="F26B43"/>
          </p15:clr>
        </p15:guide>
        <p15:guide id="3" pos="7319">
          <p15:clr>
            <a:srgbClr val="F26B43"/>
          </p15:clr>
        </p15:guide>
        <p15:guide id="4" orient="horz" pos="360">
          <p15:clr>
            <a:srgbClr val="F26B43"/>
          </p15:clr>
        </p15:guide>
        <p15:guide id="5" orient="horz" pos="3622">
          <p15:clr>
            <a:srgbClr val="F26B43"/>
          </p15:clr>
        </p15:guide>
        <p15:guide id="6" orient="horz" pos="411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8"/>
            </p:custDataLst>
            <p:extLst>
              <p:ext uri="{D42A27DB-BD31-4B8C-83A1-F6EECF244321}">
                <p14:modId xmlns:p14="http://schemas.microsoft.com/office/powerpoint/2010/main" val="3496922451"/>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20" imgW="592" imgH="591" progId="TCLayout.ActiveDocument.1">
                  <p:embed/>
                </p:oleObj>
              </mc:Choice>
              <mc:Fallback>
                <p:oleObj name="think-cell Slide" r:id="rId20" imgW="592" imgH="591" progId="TCLayout.ActiveDocument.1">
                  <p:embed/>
                  <p:pic>
                    <p:nvPicPr>
                      <p:cNvPr id="5" name="Object 4" hidden="1"/>
                      <p:cNvPicPr/>
                      <p:nvPr/>
                    </p:nvPicPr>
                    <p:blipFill>
                      <a:blip r:embed="rId21"/>
                      <a:stretch>
                        <a:fillRect/>
                      </a:stretch>
                    </p:blipFill>
                    <p:spPr>
                      <a:xfrm>
                        <a:off x="1589" y="1588"/>
                        <a:ext cx="1588" cy="1588"/>
                      </a:xfrm>
                      <a:prstGeom prst="rect">
                        <a:avLst/>
                      </a:prstGeom>
                    </p:spPr>
                  </p:pic>
                </p:oleObj>
              </mc:Fallback>
            </mc:AlternateContent>
          </a:graphicData>
        </a:graphic>
      </p:graphicFrame>
      <p:sp>
        <p:nvSpPr>
          <p:cNvPr id="4" name="Rectangle 3" hidden="1"/>
          <p:cNvSpPr/>
          <p:nvPr userDrawn="1">
            <p:custDataLst>
              <p:tags r:id="rId19"/>
            </p:custDataLst>
          </p:nvPr>
        </p:nvSpPr>
        <p:spPr bwMode="gray">
          <a:xfrm>
            <a:off x="0" y="0"/>
            <a:ext cx="158791" cy="158750"/>
          </a:xfrm>
          <a:prstGeom prst="rect">
            <a:avLst/>
          </a:prstGeom>
          <a:solidFill>
            <a:srgbClr val="CC0000"/>
          </a:solidFill>
          <a:ln>
            <a:noFill/>
            <a:miter lim="800000"/>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marL="0" lvl="0" indent="0" algn="ctr" eaLnBrk="1"/>
            <a:endParaRPr lang="en-US" sz="26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 name="Title Placeholder 1"/>
          <p:cNvSpPr>
            <a:spLocks noGrp="1"/>
          </p:cNvSpPr>
          <p:nvPr>
            <p:ph type="title"/>
          </p:nvPr>
        </p:nvSpPr>
        <p:spPr>
          <a:xfrm>
            <a:off x="557929" y="530351"/>
            <a:ext cx="9667726" cy="713232"/>
          </a:xfrm>
          <a:prstGeom prst="rect">
            <a:avLst/>
          </a:prstGeom>
        </p:spPr>
        <p:txBody>
          <a:bodyPr vert="horz" lIns="0" tIns="0" rIns="0" bIns="0" rtlCol="0" anchor="t" anchorCtr="0">
            <a:noAutofit/>
          </a:bodyPr>
          <a:lstStyle/>
          <a:p>
            <a:r>
              <a:rPr lang="en-US"/>
              <a:t>Click to edit master title</a:t>
            </a:r>
          </a:p>
        </p:txBody>
      </p:sp>
      <p:sp>
        <p:nvSpPr>
          <p:cNvPr id="3" name="Text Placeholder 2"/>
          <p:cNvSpPr>
            <a:spLocks noGrp="1"/>
          </p:cNvSpPr>
          <p:nvPr>
            <p:ph type="body" idx="1"/>
          </p:nvPr>
        </p:nvSpPr>
        <p:spPr bwMode="gray">
          <a:xfrm>
            <a:off x="557929" y="1767532"/>
            <a:ext cx="11048829" cy="3977640"/>
          </a:xfrm>
          <a:prstGeom prst="rect">
            <a:avLst/>
          </a:prstGeom>
        </p:spPr>
        <p:txBody>
          <a:bodyPr vert="horz" lIns="0" tIns="0" rIns="0" bIns="0" rtlCol="0">
            <a:noAutofit/>
          </a:bodyPr>
          <a:lstStyle/>
          <a:p>
            <a:pPr lvl="0"/>
            <a:r>
              <a:rPr lang="en-US"/>
              <a:t>Click to edit Master text styles</a:t>
            </a:r>
          </a:p>
          <a:p>
            <a:pPr lvl="1"/>
            <a:r>
              <a:rPr lang="en-US"/>
              <a:t>First-level bullet</a:t>
            </a:r>
          </a:p>
          <a:p>
            <a:pPr lvl="2"/>
            <a:r>
              <a:rPr lang="en-US"/>
              <a:t>Second-level bullet</a:t>
            </a:r>
          </a:p>
          <a:p>
            <a:pPr lvl="3"/>
            <a:r>
              <a:rPr lang="en-US"/>
              <a:t>Third-level bullet</a:t>
            </a:r>
          </a:p>
        </p:txBody>
      </p:sp>
      <p:sp>
        <p:nvSpPr>
          <p:cNvPr id="20" name="Content Placeholder 8"/>
          <p:cNvSpPr txBox="1">
            <a:spLocks/>
          </p:cNvSpPr>
          <p:nvPr/>
        </p:nvSpPr>
        <p:spPr>
          <a:xfrm>
            <a:off x="557930"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tx2"/>
                </a:solidFill>
                <a:latin typeface="+mn-lt"/>
                <a:ea typeface="Open Sans" panose="020B0606030504020204" pitchFamily="34" charset="0"/>
                <a:cs typeface="Arial" panose="020B0604020202020204" pitchFamily="34" charset="0"/>
              </a:rPr>
              <a:pPr algn="l"/>
              <a:t>‹#›</a:t>
            </a:fld>
            <a:endParaRPr lang="en-US" sz="1000" b="1">
              <a:solidFill>
                <a:schemeClr val="tx2"/>
              </a:solidFill>
              <a:latin typeface="+mn-lt"/>
              <a:ea typeface="Open Sans" panose="020B0606030504020204" pitchFamily="34" charset="0"/>
              <a:cs typeface="Arial" panose="020B0604020202020204" pitchFamily="34" charset="0"/>
            </a:endParaRPr>
          </a:p>
        </p:txBody>
      </p:sp>
      <p:sp>
        <p:nvSpPr>
          <p:cNvPr id="21" name="Content Placeholder 8"/>
          <p:cNvSpPr txBox="1">
            <a:spLocks/>
          </p:cNvSpPr>
          <p:nvPr/>
        </p:nvSpPr>
        <p:spPr>
          <a:xfrm>
            <a:off x="859759" y="6321767"/>
            <a:ext cx="8047075" cy="228600"/>
          </a:xfrm>
          <a:prstGeom prst="rect">
            <a:avLst/>
          </a:prstGeom>
        </p:spPr>
        <p:txBody>
          <a:bodyPr lIns="0" tIns="0" rIns="0" bIns="0" anchor="b"/>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800">
                <a:solidFill>
                  <a:schemeClr val="tx2"/>
                </a:solidFill>
                <a:latin typeface="+mn-lt"/>
                <a:cs typeface="Arial" panose="020B0604020202020204" pitchFamily="34" charset="0"/>
              </a:rPr>
              <a:t>©2023 CVS Health and/or one of its affiliates. Confidential and proprietary.</a:t>
            </a:r>
          </a:p>
        </p:txBody>
      </p:sp>
      <p:grpSp>
        <p:nvGrpSpPr>
          <p:cNvPr id="22" name="Group 21">
            <a:extLst>
              <a:ext uri="{FF2B5EF4-FFF2-40B4-BE49-F238E27FC236}">
                <a16:creationId xmlns:a16="http://schemas.microsoft.com/office/drawing/2014/main" id="{94F02B14-26DC-47C5-BE74-75AB1C1533A3}"/>
              </a:ext>
            </a:extLst>
          </p:cNvPr>
          <p:cNvGrpSpPr>
            <a:grpSpLocks noChangeAspect="1"/>
          </p:cNvGrpSpPr>
          <p:nvPr/>
        </p:nvGrpSpPr>
        <p:grpSpPr>
          <a:xfrm>
            <a:off x="10355279" y="6373316"/>
            <a:ext cx="1279513" cy="157138"/>
            <a:chOff x="1011652" y="1504398"/>
            <a:chExt cx="10028238" cy="1231900"/>
          </a:xfrm>
          <a:solidFill>
            <a:schemeClr val="tx1"/>
          </a:solidFill>
        </p:grpSpPr>
        <p:sp>
          <p:nvSpPr>
            <p:cNvPr id="23" name="Freeform 4">
              <a:extLst>
                <a:ext uri="{FF2B5EF4-FFF2-40B4-BE49-F238E27FC236}">
                  <a16:creationId xmlns:a16="http://schemas.microsoft.com/office/drawing/2014/main" id="{C03C60BD-E208-4793-B163-0391E0673CC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4" name="Freeform 5">
              <a:extLst>
                <a:ext uri="{FF2B5EF4-FFF2-40B4-BE49-F238E27FC236}">
                  <a16:creationId xmlns:a16="http://schemas.microsoft.com/office/drawing/2014/main" id="{EAC11C27-7E62-4B31-9680-B59D24D0A57F}"/>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2" name="Freeform 6">
              <a:extLst>
                <a:ext uri="{FF2B5EF4-FFF2-40B4-BE49-F238E27FC236}">
                  <a16:creationId xmlns:a16="http://schemas.microsoft.com/office/drawing/2014/main" id="{FA0788F6-B4B0-4834-AFB4-98F21B43FEB6}"/>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3" name="Freeform 7">
              <a:extLst>
                <a:ext uri="{FF2B5EF4-FFF2-40B4-BE49-F238E27FC236}">
                  <a16:creationId xmlns:a16="http://schemas.microsoft.com/office/drawing/2014/main" id="{F754B0DD-7999-4250-A4C0-0C3C14069271}"/>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4" name="Freeform 8">
              <a:extLst>
                <a:ext uri="{FF2B5EF4-FFF2-40B4-BE49-F238E27FC236}">
                  <a16:creationId xmlns:a16="http://schemas.microsoft.com/office/drawing/2014/main" id="{50CBFC8A-B083-42B9-9504-2364FACEC55E}"/>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5" name="Freeform 10">
              <a:extLst>
                <a:ext uri="{FF2B5EF4-FFF2-40B4-BE49-F238E27FC236}">
                  <a16:creationId xmlns:a16="http://schemas.microsoft.com/office/drawing/2014/main" id="{3EDE8E81-9781-4645-9DFD-79E2B61F7DE9}"/>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pic>
        <p:nvPicPr>
          <p:cNvPr id="6" name="Picture 5">
            <a:extLst>
              <a:ext uri="{FF2B5EF4-FFF2-40B4-BE49-F238E27FC236}">
                <a16:creationId xmlns:a16="http://schemas.microsoft.com/office/drawing/2014/main" id="{3BFA62A3-9139-949E-1AA9-A27B821AD88C}"/>
              </a:ext>
            </a:extLst>
          </p:cNvPr>
          <p:cNvPicPr>
            <a:picLocks noChangeAspect="1"/>
          </p:cNvPicPr>
          <p:nvPr userDrawn="1"/>
        </p:nvPicPr>
        <p:blipFill>
          <a:blip r:embed="rId22" cstate="print">
            <a:extLst>
              <a:ext uri="{28A0092B-C50C-407E-A947-70E740481C1C}">
                <a14:useLocalDpi xmlns:a14="http://schemas.microsoft.com/office/drawing/2010/main"/>
              </a:ext>
            </a:extLst>
          </a:blip>
          <a:stretch>
            <a:fillRect/>
          </a:stretch>
        </p:blipFill>
        <p:spPr>
          <a:xfrm>
            <a:off x="9075009" y="6377205"/>
            <a:ext cx="707199" cy="149360"/>
          </a:xfrm>
          <a:prstGeom prst="rect">
            <a:avLst/>
          </a:prstGeom>
        </p:spPr>
      </p:pic>
    </p:spTree>
    <p:extLst>
      <p:ext uri="{BB962C8B-B14F-4D97-AF65-F5344CB8AC3E}">
        <p14:creationId xmlns:p14="http://schemas.microsoft.com/office/powerpoint/2010/main" val="625164573"/>
      </p:ext>
    </p:extLst>
  </p:cSld>
  <p:clrMap bg1="lt1" tx1="dk1" bg2="lt2" tx2="dk2" accent1="accent1" accent2="accent2" accent3="accent3" accent4="accent4" accent5="accent5" accent6="accent6" hlink="hlink" folHlink="folHlink"/>
  <p:sldLayoutIdLst>
    <p:sldLayoutId id="2147485052" r:id="rId1"/>
    <p:sldLayoutId id="2147485053" r:id="rId2"/>
    <p:sldLayoutId id="2147485054" r:id="rId3"/>
    <p:sldLayoutId id="2147485055" r:id="rId4"/>
    <p:sldLayoutId id="2147485056" r:id="rId5"/>
    <p:sldLayoutId id="2147485057" r:id="rId6"/>
    <p:sldLayoutId id="2147485058" r:id="rId7"/>
    <p:sldLayoutId id="2147485059" r:id="rId8"/>
    <p:sldLayoutId id="2147485062" r:id="rId9"/>
    <p:sldLayoutId id="2147485063" r:id="rId10"/>
    <p:sldLayoutId id="2147485065" r:id="rId11"/>
    <p:sldLayoutId id="2147485066" r:id="rId12"/>
    <p:sldLayoutId id="2147485067" r:id="rId13"/>
    <p:sldLayoutId id="2147485068" r:id="rId14"/>
    <p:sldLayoutId id="2147485070" r:id="rId15"/>
    <p:sldLayoutId id="2147485071" r:id="rId16"/>
  </p:sldLayoutIdLst>
  <p:hf sldNum="0" hdr="0" ftr="0" dt="0"/>
  <p:txStyles>
    <p:titleStyle>
      <a:lvl1pPr algn="l" defTabSz="457200" rtl="0" eaLnBrk="1" latinLnBrk="0" hangingPunct="1">
        <a:lnSpc>
          <a:spcPct val="90000"/>
        </a:lnSpc>
        <a:spcBef>
          <a:spcPct val="0"/>
        </a:spcBef>
        <a:buNone/>
        <a:defRPr sz="2600" b="1" kern="1200">
          <a:solidFill>
            <a:schemeClr val="tx1"/>
          </a:solidFill>
          <a:latin typeface="CVS Health Sans" panose="020B0504020202020204" pitchFamily="34" charset="0"/>
          <a:ea typeface="+mj-ea"/>
          <a:cs typeface="+mj-cs"/>
        </a:defRPr>
      </a:lvl1pPr>
    </p:titleStyle>
    <p:bodyStyle>
      <a:lvl1pPr marL="0" indent="0" algn="l" defTabSz="457200" rtl="0" eaLnBrk="1" latinLnBrk="0" hangingPunct="1">
        <a:spcBef>
          <a:spcPts val="1800"/>
        </a:spcBef>
        <a:buClrTx/>
        <a:buFont typeface="Arial"/>
        <a:buNone/>
        <a:defRPr sz="1400" b="0" kern="1200">
          <a:solidFill>
            <a:schemeClr val="tx1"/>
          </a:solidFill>
          <a:latin typeface="CVS Health Sans" panose="020B0504020202020204" pitchFamily="34" charset="0"/>
          <a:ea typeface="+mn-ea"/>
          <a:cs typeface="+mn-cs"/>
        </a:defRPr>
      </a:lvl1pPr>
      <a:lvl2pPr marL="171450" indent="-171450" algn="l" defTabSz="457200" rtl="0" eaLnBrk="1" latinLnBrk="0" hangingPunct="1">
        <a:spcBef>
          <a:spcPts val="1200"/>
        </a:spcBef>
        <a:buClr>
          <a:srgbClr val="0B315E"/>
        </a:buClr>
        <a:buFont typeface="Arial" panose="020B0604020202020204" pitchFamily="34" charset="0"/>
        <a:buChar char="•"/>
        <a:defRPr sz="1400" kern="1200">
          <a:solidFill>
            <a:schemeClr val="tx1"/>
          </a:solidFill>
          <a:latin typeface="CVS Health Sans" panose="020B0504020202020204" pitchFamily="34" charset="0"/>
          <a:ea typeface="+mn-ea"/>
          <a:cs typeface="+mn-cs"/>
        </a:defRPr>
      </a:lvl2pPr>
      <a:lvl3pPr marL="342900" indent="-171450" algn="l" defTabSz="457200" rtl="0" eaLnBrk="1" latinLnBrk="0" hangingPunct="1">
        <a:spcBef>
          <a:spcPts val="600"/>
        </a:spcBef>
        <a:buClr>
          <a:srgbClr val="0B315E"/>
        </a:buClr>
        <a:buFont typeface="Courier New" panose="02070309020205020404" pitchFamily="49" charset="0"/>
        <a:buChar char="o"/>
        <a:defRPr sz="1400" kern="1200" baseline="0">
          <a:solidFill>
            <a:schemeClr val="tx1"/>
          </a:solidFill>
          <a:latin typeface="CVS Health Sans" panose="020B0504020202020204" pitchFamily="34" charset="0"/>
          <a:ea typeface="+mn-ea"/>
          <a:cs typeface="+mn-cs"/>
        </a:defRPr>
      </a:lvl3pPr>
      <a:lvl4pPr marL="514350" indent="-171450" algn="l" defTabSz="457200" rtl="0" eaLnBrk="1" latinLnBrk="0" hangingPunct="1">
        <a:spcBef>
          <a:spcPts val="600"/>
        </a:spcBef>
        <a:buClr>
          <a:srgbClr val="0B315E"/>
        </a:buClr>
        <a:buFont typeface="Wingdings" panose="05000000000000000000" pitchFamily="2" charset="2"/>
        <a:buChar char="§"/>
        <a:defRPr sz="1400" kern="1200">
          <a:solidFill>
            <a:schemeClr val="tx1"/>
          </a:solidFill>
          <a:latin typeface="CVS Health Sans" panose="020B0504020202020204" pitchFamily="34" charset="0"/>
          <a:ea typeface="+mn-ea"/>
          <a:cs typeface="+mn-cs"/>
        </a:defRPr>
      </a:lvl4pPr>
      <a:lvl5pPr marL="685800" indent="-171450" algn="l" defTabSz="457200" rtl="0" eaLnBrk="1" latinLnBrk="0" hangingPunct="1">
        <a:spcBef>
          <a:spcPts val="600"/>
        </a:spcBef>
        <a:buClr>
          <a:srgbClr val="0B315E"/>
        </a:buClr>
        <a:buFont typeface="Arial" panose="020B0604020202020204" pitchFamily="34" charset="0"/>
        <a:buChar char="•"/>
        <a:defRPr sz="1400" kern="1200" baseline="0">
          <a:solidFill>
            <a:schemeClr val="tx1"/>
          </a:solidFill>
          <a:latin typeface="CVS Health Sans" panose="020B0504020202020204" pitchFamily="34" charset="0"/>
          <a:ea typeface="+mn-ea"/>
          <a:cs typeface="+mn-cs"/>
        </a:defRPr>
      </a:lvl5pPr>
      <a:lvl6pPr marL="857250" indent="-171450" algn="l" defTabSz="457200" rtl="0" eaLnBrk="1" latinLnBrk="0" hangingPunct="1">
        <a:spcBef>
          <a:spcPts val="600"/>
        </a:spcBef>
        <a:buClr>
          <a:srgbClr val="0B315E"/>
        </a:buClr>
        <a:buFont typeface="Arial" panose="020B0604020202020204" pitchFamily="34" charset="0"/>
        <a:buChar char="•"/>
        <a:defRPr sz="1400" kern="1200">
          <a:solidFill>
            <a:schemeClr val="tx1"/>
          </a:solidFill>
          <a:latin typeface="CVS Health Sans" panose="020B0504020202020204" pitchFamily="34" charset="0"/>
          <a:ea typeface="+mn-ea"/>
          <a:cs typeface="+mn-cs"/>
        </a:defRPr>
      </a:lvl6pPr>
      <a:lvl7pPr marL="1028700" indent="-165100" algn="l" defTabSz="457200" rtl="0" eaLnBrk="1" latinLnBrk="0" hangingPunct="1">
        <a:spcBef>
          <a:spcPts val="600"/>
        </a:spcBef>
        <a:buClr>
          <a:srgbClr val="0B315E"/>
        </a:buClr>
        <a:buFont typeface="Arial" panose="020B0604020202020204" pitchFamily="34" charset="0"/>
        <a:buChar char="•"/>
        <a:defRPr sz="1400" kern="1200">
          <a:solidFill>
            <a:schemeClr val="tx1"/>
          </a:solidFill>
          <a:latin typeface="CVS Health Sans" panose="020B0504020202020204" pitchFamily="34" charset="0"/>
          <a:ea typeface="+mn-ea"/>
          <a:cs typeface="+mn-cs"/>
        </a:defRPr>
      </a:lvl7pPr>
      <a:lvl8pPr marL="1206500" indent="-177800" algn="l" defTabSz="457200" rtl="0" eaLnBrk="1" latinLnBrk="0" hangingPunct="1">
        <a:spcBef>
          <a:spcPts val="600"/>
        </a:spcBef>
        <a:buClr>
          <a:srgbClr val="0B315E"/>
        </a:buClr>
        <a:buFont typeface="Arial" panose="020B0604020202020204" pitchFamily="34" charset="0"/>
        <a:buChar char="•"/>
        <a:defRPr sz="1400" kern="1200">
          <a:solidFill>
            <a:schemeClr val="tx1"/>
          </a:solidFill>
          <a:latin typeface="CVS Health Sans" panose="020B0504020202020204" pitchFamily="34" charset="0"/>
          <a:ea typeface="+mn-ea"/>
          <a:cs typeface="+mn-cs"/>
        </a:defRPr>
      </a:lvl8pPr>
      <a:lvl9pPr marL="1371600" indent="-165100" algn="l" defTabSz="457200" rtl="0" eaLnBrk="1" latinLnBrk="0" hangingPunct="1">
        <a:spcBef>
          <a:spcPts val="600"/>
        </a:spcBef>
        <a:buClr>
          <a:srgbClr val="0B315E"/>
        </a:buClr>
        <a:buFont typeface="Arial" panose="020B0604020202020204" pitchFamily="34" charset="0"/>
        <a:buChar char="•"/>
        <a:defRPr sz="1400" kern="1200">
          <a:solidFill>
            <a:schemeClr val="tx1"/>
          </a:solidFill>
          <a:latin typeface="CVS Health Sans" panose="020B0504020202020204" pitchFamily="34" charset="0"/>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04">
          <p15:clr>
            <a:srgbClr val="F26B43"/>
          </p15:clr>
        </p15:guide>
        <p15:guide id="2" pos="362">
          <p15:clr>
            <a:srgbClr val="F26B43"/>
          </p15:clr>
        </p15:guide>
        <p15:guide id="3" pos="7319">
          <p15:clr>
            <a:srgbClr val="F26B43"/>
          </p15:clr>
        </p15:guide>
        <p15:guide id="4" orient="horz" pos="360">
          <p15:clr>
            <a:srgbClr val="F26B43"/>
          </p15:clr>
        </p15:guide>
        <p15:guide id="5" orient="horz" pos="3622">
          <p15:clr>
            <a:srgbClr val="F26B43"/>
          </p15:clr>
        </p15:guide>
        <p15:guide id="6" orient="horz" pos="411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8775E1CC-9396-4128-A76B-A1560CE1B813}"/>
              </a:ext>
            </a:extLst>
          </p:cNvPr>
          <p:cNvGraphicFramePr>
            <a:graphicFrameLocks noChangeAspect="1"/>
          </p:cNvGraphicFramePr>
          <p:nvPr userDrawn="1">
            <p:custDataLst>
              <p:tags r:id="rId53"/>
            </p:custDataLst>
            <p:extLst>
              <p:ext uri="{D42A27DB-BD31-4B8C-83A1-F6EECF244321}">
                <p14:modId xmlns:p14="http://schemas.microsoft.com/office/powerpoint/2010/main" val="2613941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4" imgW="416" imgH="416" progId="TCLayout.ActiveDocument.1">
                  <p:embed/>
                </p:oleObj>
              </mc:Choice>
              <mc:Fallback>
                <p:oleObj name="think-cell Slide" r:id="rId54" imgW="416" imgH="416" progId="TCLayout.ActiveDocument.1">
                  <p:embed/>
                  <p:pic>
                    <p:nvPicPr>
                      <p:cNvPr id="6" name="Object 5" hidden="1">
                        <a:extLst>
                          <a:ext uri="{FF2B5EF4-FFF2-40B4-BE49-F238E27FC236}">
                            <a16:creationId xmlns:a16="http://schemas.microsoft.com/office/drawing/2014/main" id="{8775E1CC-9396-4128-A76B-A1560CE1B813}"/>
                          </a:ext>
                        </a:extLst>
                      </p:cNvPr>
                      <p:cNvPicPr/>
                      <p:nvPr/>
                    </p:nvPicPr>
                    <p:blipFill>
                      <a:blip r:embed="rId55"/>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557929" y="530351"/>
            <a:ext cx="9667726" cy="713232"/>
          </a:xfrm>
          <a:prstGeom prst="rect">
            <a:avLst/>
          </a:prstGeom>
        </p:spPr>
        <p:txBody>
          <a:bodyPr vert="horz" lIns="0" tIns="0" rIns="0" bIns="0" rtlCol="0" anchor="t" anchorCtr="0">
            <a:noAutofit/>
          </a:bodyPr>
          <a:lstStyle/>
          <a:p>
            <a:r>
              <a:rPr lang="en-US"/>
              <a:t>Click to edit master title</a:t>
            </a:r>
          </a:p>
        </p:txBody>
      </p:sp>
      <p:sp>
        <p:nvSpPr>
          <p:cNvPr id="3" name="Text Placeholder 2"/>
          <p:cNvSpPr>
            <a:spLocks noGrp="1"/>
          </p:cNvSpPr>
          <p:nvPr>
            <p:ph type="body" idx="1"/>
          </p:nvPr>
        </p:nvSpPr>
        <p:spPr bwMode="gray">
          <a:xfrm>
            <a:off x="557929" y="1767532"/>
            <a:ext cx="11048829" cy="3977640"/>
          </a:xfrm>
          <a:prstGeom prst="rect">
            <a:avLst/>
          </a:prstGeom>
        </p:spPr>
        <p:txBody>
          <a:bodyPr vert="horz" lIns="0" tIns="0" rIns="0" bIns="0" rtlCol="0">
            <a:noAutofit/>
          </a:bodyPr>
          <a:lstStyle/>
          <a:p>
            <a:pPr lvl="0"/>
            <a:r>
              <a:rPr lang="en-US"/>
              <a:t>Click to edit Master text styles</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20" name="Content Placeholder 8"/>
          <p:cNvSpPr txBox="1">
            <a:spLocks/>
          </p:cNvSpPr>
          <p:nvPr/>
        </p:nvSpPr>
        <p:spPr>
          <a:xfrm>
            <a:off x="557930"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tx1"/>
                </a:solidFill>
                <a:latin typeface="+mn-lt"/>
                <a:ea typeface="Open Sans" panose="020B0606030504020204" pitchFamily="34" charset="0"/>
                <a:cs typeface="Arial" panose="020B0604020202020204" pitchFamily="34" charset="0"/>
              </a:rPr>
              <a:pPr algn="l"/>
              <a:t>‹#›</a:t>
            </a:fld>
            <a:endParaRPr lang="en-US" sz="1000" b="1">
              <a:solidFill>
                <a:schemeClr val="tx1"/>
              </a:solidFill>
              <a:latin typeface="+mn-lt"/>
              <a:ea typeface="Open Sans" panose="020B0606030504020204" pitchFamily="34" charset="0"/>
              <a:cs typeface="Arial" panose="020B0604020202020204" pitchFamily="34" charset="0"/>
            </a:endParaRPr>
          </a:p>
        </p:txBody>
      </p:sp>
      <p:sp>
        <p:nvSpPr>
          <p:cNvPr id="21" name="Content Placeholder 8"/>
          <p:cNvSpPr txBox="1">
            <a:spLocks/>
          </p:cNvSpPr>
          <p:nvPr/>
        </p:nvSpPr>
        <p:spPr>
          <a:xfrm>
            <a:off x="859759" y="6321767"/>
            <a:ext cx="8047075" cy="228600"/>
          </a:xfrm>
          <a:prstGeom prst="rect">
            <a:avLst/>
          </a:prstGeom>
        </p:spPr>
        <p:txBody>
          <a:bodyPr lIns="0" tIns="0" rIns="0" bIns="0" anchor="b"/>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800">
                <a:solidFill>
                  <a:schemeClr val="tx1"/>
                </a:solidFill>
                <a:latin typeface="CVS Health Sans" panose="020B0504020202020204" pitchFamily="34" charset="0"/>
                <a:cs typeface="Arial" panose="020B0604020202020204" pitchFamily="34" charset="0"/>
              </a:rPr>
              <a:t>©2023 CVS Health and/or one of its affiliates. Confidential and proprietary.</a:t>
            </a:r>
          </a:p>
        </p:txBody>
      </p:sp>
      <p:grpSp>
        <p:nvGrpSpPr>
          <p:cNvPr id="22" name="Group 21">
            <a:extLst>
              <a:ext uri="{FF2B5EF4-FFF2-40B4-BE49-F238E27FC236}">
                <a16:creationId xmlns:a16="http://schemas.microsoft.com/office/drawing/2014/main" id="{94F02B14-26DC-47C5-BE74-75AB1C1533A3}"/>
              </a:ext>
            </a:extLst>
          </p:cNvPr>
          <p:cNvGrpSpPr>
            <a:grpSpLocks noChangeAspect="1"/>
          </p:cNvGrpSpPr>
          <p:nvPr/>
        </p:nvGrpSpPr>
        <p:grpSpPr>
          <a:xfrm>
            <a:off x="10355279" y="6373316"/>
            <a:ext cx="1279513" cy="157138"/>
            <a:chOff x="1011652" y="1504398"/>
            <a:chExt cx="10028238" cy="1231900"/>
          </a:xfrm>
          <a:solidFill>
            <a:schemeClr val="tx1"/>
          </a:solidFill>
        </p:grpSpPr>
        <p:sp>
          <p:nvSpPr>
            <p:cNvPr id="23" name="Freeform 4">
              <a:extLst>
                <a:ext uri="{FF2B5EF4-FFF2-40B4-BE49-F238E27FC236}">
                  <a16:creationId xmlns:a16="http://schemas.microsoft.com/office/drawing/2014/main" id="{C03C60BD-E208-4793-B163-0391E0673CC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4" name="Freeform 5">
              <a:extLst>
                <a:ext uri="{FF2B5EF4-FFF2-40B4-BE49-F238E27FC236}">
                  <a16:creationId xmlns:a16="http://schemas.microsoft.com/office/drawing/2014/main" id="{EAC11C27-7E62-4B31-9680-B59D24D0A57F}"/>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2" name="Freeform 6">
              <a:extLst>
                <a:ext uri="{FF2B5EF4-FFF2-40B4-BE49-F238E27FC236}">
                  <a16:creationId xmlns:a16="http://schemas.microsoft.com/office/drawing/2014/main" id="{FA0788F6-B4B0-4834-AFB4-98F21B43FEB6}"/>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3" name="Freeform 7">
              <a:extLst>
                <a:ext uri="{FF2B5EF4-FFF2-40B4-BE49-F238E27FC236}">
                  <a16:creationId xmlns:a16="http://schemas.microsoft.com/office/drawing/2014/main" id="{F754B0DD-7999-4250-A4C0-0C3C14069271}"/>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4" name="Freeform 8">
              <a:extLst>
                <a:ext uri="{FF2B5EF4-FFF2-40B4-BE49-F238E27FC236}">
                  <a16:creationId xmlns:a16="http://schemas.microsoft.com/office/drawing/2014/main" id="{50CBFC8A-B083-42B9-9504-2364FACEC55E}"/>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5" name="Freeform 10">
              <a:extLst>
                <a:ext uri="{FF2B5EF4-FFF2-40B4-BE49-F238E27FC236}">
                  <a16:creationId xmlns:a16="http://schemas.microsoft.com/office/drawing/2014/main" id="{3EDE8E81-9781-4645-9DFD-79E2B61F7DE9}"/>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pic>
        <p:nvPicPr>
          <p:cNvPr id="4" name="Picture 3">
            <a:extLst>
              <a:ext uri="{FF2B5EF4-FFF2-40B4-BE49-F238E27FC236}">
                <a16:creationId xmlns:a16="http://schemas.microsoft.com/office/drawing/2014/main" id="{C54E98CA-1481-96D4-5C65-8FD3E36EB8ED}"/>
              </a:ext>
            </a:extLst>
          </p:cNvPr>
          <p:cNvPicPr>
            <a:picLocks noChangeAspect="1"/>
          </p:cNvPicPr>
          <p:nvPr userDrawn="1"/>
        </p:nvPicPr>
        <p:blipFill>
          <a:blip r:embed="rId56" cstate="print">
            <a:extLst>
              <a:ext uri="{28A0092B-C50C-407E-A947-70E740481C1C}">
                <a14:useLocalDpi xmlns:a14="http://schemas.microsoft.com/office/drawing/2010/main"/>
              </a:ext>
            </a:extLst>
          </a:blip>
          <a:stretch>
            <a:fillRect/>
          </a:stretch>
        </p:blipFill>
        <p:spPr>
          <a:xfrm>
            <a:off x="9075009" y="6377205"/>
            <a:ext cx="707199" cy="149360"/>
          </a:xfrm>
          <a:prstGeom prst="rect">
            <a:avLst/>
          </a:prstGeom>
        </p:spPr>
      </p:pic>
    </p:spTree>
    <p:extLst>
      <p:ext uri="{BB962C8B-B14F-4D97-AF65-F5344CB8AC3E}">
        <p14:creationId xmlns:p14="http://schemas.microsoft.com/office/powerpoint/2010/main" val="2899522260"/>
      </p:ext>
    </p:extLst>
  </p:cSld>
  <p:clrMap bg1="lt1" tx1="dk1" bg2="lt2" tx2="dk2" accent1="accent1" accent2="accent2" accent3="accent3" accent4="accent4" accent5="accent5" accent6="accent6" hlink="hlink" folHlink="folHlink"/>
  <p:sldLayoutIdLst>
    <p:sldLayoutId id="2147485075" r:id="rId1"/>
    <p:sldLayoutId id="2147485076" r:id="rId2"/>
    <p:sldLayoutId id="2147485077" r:id="rId3"/>
    <p:sldLayoutId id="2147485078" r:id="rId4"/>
    <p:sldLayoutId id="2147485079" r:id="rId5"/>
    <p:sldLayoutId id="2147485080" r:id="rId6"/>
    <p:sldLayoutId id="2147485081" r:id="rId7"/>
    <p:sldLayoutId id="2147485082" r:id="rId8"/>
    <p:sldLayoutId id="2147485083" r:id="rId9"/>
    <p:sldLayoutId id="2147485084" r:id="rId10"/>
    <p:sldLayoutId id="2147485085" r:id="rId11"/>
    <p:sldLayoutId id="2147485086" r:id="rId12"/>
    <p:sldLayoutId id="2147485087" r:id="rId13"/>
    <p:sldLayoutId id="2147485088" r:id="rId14"/>
    <p:sldLayoutId id="2147485089" r:id="rId15"/>
    <p:sldLayoutId id="2147485090" r:id="rId16"/>
    <p:sldLayoutId id="2147485091" r:id="rId17"/>
    <p:sldLayoutId id="2147485092" r:id="rId18"/>
    <p:sldLayoutId id="2147485093" r:id="rId19"/>
    <p:sldLayoutId id="2147485094" r:id="rId20"/>
    <p:sldLayoutId id="2147485095" r:id="rId21"/>
    <p:sldLayoutId id="2147485096" r:id="rId22"/>
    <p:sldLayoutId id="2147485097" r:id="rId23"/>
    <p:sldLayoutId id="2147485098" r:id="rId24"/>
    <p:sldLayoutId id="2147485099" r:id="rId25"/>
    <p:sldLayoutId id="2147485100" r:id="rId26"/>
    <p:sldLayoutId id="2147485101" r:id="rId27"/>
    <p:sldLayoutId id="2147485102" r:id="rId28"/>
    <p:sldLayoutId id="2147485103" r:id="rId29"/>
    <p:sldLayoutId id="2147485104" r:id="rId30"/>
    <p:sldLayoutId id="2147485105" r:id="rId31"/>
    <p:sldLayoutId id="2147485106" r:id="rId32"/>
    <p:sldLayoutId id="2147485107" r:id="rId33"/>
    <p:sldLayoutId id="2147485108" r:id="rId34"/>
    <p:sldLayoutId id="2147485109" r:id="rId35"/>
    <p:sldLayoutId id="2147485110" r:id="rId36"/>
    <p:sldLayoutId id="2147485111" r:id="rId37"/>
    <p:sldLayoutId id="2147485112" r:id="rId38"/>
    <p:sldLayoutId id="2147485113" r:id="rId39"/>
    <p:sldLayoutId id="2147485114" r:id="rId40"/>
    <p:sldLayoutId id="2147485115" r:id="rId41"/>
    <p:sldLayoutId id="2147485116" r:id="rId42"/>
    <p:sldLayoutId id="2147485117" r:id="rId43"/>
    <p:sldLayoutId id="2147485118" r:id="rId44"/>
    <p:sldLayoutId id="2147485119" r:id="rId45"/>
    <p:sldLayoutId id="2147485120" r:id="rId46"/>
    <p:sldLayoutId id="2147485121" r:id="rId47"/>
    <p:sldLayoutId id="2147485122" r:id="rId48"/>
    <p:sldLayoutId id="2147485123" r:id="rId49"/>
    <p:sldLayoutId id="2147485124" r:id="rId50"/>
    <p:sldLayoutId id="2147485125" r:id="rId51"/>
  </p:sldLayoutIdLst>
  <p:hf hdr="0" dt="0"/>
  <p:txStyles>
    <p:titleStyle>
      <a:lvl1pPr algn="l" defTabSz="457200" rtl="0" eaLnBrk="1" latinLnBrk="0" hangingPunct="1">
        <a:lnSpc>
          <a:spcPct val="90000"/>
        </a:lnSpc>
        <a:spcBef>
          <a:spcPct val="0"/>
        </a:spcBef>
        <a:buNone/>
        <a:defRPr sz="2600" b="1" kern="1200">
          <a:solidFill>
            <a:schemeClr val="tx1"/>
          </a:solidFill>
          <a:latin typeface="CVS Health Sans" panose="020B0504020202020204" pitchFamily="34" charset="0"/>
          <a:ea typeface="+mj-ea"/>
          <a:cs typeface="+mj-cs"/>
        </a:defRPr>
      </a:lvl1pPr>
    </p:titleStyle>
    <p:bodyStyle>
      <a:lvl1pPr marL="0" indent="0" algn="l" defTabSz="457200" rtl="0" eaLnBrk="1" latinLnBrk="0" hangingPunct="1">
        <a:spcBef>
          <a:spcPts val="1800"/>
        </a:spcBef>
        <a:buClrTx/>
        <a:buFont typeface="Arial"/>
        <a:buNone/>
        <a:defRPr sz="1400" b="0" kern="1200">
          <a:solidFill>
            <a:schemeClr val="tx1"/>
          </a:solidFill>
          <a:latin typeface="CVS Health Sans" panose="020B0504020202020204" pitchFamily="34" charset="0"/>
          <a:ea typeface="+mn-ea"/>
          <a:cs typeface="+mn-cs"/>
        </a:defRPr>
      </a:lvl1pPr>
      <a:lvl2pPr marL="171450" indent="-171450" algn="l" defTabSz="457200" rtl="0" eaLnBrk="1" latinLnBrk="0" hangingPunct="1">
        <a:spcBef>
          <a:spcPts val="1200"/>
        </a:spcBef>
        <a:buClrTx/>
        <a:buFont typeface="Arial"/>
        <a:buChar char="•"/>
        <a:defRPr sz="1400" kern="1200">
          <a:solidFill>
            <a:schemeClr val="tx1"/>
          </a:solidFill>
          <a:latin typeface="CVS Health Sans" panose="020B0504020202020204" pitchFamily="34" charset="0"/>
          <a:ea typeface="+mn-ea"/>
          <a:cs typeface="+mn-cs"/>
        </a:defRPr>
      </a:lvl2pPr>
      <a:lvl3pPr marL="342900" indent="-171450" algn="l" defTabSz="457200" rtl="0" eaLnBrk="1" latinLnBrk="0" hangingPunct="1">
        <a:spcBef>
          <a:spcPts val="600"/>
        </a:spcBef>
        <a:buClrTx/>
        <a:buFont typeface="Lucida Grande"/>
        <a:buChar char="–"/>
        <a:defRPr sz="1400" kern="1200" baseline="0">
          <a:solidFill>
            <a:schemeClr val="tx1"/>
          </a:solidFill>
          <a:latin typeface="CVS Health Sans" panose="020B0504020202020204" pitchFamily="34" charset="0"/>
          <a:ea typeface="+mn-ea"/>
          <a:cs typeface="+mn-cs"/>
        </a:defRPr>
      </a:lvl3pPr>
      <a:lvl4pPr marL="514350" indent="-171450" algn="l" defTabSz="457200" rtl="0" eaLnBrk="1" latinLnBrk="0" hangingPunct="1">
        <a:spcBef>
          <a:spcPts val="600"/>
        </a:spcBef>
        <a:buClrTx/>
        <a:buFont typeface="Arial"/>
        <a:buChar char="•"/>
        <a:defRPr sz="1400" kern="1200">
          <a:solidFill>
            <a:schemeClr val="tx1"/>
          </a:solidFill>
          <a:latin typeface="CVS Health Sans" panose="020B0504020202020204" pitchFamily="34" charset="0"/>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1"/>
          </a:solidFill>
          <a:latin typeface="CVS Health Sans" panose="020B0504020202020204" pitchFamily="34" charset="0"/>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1"/>
          </a:solidFill>
          <a:latin typeface="CVS Health Sans" panose="020B0504020202020204" pitchFamily="34" charset="0"/>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1"/>
          </a:solidFill>
          <a:latin typeface="CVS Health Sans" panose="020B0504020202020204" pitchFamily="34" charset="0"/>
          <a:ea typeface="+mn-ea"/>
          <a:cs typeface="+mn-cs"/>
        </a:defRPr>
      </a:lvl7pPr>
      <a:lvl8pPr marL="1206500" indent="-177800" algn="l" defTabSz="457200" rtl="0" eaLnBrk="1" latinLnBrk="0" hangingPunct="1">
        <a:spcBef>
          <a:spcPts val="600"/>
        </a:spcBef>
        <a:buClrTx/>
        <a:buFont typeface="Arial"/>
        <a:buChar char="•"/>
        <a:defRPr sz="1400" kern="1200">
          <a:solidFill>
            <a:schemeClr val="tx1"/>
          </a:solidFill>
          <a:latin typeface="CVS Health Sans" panose="020B0504020202020204" pitchFamily="34" charset="0"/>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1"/>
          </a:solidFill>
          <a:latin typeface="CVS Health Sans" panose="020B0504020202020204" pitchFamily="34" charset="0"/>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04">
          <p15:clr>
            <a:srgbClr val="F26B43"/>
          </p15:clr>
        </p15:guide>
        <p15:guide id="2" pos="362">
          <p15:clr>
            <a:srgbClr val="F26B43"/>
          </p15:clr>
        </p15:guide>
        <p15:guide id="3" pos="7319">
          <p15:clr>
            <a:srgbClr val="F26B43"/>
          </p15:clr>
        </p15:guide>
        <p15:guide id="4" orient="horz" pos="360">
          <p15:clr>
            <a:srgbClr val="F26B43"/>
          </p15:clr>
        </p15:guide>
        <p15:guide id="5" orient="horz" pos="3622">
          <p15:clr>
            <a:srgbClr val="F26B43"/>
          </p15:clr>
        </p15:guide>
        <p15:guide id="6" orient="horz" pos="41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49.xml"/><Relationship Id="rId1" Type="http://schemas.openxmlformats.org/officeDocument/2006/relationships/tags" Target="../tags/tag30.xml"/><Relationship Id="rId5" Type="http://schemas.openxmlformats.org/officeDocument/2006/relationships/image" Target="../media/image19.jpeg"/><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1.xml"/><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tags" Target="../tags/tag33.xml"/><Relationship Id="rId7" Type="http://schemas.openxmlformats.org/officeDocument/2006/relationships/slideLayout" Target="../slideLayouts/slideLayout79.xml"/><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tags" Target="../tags/tag32.xml"/><Relationship Id="rId16" Type="http://schemas.openxmlformats.org/officeDocument/2006/relationships/image" Target="../media/image26.png"/><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image" Target="../media/image21.png"/><Relationship Id="rId5" Type="http://schemas.openxmlformats.org/officeDocument/2006/relationships/tags" Target="../tags/tag35.xml"/><Relationship Id="rId15" Type="http://schemas.openxmlformats.org/officeDocument/2006/relationships/image" Target="../media/image25.png"/><Relationship Id="rId10" Type="http://schemas.openxmlformats.org/officeDocument/2006/relationships/image" Target="../media/image20.emf"/><Relationship Id="rId19" Type="http://schemas.openxmlformats.org/officeDocument/2006/relationships/image" Target="../media/image29.png"/><Relationship Id="rId4" Type="http://schemas.openxmlformats.org/officeDocument/2006/relationships/tags" Target="../tags/tag34.xml"/><Relationship Id="rId9" Type="http://schemas.openxmlformats.org/officeDocument/2006/relationships/oleObject" Target="../embeddings/oleObject23.bin"/><Relationship Id="rId14" Type="http://schemas.openxmlformats.org/officeDocument/2006/relationships/image" Target="../media/image2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6.xml"/><Relationship Id="rId1" Type="http://schemas.openxmlformats.org/officeDocument/2006/relationships/tags" Target="../tags/tag37.xml"/><Relationship Id="rId5" Type="http://schemas.openxmlformats.org/officeDocument/2006/relationships/image" Target="../media/image30.emf"/><Relationship Id="rId4" Type="http://schemas.openxmlformats.org/officeDocument/2006/relationships/oleObject" Target="../embeddings/oleObject24.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6.xml"/><Relationship Id="rId1" Type="http://schemas.openxmlformats.org/officeDocument/2006/relationships/tags" Target="../tags/tag38.xml"/><Relationship Id="rId5" Type="http://schemas.openxmlformats.org/officeDocument/2006/relationships/image" Target="../media/image30.emf"/><Relationship Id="rId4" Type="http://schemas.openxmlformats.org/officeDocument/2006/relationships/oleObject" Target="../embeddings/oleObject24.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6.xml"/><Relationship Id="rId1" Type="http://schemas.openxmlformats.org/officeDocument/2006/relationships/tags" Target="../tags/tag39.xml"/><Relationship Id="rId5" Type="http://schemas.openxmlformats.org/officeDocument/2006/relationships/image" Target="../media/image30.emf"/><Relationship Id="rId4" Type="http://schemas.openxmlformats.org/officeDocument/2006/relationships/oleObject" Target="../embeddings/oleObject24.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6.xml"/><Relationship Id="rId1" Type="http://schemas.openxmlformats.org/officeDocument/2006/relationships/tags" Target="../tags/tag40.xml"/><Relationship Id="rId5" Type="http://schemas.openxmlformats.org/officeDocument/2006/relationships/image" Target="../media/image30.emf"/><Relationship Id="rId4" Type="http://schemas.openxmlformats.org/officeDocument/2006/relationships/oleObject" Target="../embeddings/oleObject25.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6.xml"/><Relationship Id="rId1" Type="http://schemas.openxmlformats.org/officeDocument/2006/relationships/tags" Target="../tags/tag41.xml"/><Relationship Id="rId5" Type="http://schemas.openxmlformats.org/officeDocument/2006/relationships/image" Target="../media/image30.emf"/><Relationship Id="rId4" Type="http://schemas.openxmlformats.org/officeDocument/2006/relationships/oleObject" Target="../embeddings/oleObject26.bin"/></Relationships>
</file>

<file path=ppt/slides/_rels/slide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oleObject" Target="../embeddings/oleObject27.bin"/><Relationship Id="rId7" Type="http://schemas.openxmlformats.org/officeDocument/2006/relationships/image" Target="../media/image22.png"/><Relationship Id="rId2" Type="http://schemas.openxmlformats.org/officeDocument/2006/relationships/slideLayout" Target="../slideLayouts/slideLayout62.xml"/><Relationship Id="rId1" Type="http://schemas.openxmlformats.org/officeDocument/2006/relationships/tags" Target="../tags/tag42.xml"/><Relationship Id="rId6" Type="http://schemas.openxmlformats.org/officeDocument/2006/relationships/image" Target="../media/image32.png"/><Relationship Id="rId5" Type="http://schemas.openxmlformats.org/officeDocument/2006/relationships/image" Target="../media/image21.png"/><Relationship Id="rId4" Type="http://schemas.openxmlformats.org/officeDocument/2006/relationships/image" Target="../media/image31.emf"/><Relationship Id="rId9" Type="http://schemas.openxmlformats.org/officeDocument/2006/relationships/image" Target="../media/image3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8.xml"/></Relationships>
</file>

<file path=ppt/slides/_rels/slide12.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tags" Target="../tags/tag55.xml"/><Relationship Id="rId18" Type="http://schemas.openxmlformats.org/officeDocument/2006/relationships/image" Target="../media/image36.sv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tags" Target="../tags/tag54.xml"/><Relationship Id="rId17" Type="http://schemas.openxmlformats.org/officeDocument/2006/relationships/image" Target="../media/image35.png"/><Relationship Id="rId2" Type="http://schemas.openxmlformats.org/officeDocument/2006/relationships/tags" Target="../tags/tag44.xml"/><Relationship Id="rId16" Type="http://schemas.openxmlformats.org/officeDocument/2006/relationships/image" Target="../media/image1.emf"/><Relationship Id="rId20" Type="http://schemas.openxmlformats.org/officeDocument/2006/relationships/image" Target="../media/image38.svg"/><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oleObject" Target="../embeddings/oleObject28.bin"/><Relationship Id="rId10" Type="http://schemas.openxmlformats.org/officeDocument/2006/relationships/tags" Target="../tags/tag52.xml"/><Relationship Id="rId19" Type="http://schemas.openxmlformats.org/officeDocument/2006/relationships/image" Target="../media/image37.png"/><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slideLayout" Target="../slideLayouts/slideLayout58.xml"/></Relationships>
</file>

<file path=ppt/slides/_rels/slide13.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oleObject" Target="../embeddings/oleObject28.bin"/><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slideLayout" Target="../slideLayouts/slideLayout58.xml"/><Relationship Id="rId1" Type="http://schemas.openxmlformats.org/officeDocument/2006/relationships/tags" Target="../tags/tag56.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jpeg"/><Relationship Id="rId4" Type="http://schemas.openxmlformats.org/officeDocument/2006/relationships/image" Target="../media/image1.emf"/><Relationship Id="rId9" Type="http://schemas.openxmlformats.org/officeDocument/2006/relationships/image" Target="../media/image43.png"/></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oleObject" Target="../embeddings/oleObject23.bin"/><Relationship Id="rId7" Type="http://schemas.openxmlformats.org/officeDocument/2006/relationships/image" Target="../media/image26.png"/><Relationship Id="rId2" Type="http://schemas.openxmlformats.org/officeDocument/2006/relationships/slideLayout" Target="../slideLayouts/slideLayout59.xml"/><Relationship Id="rId1" Type="http://schemas.openxmlformats.org/officeDocument/2006/relationships/tags" Target="../tags/tag57.xml"/><Relationship Id="rId6" Type="http://schemas.openxmlformats.org/officeDocument/2006/relationships/image" Target="../media/image49.png"/><Relationship Id="rId11" Type="http://schemas.openxmlformats.org/officeDocument/2006/relationships/image" Target="../media/image52.png"/><Relationship Id="rId5" Type="http://schemas.openxmlformats.org/officeDocument/2006/relationships/image" Target="../media/image48.png"/><Relationship Id="rId10" Type="http://schemas.openxmlformats.org/officeDocument/2006/relationships/image" Target="../media/image51.png"/><Relationship Id="rId4" Type="http://schemas.openxmlformats.org/officeDocument/2006/relationships/image" Target="../media/image47.emf"/><Relationship Id="rId9"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B975D754-E4F8-B1E2-3C6D-8D4AA3C60D65}"/>
              </a:ext>
            </a:extLst>
          </p:cNvPr>
          <p:cNvGraphicFramePr>
            <a:graphicFrameLocks noChangeAspect="1"/>
          </p:cNvGraphicFramePr>
          <p:nvPr>
            <p:custDataLst>
              <p:tags r:id="rId1"/>
            </p:custDataLst>
            <p:extLst>
              <p:ext uri="{D42A27DB-BD31-4B8C-83A1-F6EECF244321}">
                <p14:modId xmlns:p14="http://schemas.microsoft.com/office/powerpoint/2010/main" val="2343726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Object 2" hidden="1">
                        <a:extLst>
                          <a:ext uri="{FF2B5EF4-FFF2-40B4-BE49-F238E27FC236}">
                            <a16:creationId xmlns:a16="http://schemas.microsoft.com/office/drawing/2014/main" id="{B975D754-E4F8-B1E2-3C6D-8D4AA3C60D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6"/>
          <p:cNvSpPr>
            <a:spLocks noGrp="1"/>
          </p:cNvSpPr>
          <p:nvPr>
            <p:ph type="ctrTitle"/>
          </p:nvPr>
        </p:nvSpPr>
        <p:spPr>
          <a:xfrm>
            <a:off x="557930" y="2130386"/>
            <a:ext cx="5538069" cy="2011680"/>
          </a:xfrm>
        </p:spPr>
        <p:txBody>
          <a:bodyPr vert="horz"/>
          <a:lstStyle/>
          <a:p>
            <a:r>
              <a:rPr lang="en-US" sz="3200" dirty="0">
                <a:solidFill>
                  <a:srgbClr val="0070C0"/>
                </a:solidFill>
                <a:latin typeface="CVS Health Sans"/>
              </a:rPr>
              <a:t>Super App Caremark, Specialty, Aetna Integration Roadmaps</a:t>
            </a:r>
          </a:p>
          <a:p>
            <a:br>
              <a:rPr lang="en-US" sz="2400" b="0" i="1" dirty="0">
                <a:latin typeface="CVS Health Sans" panose="020B0504020202020204" pitchFamily="34" charset="0"/>
              </a:rPr>
            </a:br>
            <a:r>
              <a:rPr lang="en-US" sz="2400" b="0" dirty="0">
                <a:solidFill>
                  <a:schemeClr val="tx1"/>
                </a:solidFill>
                <a:latin typeface="CVS Health Sans"/>
              </a:rPr>
              <a:t>Super App Think Tank Follow-up</a:t>
            </a:r>
            <a:endParaRPr lang="en-US" b="0" dirty="0">
              <a:solidFill>
                <a:schemeClr val="tx1"/>
              </a:solidFill>
              <a:latin typeface="CVS Health Sans"/>
            </a:endParaRPr>
          </a:p>
        </p:txBody>
      </p:sp>
      <p:sp>
        <p:nvSpPr>
          <p:cNvPr id="10" name="Text Placeholder 9"/>
          <p:cNvSpPr>
            <a:spLocks noGrp="1"/>
          </p:cNvSpPr>
          <p:nvPr>
            <p:ph type="body" sz="quarter" idx="17"/>
          </p:nvPr>
        </p:nvSpPr>
        <p:spPr>
          <a:xfrm>
            <a:off x="557931" y="4825570"/>
            <a:ext cx="3582950" cy="1262324"/>
          </a:xfrm>
        </p:spPr>
        <p:txBody>
          <a:bodyPr vert="horz" lIns="0" tIns="0" rIns="0" bIns="0" rtlCol="0" anchor="t">
            <a:noAutofit/>
          </a:bodyPr>
          <a:lstStyle/>
          <a:p>
            <a:r>
              <a:rPr lang="en-US" sz="1800" b="0" dirty="0">
                <a:solidFill>
                  <a:schemeClr val="tx1"/>
                </a:solidFill>
                <a:latin typeface="CVS Health Sans"/>
              </a:rPr>
              <a:t>March 2024</a:t>
            </a:r>
          </a:p>
        </p:txBody>
      </p:sp>
      <p:pic>
        <p:nvPicPr>
          <p:cNvPr id="2" name="Picture Placeholder 3">
            <a:extLst>
              <a:ext uri="{FF2B5EF4-FFF2-40B4-BE49-F238E27FC236}">
                <a16:creationId xmlns:a16="http://schemas.microsoft.com/office/drawing/2014/main" id="{429746F9-E8FD-AB39-4B66-1196357A6CF2}"/>
              </a:ext>
            </a:extLst>
          </p:cNvPr>
          <p:cNvPicPr>
            <a:picLocks noGrp="1" noChangeAspect="1"/>
          </p:cNvPicPr>
          <p:nvPr>
            <p:ph type="pic" sz="quarter" idx="16"/>
          </p:nvPr>
        </p:nvPicPr>
        <p:blipFill rotWithShape="1">
          <a:blip r:embed="rId5" cstate="print">
            <a:extLst>
              <a:ext uri="{28A0092B-C50C-407E-A947-70E740481C1C}">
                <a14:useLocalDpi xmlns:a14="http://schemas.microsoft.com/office/drawing/2010/main"/>
              </a:ext>
            </a:extLst>
          </a:blip>
          <a:srcRect t="61" b="61"/>
          <a:stretch/>
        </p:blipFill>
        <p:spPr/>
      </p:pic>
    </p:spTree>
    <p:extLst>
      <p:ext uri="{BB962C8B-B14F-4D97-AF65-F5344CB8AC3E}">
        <p14:creationId xmlns:p14="http://schemas.microsoft.com/office/powerpoint/2010/main" val="4043974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CE65B-F5FF-8BE2-478B-85E04CB6803F}"/>
              </a:ext>
            </a:extLst>
          </p:cNvPr>
          <p:cNvSpPr>
            <a:spLocks noGrp="1"/>
          </p:cNvSpPr>
          <p:nvPr>
            <p:ph type="title"/>
          </p:nvPr>
        </p:nvSpPr>
        <p:spPr/>
        <p:txBody>
          <a:bodyPr/>
          <a:lstStyle/>
          <a:p>
            <a:r>
              <a:rPr lang="en-US" dirty="0"/>
              <a:t>Summary</a:t>
            </a:r>
          </a:p>
        </p:txBody>
      </p:sp>
      <p:sp>
        <p:nvSpPr>
          <p:cNvPr id="3" name="Text Placeholder 2">
            <a:extLst>
              <a:ext uri="{FF2B5EF4-FFF2-40B4-BE49-F238E27FC236}">
                <a16:creationId xmlns:a16="http://schemas.microsoft.com/office/drawing/2014/main" id="{69F6D9DD-CCBA-5544-0041-76027340CB7A}"/>
              </a:ext>
            </a:extLst>
          </p:cNvPr>
          <p:cNvSpPr>
            <a:spLocks noGrp="1"/>
          </p:cNvSpPr>
          <p:nvPr>
            <p:ph type="body" sz="quarter" idx="15"/>
          </p:nvPr>
        </p:nvSpPr>
        <p:spPr>
          <a:xfrm>
            <a:off x="557929" y="1229273"/>
            <a:ext cx="10913635" cy="4812053"/>
          </a:xfrm>
        </p:spPr>
        <p:txBody>
          <a:bodyPr/>
          <a:lstStyle/>
          <a:p>
            <a:pPr marL="285750" indent="-285750" defTabSz="914400">
              <a:spcBef>
                <a:spcPts val="600"/>
              </a:spcBef>
              <a:buFont typeface="Arial" panose="020B0604020202020204" pitchFamily="34" charset="0"/>
              <a:buChar char="•"/>
            </a:pPr>
            <a:r>
              <a:rPr lang="en-US" sz="1600" dirty="0">
                <a:solidFill>
                  <a:schemeClr val="tx1"/>
                </a:solidFill>
              </a:rPr>
              <a:t>Plan for Single Account / Single Sign On</a:t>
            </a:r>
          </a:p>
          <a:p>
            <a:pPr marL="463550" lvl="2" indent="-285750" defTabSz="914400"/>
            <a:r>
              <a:rPr lang="en-US" sz="1400" dirty="0">
                <a:solidFill>
                  <a:schemeClr val="tx1"/>
                </a:solidFill>
              </a:rPr>
              <a:t>Current state:</a:t>
            </a:r>
          </a:p>
          <a:p>
            <a:pPr marL="463550" lvl="2" indent="-285750" defTabSz="914400"/>
            <a:r>
              <a:rPr lang="en-US" sz="1400" dirty="0">
                <a:solidFill>
                  <a:schemeClr val="tx1"/>
                </a:solidFill>
              </a:rPr>
              <a:t>Future plan:</a:t>
            </a:r>
          </a:p>
          <a:p>
            <a:pPr marL="463550" lvl="2" indent="-285750" defTabSz="914400"/>
            <a:r>
              <a:rPr lang="en-US" sz="1400" dirty="0">
                <a:solidFill>
                  <a:schemeClr val="tx1"/>
                </a:solidFill>
              </a:rPr>
              <a:t>Key dates:</a:t>
            </a:r>
          </a:p>
          <a:p>
            <a:pPr marL="285750" lvl="1" indent="-285750" defTabSz="914400">
              <a:spcBef>
                <a:spcPts val="600"/>
              </a:spcBef>
              <a:buFont typeface="Arial" panose="020B0604020202020204" pitchFamily="34" charset="0"/>
              <a:buChar char="•"/>
            </a:pPr>
            <a:r>
              <a:rPr lang="en-US" sz="1600" b="1" dirty="0">
                <a:solidFill>
                  <a:schemeClr val="tx1"/>
                </a:solidFill>
              </a:rPr>
              <a:t>Integrated functionality enabling Rx management across pharmacies (Retail, </a:t>
            </a:r>
            <a:r>
              <a:rPr lang="en-US" sz="1600" b="1" dirty="0" err="1">
                <a:solidFill>
                  <a:schemeClr val="tx1"/>
                </a:solidFill>
              </a:rPr>
              <a:t>SRx</a:t>
            </a:r>
            <a:r>
              <a:rPr lang="en-US" sz="1600" b="1" dirty="0">
                <a:solidFill>
                  <a:schemeClr val="tx1"/>
                </a:solidFill>
              </a:rPr>
              <a:t>, CMK)</a:t>
            </a:r>
          </a:p>
          <a:p>
            <a:pPr marL="463550" lvl="2" indent="-285750" defTabSz="914400"/>
            <a:r>
              <a:rPr lang="en-US" sz="1200" dirty="0">
                <a:solidFill>
                  <a:schemeClr val="tx1"/>
                </a:solidFill>
              </a:rPr>
              <a:t>2024: Separate </a:t>
            </a:r>
            <a:r>
              <a:rPr lang="en-US" sz="1200" dirty="0" err="1">
                <a:solidFill>
                  <a:schemeClr val="tx1"/>
                </a:solidFill>
              </a:rPr>
              <a:t>SRx</a:t>
            </a:r>
            <a:r>
              <a:rPr lang="en-US" sz="1200" dirty="0">
                <a:solidFill>
                  <a:schemeClr val="tx1"/>
                </a:solidFill>
              </a:rPr>
              <a:t> and CMK apps remain</a:t>
            </a:r>
          </a:p>
          <a:p>
            <a:pPr marL="628650" lvl="3" indent="-285750" defTabSz="914400"/>
            <a:r>
              <a:rPr lang="en-US" sz="1200" dirty="0">
                <a:solidFill>
                  <a:schemeClr val="tx1"/>
                </a:solidFill>
              </a:rPr>
              <a:t>Q2 2024, Planning to incorporate CMK and </a:t>
            </a:r>
            <a:r>
              <a:rPr lang="en-US" sz="1200" dirty="0" err="1">
                <a:solidFill>
                  <a:schemeClr val="tx1"/>
                </a:solidFill>
              </a:rPr>
              <a:t>SRx</a:t>
            </a:r>
            <a:r>
              <a:rPr lang="en-US" sz="1200" dirty="0">
                <a:solidFill>
                  <a:schemeClr val="tx1"/>
                </a:solidFill>
              </a:rPr>
              <a:t> onto homepage, enabling auto-pull of CMK dependents (minors) </a:t>
            </a:r>
            <a:r>
              <a:rPr lang="en-US" sz="1200" dirty="0" err="1">
                <a:solidFill>
                  <a:schemeClr val="tx1"/>
                </a:solidFill>
              </a:rPr>
              <a:t>caregivee</a:t>
            </a:r>
            <a:r>
              <a:rPr lang="en-US" sz="1200" dirty="0">
                <a:solidFill>
                  <a:schemeClr val="tx1"/>
                </a:solidFill>
              </a:rPr>
              <a:t> relationships using latest I90 services</a:t>
            </a:r>
          </a:p>
          <a:p>
            <a:pPr marL="628650" lvl="3" indent="-285750" defTabSz="914400"/>
            <a:r>
              <a:rPr lang="en-US" sz="1200" dirty="0">
                <a:solidFill>
                  <a:schemeClr val="tx1"/>
                </a:solidFill>
              </a:rPr>
              <a:t>Q3 2024, Onboarding: MVP onboarding experience  will collect Retail, </a:t>
            </a:r>
            <a:r>
              <a:rPr lang="en-US" sz="1200" dirty="0" err="1">
                <a:solidFill>
                  <a:schemeClr val="tx1"/>
                </a:solidFill>
              </a:rPr>
              <a:t>SRx</a:t>
            </a:r>
            <a:r>
              <a:rPr lang="en-US" sz="1200" dirty="0">
                <a:solidFill>
                  <a:schemeClr val="tx1"/>
                </a:solidFill>
              </a:rPr>
              <a:t>, CMK as one consent to support integrated pharmacy experience. ability to see Aetna HSA/FSA balance and deductible on </a:t>
            </a:r>
            <a:r>
              <a:rPr lang="en-US" sz="1200" dirty="0" err="1">
                <a:solidFill>
                  <a:schemeClr val="tx1"/>
                </a:solidFill>
              </a:rPr>
              <a:t>homescreen</a:t>
            </a:r>
            <a:r>
              <a:rPr lang="en-US" sz="1200" dirty="0">
                <a:solidFill>
                  <a:schemeClr val="tx1"/>
                </a:solidFill>
              </a:rPr>
              <a:t>, allow patients to view their CMK / </a:t>
            </a:r>
            <a:r>
              <a:rPr lang="en-US" sz="1200" dirty="0" err="1">
                <a:solidFill>
                  <a:schemeClr val="tx1"/>
                </a:solidFill>
              </a:rPr>
              <a:t>SRx</a:t>
            </a:r>
            <a:r>
              <a:rPr lang="en-US" sz="1200" dirty="0">
                <a:solidFill>
                  <a:schemeClr val="tx1"/>
                </a:solidFill>
              </a:rPr>
              <a:t>-related prescriptions and deductible information on </a:t>
            </a:r>
            <a:r>
              <a:rPr lang="en-US" sz="1200" dirty="0" err="1">
                <a:solidFill>
                  <a:schemeClr val="tx1"/>
                </a:solidFill>
              </a:rPr>
              <a:t>homescreen</a:t>
            </a:r>
            <a:r>
              <a:rPr lang="en-US" sz="1200" dirty="0">
                <a:solidFill>
                  <a:schemeClr val="tx1"/>
                </a:solidFill>
              </a:rPr>
              <a:t>, connect CMK and </a:t>
            </a:r>
            <a:r>
              <a:rPr lang="en-US" sz="1200" dirty="0" err="1">
                <a:solidFill>
                  <a:schemeClr val="tx1"/>
                </a:solidFill>
              </a:rPr>
              <a:t>SRx</a:t>
            </a:r>
            <a:r>
              <a:rPr lang="en-US" sz="1200" dirty="0">
                <a:solidFill>
                  <a:schemeClr val="tx1"/>
                </a:solidFill>
              </a:rPr>
              <a:t> account info and add CMK dependents as </a:t>
            </a:r>
            <a:r>
              <a:rPr lang="en-US" sz="1200" dirty="0" err="1">
                <a:solidFill>
                  <a:schemeClr val="tx1"/>
                </a:solidFill>
              </a:rPr>
              <a:t>caregivees</a:t>
            </a:r>
            <a:r>
              <a:rPr lang="en-US" sz="1200" dirty="0">
                <a:solidFill>
                  <a:schemeClr val="tx1"/>
                </a:solidFill>
              </a:rPr>
              <a:t> in the super app, incorporate medication reminder functionality across LOBs</a:t>
            </a:r>
          </a:p>
          <a:p>
            <a:pPr marL="628650" lvl="3" indent="-285750" defTabSz="914400"/>
            <a:r>
              <a:rPr lang="en-US" sz="1200" dirty="0">
                <a:solidFill>
                  <a:schemeClr val="tx1"/>
                </a:solidFill>
              </a:rPr>
              <a:t>Q4 2024, View OTCHS balance on </a:t>
            </a:r>
            <a:r>
              <a:rPr lang="en-US" sz="1200" dirty="0" err="1">
                <a:solidFill>
                  <a:schemeClr val="tx1"/>
                </a:solidFill>
              </a:rPr>
              <a:t>homescreen</a:t>
            </a:r>
            <a:r>
              <a:rPr lang="en-US" sz="1200" dirty="0">
                <a:solidFill>
                  <a:schemeClr val="tx1"/>
                </a:solidFill>
              </a:rPr>
              <a:t>, enable 1 digital account creation flow across LOBs during onboarding</a:t>
            </a:r>
          </a:p>
          <a:p>
            <a:pPr marL="463550" lvl="2" indent="-285750" defTabSz="914400"/>
            <a:r>
              <a:rPr lang="en-US" sz="1200" dirty="0">
                <a:solidFill>
                  <a:schemeClr val="tx1"/>
                </a:solidFill>
              </a:rPr>
              <a:t>Future plan: </a:t>
            </a:r>
          </a:p>
          <a:p>
            <a:pPr marL="628650" lvl="3" indent="-285750" defTabSz="914400"/>
            <a:r>
              <a:rPr lang="en-US" sz="1200" dirty="0">
                <a:solidFill>
                  <a:schemeClr val="tx1"/>
                </a:solidFill>
              </a:rPr>
              <a:t>2025: CMK and </a:t>
            </a:r>
            <a:r>
              <a:rPr lang="en-US" sz="1200" dirty="0" err="1">
                <a:solidFill>
                  <a:schemeClr val="tx1"/>
                </a:solidFill>
              </a:rPr>
              <a:t>SRx</a:t>
            </a:r>
            <a:r>
              <a:rPr lang="en-US" sz="1200" dirty="0">
                <a:solidFill>
                  <a:schemeClr val="tx1"/>
                </a:solidFill>
              </a:rPr>
              <a:t> non-dispensing features (still refining), allowing users to log into CVS app with CMK and </a:t>
            </a:r>
            <a:r>
              <a:rPr lang="en-US" sz="1200" dirty="0" err="1">
                <a:solidFill>
                  <a:schemeClr val="tx1"/>
                </a:solidFill>
              </a:rPr>
              <a:t>SRx</a:t>
            </a:r>
            <a:r>
              <a:rPr lang="en-US" sz="1200" dirty="0">
                <a:solidFill>
                  <a:schemeClr val="tx1"/>
                </a:solidFill>
              </a:rPr>
              <a:t> credentials, Complete Aetna MLP</a:t>
            </a:r>
          </a:p>
          <a:p>
            <a:pPr marL="628650" lvl="3" indent="-285750" defTabSz="914400"/>
            <a:r>
              <a:rPr lang="en-US" sz="1200" dirty="0">
                <a:solidFill>
                  <a:schemeClr val="tx1"/>
                </a:solidFill>
              </a:rPr>
              <a:t>2026: Single app to integrate premium experiences across Caremark, Retail, and </a:t>
            </a:r>
            <a:r>
              <a:rPr lang="en-US" sz="1200" dirty="0" err="1">
                <a:solidFill>
                  <a:schemeClr val="tx1"/>
                </a:solidFill>
              </a:rPr>
              <a:t>SRx</a:t>
            </a:r>
            <a:r>
              <a:rPr lang="en-US" sz="1200" dirty="0">
                <a:solidFill>
                  <a:schemeClr val="tx1"/>
                </a:solidFill>
              </a:rPr>
              <a:t>. CMK and </a:t>
            </a:r>
            <a:r>
              <a:rPr lang="en-US" sz="1200" dirty="0" err="1">
                <a:solidFill>
                  <a:schemeClr val="tx1"/>
                </a:solidFill>
              </a:rPr>
              <a:t>SRx</a:t>
            </a:r>
            <a:r>
              <a:rPr lang="en-US" sz="1200" dirty="0">
                <a:solidFill>
                  <a:schemeClr val="tx1"/>
                </a:solidFill>
              </a:rPr>
              <a:t> have shared micro-app</a:t>
            </a:r>
          </a:p>
          <a:p>
            <a:pPr marL="463550" lvl="2" indent="-285750" defTabSz="914400"/>
            <a:r>
              <a:rPr lang="en-US" sz="1200" dirty="0">
                <a:solidFill>
                  <a:schemeClr val="tx1"/>
                </a:solidFill>
              </a:rPr>
              <a:t>Key dates:</a:t>
            </a:r>
          </a:p>
          <a:p>
            <a:pPr marL="628650" lvl="3" indent="-285750" defTabSz="914400"/>
            <a:r>
              <a:rPr lang="en-US" sz="1200" dirty="0">
                <a:solidFill>
                  <a:schemeClr val="tx1"/>
                </a:solidFill>
              </a:rPr>
              <a:t>Single integrated app: 2026</a:t>
            </a:r>
          </a:p>
          <a:p>
            <a:pPr marL="628650" lvl="3" indent="-285750" defTabSz="914400"/>
            <a:r>
              <a:rPr lang="en-US" sz="1200" dirty="0">
                <a:solidFill>
                  <a:schemeClr val="tx1"/>
                </a:solidFill>
              </a:rPr>
              <a:t>Sunsetting Caremark App: 2026? Unclear if there is formalized plan here, may require leadership alignment around what needs to be true in order to be able to sunset (e.g., transfer of data? Proactive user outreach?)</a:t>
            </a:r>
          </a:p>
          <a:p>
            <a:pPr marL="628650" lvl="3" indent="-285750" defTabSz="914400"/>
            <a:r>
              <a:rPr lang="en-US" sz="1200" dirty="0">
                <a:solidFill>
                  <a:schemeClr val="tx1"/>
                </a:solidFill>
              </a:rPr>
              <a:t>Sunsetting Specialty App: 2026? Same as CMK</a:t>
            </a:r>
          </a:p>
          <a:p>
            <a:pPr marL="285750" lvl="1" indent="-285750" defTabSz="914400">
              <a:spcBef>
                <a:spcPts val="600"/>
              </a:spcBef>
            </a:pPr>
            <a:endParaRPr lang="en-US" sz="1400" dirty="0">
              <a:solidFill>
                <a:schemeClr val="tx1"/>
              </a:solidFill>
            </a:endParaRPr>
          </a:p>
          <a:p>
            <a:pPr marL="463550" lvl="2" indent="-285750"/>
            <a:endParaRPr lang="en-US" dirty="0"/>
          </a:p>
        </p:txBody>
      </p:sp>
      <p:sp>
        <p:nvSpPr>
          <p:cNvPr id="4" name="Oval 3">
            <a:extLst>
              <a:ext uri="{FF2B5EF4-FFF2-40B4-BE49-F238E27FC236}">
                <a16:creationId xmlns:a16="http://schemas.microsoft.com/office/drawing/2014/main" id="{D624B23B-CC75-E07B-AB9E-4207B2747DBD}"/>
              </a:ext>
            </a:extLst>
          </p:cNvPr>
          <p:cNvSpPr/>
          <p:nvPr/>
        </p:nvSpPr>
        <p:spPr bwMode="gray">
          <a:xfrm>
            <a:off x="450715" y="1220036"/>
            <a:ext cx="290068" cy="276261"/>
          </a:xfrm>
          <a:prstGeom prst="ellipse">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solidFill>
                  <a:schemeClr val="bg1"/>
                </a:solidFill>
              </a:rPr>
              <a:t>1</a:t>
            </a:r>
          </a:p>
        </p:txBody>
      </p:sp>
      <p:sp>
        <p:nvSpPr>
          <p:cNvPr id="5" name="Oval 4">
            <a:extLst>
              <a:ext uri="{FF2B5EF4-FFF2-40B4-BE49-F238E27FC236}">
                <a16:creationId xmlns:a16="http://schemas.microsoft.com/office/drawing/2014/main" id="{8303A1DB-CD32-B44E-49F6-5730A15480C8}"/>
              </a:ext>
            </a:extLst>
          </p:cNvPr>
          <p:cNvSpPr/>
          <p:nvPr/>
        </p:nvSpPr>
        <p:spPr bwMode="gray">
          <a:xfrm>
            <a:off x="450715" y="2406906"/>
            <a:ext cx="290068" cy="276261"/>
          </a:xfrm>
          <a:prstGeom prst="ellipse">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solidFill>
                  <a:schemeClr val="bg1"/>
                </a:solidFill>
              </a:rPr>
              <a:t>2</a:t>
            </a:r>
          </a:p>
        </p:txBody>
      </p:sp>
    </p:spTree>
    <p:extLst>
      <p:ext uri="{BB962C8B-B14F-4D97-AF65-F5344CB8AC3E}">
        <p14:creationId xmlns:p14="http://schemas.microsoft.com/office/powerpoint/2010/main" val="3515998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able 8">
            <a:extLst>
              <a:ext uri="{FF2B5EF4-FFF2-40B4-BE49-F238E27FC236}">
                <a16:creationId xmlns:a16="http://schemas.microsoft.com/office/drawing/2014/main" id="{5A9EEA2E-C93A-AAF7-B582-F516D12487DD}"/>
              </a:ext>
            </a:extLst>
          </p:cNvPr>
          <p:cNvGraphicFramePr>
            <a:graphicFrameLocks noGrp="1"/>
          </p:cNvGraphicFramePr>
          <p:nvPr/>
        </p:nvGraphicFramePr>
        <p:xfrm>
          <a:off x="4000798" y="814084"/>
          <a:ext cx="7995364" cy="5410856"/>
        </p:xfrm>
        <a:graphic>
          <a:graphicData uri="http://schemas.openxmlformats.org/drawingml/2006/table">
            <a:tbl>
              <a:tblPr firstRow="1" bandRow="1">
                <a:tableStyleId>{5C22544A-7EE6-4342-B048-85BDC9FD1C3A}</a:tableStyleId>
              </a:tblPr>
              <a:tblGrid>
                <a:gridCol w="3997682">
                  <a:extLst>
                    <a:ext uri="{9D8B030D-6E8A-4147-A177-3AD203B41FA5}">
                      <a16:colId xmlns:a16="http://schemas.microsoft.com/office/drawing/2014/main" val="3523296273"/>
                    </a:ext>
                  </a:extLst>
                </a:gridCol>
                <a:gridCol w="3997682">
                  <a:extLst>
                    <a:ext uri="{9D8B030D-6E8A-4147-A177-3AD203B41FA5}">
                      <a16:colId xmlns:a16="http://schemas.microsoft.com/office/drawing/2014/main" val="1907941122"/>
                    </a:ext>
                  </a:extLst>
                </a:gridCol>
              </a:tblGrid>
              <a:tr h="2804113">
                <a:tc>
                  <a:txBody>
                    <a:bodyPr/>
                    <a:lstStyle/>
                    <a:p>
                      <a:pPr algn="ctr"/>
                      <a:endParaRPr lang="en-US" sz="1400" b="1">
                        <a:solidFill>
                          <a:schemeClr val="tx1"/>
                        </a:solidFill>
                        <a:latin typeface="CVS Health Sans" panose="020B0504020202020204" pitchFamily="34" charset="0"/>
                      </a:endParaRPr>
                    </a:p>
                  </a:txBody>
                  <a:tcPr anchor="ctr">
                    <a:lnR w="9525" cap="flat" cmpd="sng" algn="ctr">
                      <a:solidFill>
                        <a:schemeClr val="bg1">
                          <a:lumMod val="85000"/>
                        </a:schemeClr>
                      </a:solidFill>
                      <a:prstDash val="solid"/>
                      <a:round/>
                      <a:headEnd type="none" w="med" len="med"/>
                      <a:tailEnd type="none" w="med" len="med"/>
                    </a:lnR>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US" sz="1400" b="1">
                        <a:solidFill>
                          <a:schemeClr val="tx1"/>
                        </a:solidFill>
                        <a:latin typeface="CVS Health Sans" panose="020B0504020202020204" pitchFamily="34" charset="0"/>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8452534"/>
                  </a:ext>
                </a:extLst>
              </a:tr>
              <a:tr h="2606743">
                <a:tc>
                  <a:txBody>
                    <a:bodyPr/>
                    <a:lstStyle/>
                    <a:p>
                      <a:pPr algn="ctr"/>
                      <a:endParaRPr lang="en-US" sz="1400" b="1">
                        <a:solidFill>
                          <a:schemeClr val="tx1"/>
                        </a:solidFill>
                        <a:latin typeface="CVS Health Sans" panose="020B0504020202020204" pitchFamily="34" charset="0"/>
                      </a:endParaRPr>
                    </a:p>
                  </a:txBody>
                  <a:tcPr anchor="ctr">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a:endParaRPr lang="en-US" sz="1400" b="1">
                        <a:solidFill>
                          <a:schemeClr val="tx1"/>
                        </a:solidFill>
                        <a:latin typeface="CVS Health Sans" panose="020B0504020202020204" pitchFamily="34" charset="0"/>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943455125"/>
                  </a:ext>
                </a:extLst>
              </a:tr>
            </a:tbl>
          </a:graphicData>
        </a:graphic>
      </p:graphicFrame>
      <p:graphicFrame>
        <p:nvGraphicFramePr>
          <p:cNvPr id="6" name="Object 5" hidden="1">
            <a:extLst>
              <a:ext uri="{FF2B5EF4-FFF2-40B4-BE49-F238E27FC236}">
                <a16:creationId xmlns:a16="http://schemas.microsoft.com/office/drawing/2014/main" id="{92C411E9-AD35-4A3B-B3E2-0D23460C67C5}"/>
              </a:ext>
            </a:extLst>
          </p:cNvPr>
          <p:cNvGraphicFramePr>
            <a:graphicFrameLocks noChangeAspect="1"/>
          </p:cNvGraphicFramePr>
          <p:nvPr>
            <p:custDataLst>
              <p:tags r:id="rId1"/>
            </p:custDataLst>
          </p:nvPr>
        </p:nvGraphicFramePr>
        <p:xfrm>
          <a:off x="4762" y="2480"/>
          <a:ext cx="1588" cy="1588"/>
        </p:xfrm>
        <a:graphic>
          <a:graphicData uri="http://schemas.openxmlformats.org/presentationml/2006/ole">
            <mc:AlternateContent xmlns:mc="http://schemas.openxmlformats.org/markup-compatibility/2006">
              <mc:Choice xmlns:v="urn:schemas-microsoft-com:vml" Requires="v">
                <p:oleObj name="think-cell Slide" r:id="rId9" imgW="359" imgH="360" progId="TCLayout.ActiveDocument.1">
                  <p:embed/>
                </p:oleObj>
              </mc:Choice>
              <mc:Fallback>
                <p:oleObj name="think-cell Slide" r:id="rId9" imgW="359" imgH="360" progId="TCLayout.ActiveDocument.1">
                  <p:embed/>
                  <p:pic>
                    <p:nvPicPr>
                      <p:cNvPr id="6" name="Object 5" hidden="1">
                        <a:extLst>
                          <a:ext uri="{FF2B5EF4-FFF2-40B4-BE49-F238E27FC236}">
                            <a16:creationId xmlns:a16="http://schemas.microsoft.com/office/drawing/2014/main" id="{92C411E9-AD35-4A3B-B3E2-0D23460C67C5}"/>
                          </a:ext>
                        </a:extLst>
                      </p:cNvPr>
                      <p:cNvPicPr/>
                      <p:nvPr/>
                    </p:nvPicPr>
                    <p:blipFill>
                      <a:blip r:embed="rId10"/>
                      <a:stretch>
                        <a:fillRect/>
                      </a:stretch>
                    </p:blipFill>
                    <p:spPr>
                      <a:xfrm>
                        <a:off x="4762" y="2480"/>
                        <a:ext cx="1588" cy="1588"/>
                      </a:xfrm>
                      <a:prstGeom prst="rect">
                        <a:avLst/>
                      </a:prstGeom>
                    </p:spPr>
                  </p:pic>
                </p:oleObj>
              </mc:Fallback>
            </mc:AlternateContent>
          </a:graphicData>
        </a:graphic>
      </p:graphicFrame>
      <p:sp>
        <p:nvSpPr>
          <p:cNvPr id="19" name="Title 1">
            <a:extLst>
              <a:ext uri="{FF2B5EF4-FFF2-40B4-BE49-F238E27FC236}">
                <a16:creationId xmlns:a16="http://schemas.microsoft.com/office/drawing/2014/main" id="{1B50149A-4451-46E9-9C0C-C5B0BAC213C8}"/>
              </a:ext>
            </a:extLst>
          </p:cNvPr>
          <p:cNvSpPr>
            <a:spLocks noGrp="1"/>
          </p:cNvSpPr>
          <p:nvPr>
            <p:ph type="title"/>
          </p:nvPr>
        </p:nvSpPr>
        <p:spPr>
          <a:xfrm>
            <a:off x="334493" y="294429"/>
            <a:ext cx="11000565" cy="415989"/>
          </a:xfrm>
        </p:spPr>
        <p:txBody>
          <a:bodyPr vert="horz">
            <a:normAutofit/>
          </a:bodyPr>
          <a:lstStyle/>
          <a:p>
            <a:r>
              <a:rPr lang="en-US" sz="2599">
                <a:solidFill>
                  <a:srgbClr val="0A4B8C"/>
                </a:solidFill>
                <a:latin typeface="CVS Health Sans" panose="020B0504020202020204"/>
              </a:rPr>
              <a:t>Super App Roadmap </a:t>
            </a:r>
            <a:r>
              <a:rPr lang="en-US" sz="2599">
                <a:solidFill>
                  <a:srgbClr val="3F3F3F"/>
                </a:solidFill>
                <a:latin typeface="CVS Health Sans" panose="020B0504020202020204"/>
              </a:rPr>
              <a:t>| MLP Update (1 of 2) </a:t>
            </a:r>
            <a:endParaRPr lang="en-US" sz="2600">
              <a:solidFill>
                <a:schemeClr val="tx1"/>
              </a:solidFill>
              <a:latin typeface="CVS Health Sans"/>
            </a:endParaRPr>
          </a:p>
        </p:txBody>
      </p:sp>
      <p:sp>
        <p:nvSpPr>
          <p:cNvPr id="13" name="TextBox 12">
            <a:extLst>
              <a:ext uri="{FF2B5EF4-FFF2-40B4-BE49-F238E27FC236}">
                <a16:creationId xmlns:a16="http://schemas.microsoft.com/office/drawing/2014/main" id="{C5EAE637-B373-50AF-978C-43185C92D57A}"/>
              </a:ext>
            </a:extLst>
          </p:cNvPr>
          <p:cNvSpPr txBox="1">
            <a:spLocks/>
          </p:cNvSpPr>
          <p:nvPr>
            <p:custDataLst>
              <p:tags r:id="rId2"/>
            </p:custDataLst>
          </p:nvPr>
        </p:nvSpPr>
        <p:spPr>
          <a:xfrm>
            <a:off x="4344124" y="946127"/>
            <a:ext cx="2331720" cy="215444"/>
          </a:xfrm>
          <a:prstGeom prst="rect">
            <a:avLst/>
          </a:prstGeom>
        </p:spPr>
        <p:txBody>
          <a:bodyPr vert="horz" wrap="square" lIns="0" tIns="0" rIns="0" bIns="0" rtlCol="0" anchor="t">
            <a:spAutoFit/>
          </a:bodyPr>
          <a:lstStyle>
            <a:lvl1pPr lvl="0" indent="0" defTabSz="914126">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531" lvl="1" indent="-228531" defTabSz="91412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780" lvl="2" indent="-210249" defTabSz="914126">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182" lvl="3" indent="-155401" defTabSz="914126">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572" lvl="4" indent="-146260" defTabSz="914126">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3852"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lang="en-US" sz="1400" b="1">
                <a:solidFill>
                  <a:srgbClr val="16315E"/>
                </a:solidFill>
                <a:latin typeface="CVS Health Sans" panose="020B0504020202020204" pitchFamily="34" charset="0"/>
                <a:cs typeface="CVS Health Sans" panose="020B0604020202020204" charset="0"/>
              </a:rPr>
              <a:t>2</a:t>
            </a:r>
            <a:r>
              <a:rPr kumimoji="0" lang="en-US" sz="1400" b="1" i="0"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rPr>
              <a:t>. Caregiving</a:t>
            </a:r>
            <a:endParaRPr lang="en-US" sz="1400" b="1">
              <a:solidFill>
                <a:srgbClr val="16315E"/>
              </a:solidFill>
              <a:latin typeface="CVS Health Sans" panose="020B0504020202020204" pitchFamily="34" charset="0"/>
              <a:cs typeface="CVS Health Sans" panose="020B0604020202020204" charset="0"/>
            </a:endParaRPr>
          </a:p>
        </p:txBody>
      </p:sp>
      <p:sp>
        <p:nvSpPr>
          <p:cNvPr id="17" name="TextBox 16">
            <a:extLst>
              <a:ext uri="{FF2B5EF4-FFF2-40B4-BE49-F238E27FC236}">
                <a16:creationId xmlns:a16="http://schemas.microsoft.com/office/drawing/2014/main" id="{3B8F934A-5856-13A4-6804-2CCAA4627B5A}"/>
              </a:ext>
            </a:extLst>
          </p:cNvPr>
          <p:cNvSpPr txBox="1">
            <a:spLocks/>
          </p:cNvSpPr>
          <p:nvPr>
            <p:custDataLst>
              <p:tags r:id="rId3"/>
            </p:custDataLst>
          </p:nvPr>
        </p:nvSpPr>
        <p:spPr>
          <a:xfrm>
            <a:off x="8309236" y="3884667"/>
            <a:ext cx="2331720" cy="215444"/>
          </a:xfrm>
          <a:prstGeom prst="rect">
            <a:avLst/>
          </a:prstGeom>
        </p:spPr>
        <p:txBody>
          <a:bodyPr vert="horz" wrap="square" lIns="0" tIns="0" rIns="0" bIns="0" rtlCol="0" anchor="t">
            <a:spAutoFit/>
          </a:bodyPr>
          <a:lstStyle>
            <a:lvl1pPr lvl="0" indent="0" defTabSz="914126">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531" lvl="1" indent="-228531" defTabSz="91412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780" lvl="2" indent="-210249" defTabSz="914126">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182" lvl="3" indent="-155401" defTabSz="914126">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572" lvl="4" indent="-146260" defTabSz="914126">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3852"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lang="en-US" sz="1400" b="1">
                <a:solidFill>
                  <a:srgbClr val="16315E"/>
                </a:solidFill>
                <a:latin typeface="CVS Health Sans" panose="020B0504020202020204" pitchFamily="34" charset="0"/>
                <a:cs typeface="CVS Health Sans" panose="020B0604020202020204" charset="0"/>
              </a:rPr>
              <a:t>5</a:t>
            </a:r>
            <a:r>
              <a:rPr kumimoji="0" lang="en-US" sz="1400" b="1" i="0"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rPr>
              <a:t>. Onboarding</a:t>
            </a:r>
          </a:p>
        </p:txBody>
      </p:sp>
      <p:sp>
        <p:nvSpPr>
          <p:cNvPr id="15" name="TextBox 14">
            <a:extLst>
              <a:ext uri="{FF2B5EF4-FFF2-40B4-BE49-F238E27FC236}">
                <a16:creationId xmlns:a16="http://schemas.microsoft.com/office/drawing/2014/main" id="{B872E026-BFA2-7173-6F4A-7D414AB89064}"/>
              </a:ext>
            </a:extLst>
          </p:cNvPr>
          <p:cNvSpPr txBox="1">
            <a:spLocks/>
          </p:cNvSpPr>
          <p:nvPr>
            <p:custDataLst>
              <p:tags r:id="rId4"/>
            </p:custDataLst>
          </p:nvPr>
        </p:nvSpPr>
        <p:spPr>
          <a:xfrm>
            <a:off x="288804" y="941375"/>
            <a:ext cx="2028160" cy="285573"/>
          </a:xfrm>
          <a:prstGeom prst="rect">
            <a:avLst/>
          </a:prstGeom>
        </p:spPr>
        <p:txBody>
          <a:bodyPr vert="horz" wrap="square" lIns="0" tIns="0" rIns="0" bIns="0" rtlCol="0" anchor="t">
            <a:noAutofit/>
          </a:bodyPr>
          <a:lstStyle>
            <a:lvl1pPr lvl="0" indent="0" defTabSz="914126">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531" lvl="1" indent="-228531" defTabSz="91412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780" lvl="2" indent="-210249" defTabSz="914126">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182" lvl="3" indent="-155401" defTabSz="914126">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572" lvl="4" indent="-146260" defTabSz="914126">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lang="en-US" sz="1400" b="1">
                <a:solidFill>
                  <a:srgbClr val="16315E"/>
                </a:solidFill>
                <a:latin typeface="CVS Health Sans" panose="020B0504020202020204" pitchFamily="34" charset="0"/>
                <a:cs typeface="CVS Health Sans" panose="020B0604020202020204" charset="0"/>
              </a:rPr>
              <a:t>1</a:t>
            </a:r>
            <a:r>
              <a:rPr kumimoji="0" lang="en-US" sz="1400" b="1" i="0"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rPr>
              <a:t>. Homescreen</a:t>
            </a:r>
          </a:p>
        </p:txBody>
      </p:sp>
      <p:sp>
        <p:nvSpPr>
          <p:cNvPr id="22" name="TextBox 21">
            <a:extLst>
              <a:ext uri="{FF2B5EF4-FFF2-40B4-BE49-F238E27FC236}">
                <a16:creationId xmlns:a16="http://schemas.microsoft.com/office/drawing/2014/main" id="{FFD0765F-1606-F314-14DD-69B9733513F6}"/>
              </a:ext>
            </a:extLst>
          </p:cNvPr>
          <p:cNvSpPr txBox="1">
            <a:spLocks/>
          </p:cNvSpPr>
          <p:nvPr>
            <p:custDataLst>
              <p:tags r:id="rId5"/>
            </p:custDataLst>
          </p:nvPr>
        </p:nvSpPr>
        <p:spPr>
          <a:xfrm>
            <a:off x="4344124" y="3931139"/>
            <a:ext cx="2331720" cy="215444"/>
          </a:xfrm>
          <a:prstGeom prst="rect">
            <a:avLst/>
          </a:prstGeom>
        </p:spPr>
        <p:txBody>
          <a:bodyPr vert="horz" wrap="square" lIns="0" tIns="0" rIns="0" bIns="0" rtlCol="0" anchor="t">
            <a:spAutoFit/>
          </a:bodyPr>
          <a:lstStyle>
            <a:lvl1pPr lvl="0" indent="0" defTabSz="914126">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531" lvl="1" indent="-228531" defTabSz="91412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780" lvl="2" indent="-210249" defTabSz="914126">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182" lvl="3" indent="-155401" defTabSz="914126">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572" lvl="4" indent="-146260" defTabSz="914126">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3852" rtl="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lang="en-US" sz="1400" b="1">
                <a:solidFill>
                  <a:srgbClr val="16315E"/>
                </a:solidFill>
                <a:latin typeface="CVS Health Sans" panose="020B0504020202020204" pitchFamily="34" charset="0"/>
                <a:cs typeface="CVS Health Sans" panose="020B0604020202020204" charset="0"/>
              </a:rPr>
              <a:t>4</a:t>
            </a:r>
            <a:r>
              <a:rPr kumimoji="0" lang="en-US" sz="1400" b="1" i="0"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rPr>
              <a:t>. Adoption &amp; Engagement</a:t>
            </a:r>
          </a:p>
        </p:txBody>
      </p:sp>
      <p:sp>
        <p:nvSpPr>
          <p:cNvPr id="8" name="TextBox 7">
            <a:extLst>
              <a:ext uri="{FF2B5EF4-FFF2-40B4-BE49-F238E27FC236}">
                <a16:creationId xmlns:a16="http://schemas.microsoft.com/office/drawing/2014/main" id="{1DB3030C-5D88-B0C0-77BF-46CF36023192}"/>
              </a:ext>
            </a:extLst>
          </p:cNvPr>
          <p:cNvSpPr txBox="1"/>
          <p:nvPr/>
        </p:nvSpPr>
        <p:spPr>
          <a:xfrm>
            <a:off x="4242193" y="1250088"/>
            <a:ext cx="2222859" cy="2239074"/>
          </a:xfrm>
          <a:prstGeom prst="rect">
            <a:avLst/>
          </a:prstGeom>
          <a:noFill/>
        </p:spPr>
        <p:txBody>
          <a:bodyPr wrap="square" rtlCol="0">
            <a:spAutoFit/>
          </a:bodyPr>
          <a:lstStyle/>
          <a:p>
            <a:pPr marL="0" marR="0" lvl="0" indent="0" algn="l" defTabSz="913852" rtl="0" eaLnBrk="1" fontAlgn="auto" latinLnBrk="0" hangingPunct="1">
              <a:lnSpc>
                <a:spcPct val="100000"/>
              </a:lnSpc>
              <a:spcBef>
                <a:spcPts val="300"/>
              </a:spcBef>
              <a:spcAft>
                <a:spcPts val="300"/>
              </a:spcAft>
              <a:buClr>
                <a:srgbClr val="000000"/>
              </a:buClr>
              <a:buSzPct val="100000"/>
              <a:buFontTx/>
              <a:buNone/>
              <a:tabLst/>
              <a:defRPr/>
            </a:pPr>
            <a:r>
              <a:rPr kumimoji="0" lang="en-US" sz="1100" b="1" i="1"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rPr>
              <a:t>Delivered:</a:t>
            </a:r>
          </a:p>
          <a:p>
            <a:pPr marL="171450" indent="-171450" defTabSz="913852">
              <a:buClr>
                <a:srgbClr val="0A4B8C"/>
              </a:buClr>
              <a:buFont typeface="Arial" panose="020B0604020202020204" pitchFamily="34" charset="0"/>
              <a:buChar char="•"/>
              <a:defRPr/>
            </a:pPr>
            <a:r>
              <a:rPr lang="en-US" sz="1100">
                <a:solidFill>
                  <a:srgbClr val="16315E"/>
                </a:solidFill>
                <a:latin typeface="CVS Health Sans" panose="020B0504020202020204" pitchFamily="34" charset="0"/>
                <a:cs typeface="CVS Health Sans" panose="020B0604020202020204" charset="0"/>
              </a:rPr>
              <a:t>Optimize finding a minor/adult – Feb ‘24</a:t>
            </a:r>
          </a:p>
          <a:p>
            <a:pPr marL="171450" indent="-171450" defTabSz="913852">
              <a:buClr>
                <a:srgbClr val="0A4B8C"/>
              </a:buClr>
              <a:buFont typeface="Arial" panose="020B0604020202020204" pitchFamily="34" charset="0"/>
              <a:buChar char="•"/>
              <a:defRPr/>
            </a:pPr>
            <a:r>
              <a:rPr lang="en-US" sz="1100">
                <a:solidFill>
                  <a:srgbClr val="16315E"/>
                </a:solidFill>
                <a:latin typeface="CVS Health Sans" panose="020B0504020202020204" pitchFamily="34" charset="0"/>
                <a:cs typeface="CVS Health Sans" panose="020B0604020202020204" charset="0"/>
              </a:rPr>
              <a:t>New family management landing page – Feb ‘24 </a:t>
            </a:r>
            <a:endParaRPr kumimoji="0" lang="en-US" sz="1100" b="1" i="0"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endParaRPr>
          </a:p>
          <a:p>
            <a:pPr marL="0" marR="0" lvl="0" indent="0" algn="l" defTabSz="913852"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1" i="1"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rPr>
              <a:t>What’s up next:</a:t>
            </a:r>
          </a:p>
          <a:p>
            <a:pPr marL="171450" marR="0" lvl="0" indent="-171450" algn="l" defTabSz="913852"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100" b="0" i="0"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rPr>
              <a:t>Native caregiver enrollment &amp; authorization – Q1</a:t>
            </a:r>
          </a:p>
          <a:p>
            <a:pPr marL="171450" indent="-171450" defTabSz="913852">
              <a:buClr>
                <a:srgbClr val="000000"/>
              </a:buClr>
              <a:buFont typeface="Arial" panose="020B0604020202020204" pitchFamily="34" charset="0"/>
              <a:buChar char="•"/>
              <a:defRPr/>
            </a:pPr>
            <a:r>
              <a:rPr lang="en-US" sz="1100">
                <a:solidFill>
                  <a:srgbClr val="16315E"/>
                </a:solidFill>
                <a:latin typeface="CVS Health Sans" panose="020B0504020202020204" pitchFamily="34" charset="0"/>
                <a:cs typeface="CVS Health Sans" panose="020B0604020202020204" charset="0"/>
              </a:rPr>
              <a:t>Recognize &amp; surface potential caregivees – Q1</a:t>
            </a:r>
          </a:p>
          <a:p>
            <a:pPr marL="171450" indent="-171450" defTabSz="913852">
              <a:buClr>
                <a:srgbClr val="000000"/>
              </a:buClr>
              <a:buFont typeface="Arial" panose="020B0604020202020204" pitchFamily="34" charset="0"/>
              <a:buChar char="•"/>
              <a:defRPr/>
            </a:pPr>
            <a:r>
              <a:rPr kumimoji="0" lang="en-US" sz="1100" b="0" i="0"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rPr>
              <a:t>Allow multiple caregivers per caregivees – Q2 </a:t>
            </a:r>
          </a:p>
        </p:txBody>
      </p:sp>
      <p:sp>
        <p:nvSpPr>
          <p:cNvPr id="9" name="TextBox 8">
            <a:extLst>
              <a:ext uri="{FF2B5EF4-FFF2-40B4-BE49-F238E27FC236}">
                <a16:creationId xmlns:a16="http://schemas.microsoft.com/office/drawing/2014/main" id="{D6C512B7-F94F-B77C-1F95-EA7699AD3275}"/>
              </a:ext>
            </a:extLst>
          </p:cNvPr>
          <p:cNvSpPr txBox="1"/>
          <p:nvPr/>
        </p:nvSpPr>
        <p:spPr>
          <a:xfrm>
            <a:off x="288804" y="4201531"/>
            <a:ext cx="3203064" cy="1731243"/>
          </a:xfrm>
          <a:prstGeom prst="rect">
            <a:avLst/>
          </a:prstGeom>
          <a:noFill/>
        </p:spPr>
        <p:txBody>
          <a:bodyPr wrap="square" rtlCol="0">
            <a:spAutoFit/>
          </a:bodyPr>
          <a:lstStyle/>
          <a:p>
            <a:pPr marL="0" marR="0" lvl="0" indent="0" algn="l" defTabSz="913852" rtl="0" eaLnBrk="1" fontAlgn="auto" latinLnBrk="0" hangingPunct="1">
              <a:lnSpc>
                <a:spcPct val="100000"/>
              </a:lnSpc>
              <a:spcBef>
                <a:spcPts val="300"/>
              </a:spcBef>
              <a:spcAft>
                <a:spcPts val="300"/>
              </a:spcAft>
              <a:buClr>
                <a:srgbClr val="000000"/>
              </a:buClr>
              <a:buSzPct val="100000"/>
              <a:buFontTx/>
              <a:buNone/>
              <a:tabLst/>
              <a:defRPr/>
            </a:pPr>
            <a:r>
              <a:rPr kumimoji="0" lang="en-US" sz="1100" b="1" i="1" u="none" strike="noStrike" kern="1200" cap="none" spc="0" normalizeH="0" baseline="0" noProof="0" dirty="0">
                <a:ln>
                  <a:noFill/>
                </a:ln>
                <a:solidFill>
                  <a:srgbClr val="16315E"/>
                </a:solidFill>
                <a:effectLst/>
                <a:uLnTx/>
                <a:uFillTx/>
                <a:latin typeface="CVS Health Sans" panose="020B0504020202020204" pitchFamily="34" charset="0"/>
                <a:ea typeface="+mn-ea"/>
                <a:cs typeface="CVS Health Sans" panose="020B0604020202020204" charset="0"/>
              </a:rPr>
              <a:t>Delivered:</a:t>
            </a:r>
          </a:p>
          <a:p>
            <a:pPr marL="171450" marR="0" lvl="0" indent="-171450" algn="l" defTabSz="913852" rtl="0" eaLnBrk="1" fontAlgn="auto" latinLnBrk="0" hangingPunct="1">
              <a:lnSpc>
                <a:spcPct val="100000"/>
              </a:lnSpc>
              <a:spcBef>
                <a:spcPts val="0"/>
              </a:spcBef>
              <a:spcAft>
                <a:spcPts val="0"/>
              </a:spcAft>
              <a:buClr>
                <a:srgbClr val="0A4B8C"/>
              </a:buClr>
              <a:buSzTx/>
              <a:buFont typeface="Arial" panose="020B0604020202020204" pitchFamily="34" charset="0"/>
              <a:buChar char="•"/>
              <a:tabLst/>
              <a:defRPr/>
            </a:pPr>
            <a:r>
              <a:rPr lang="en-US" sz="1100" dirty="0">
                <a:solidFill>
                  <a:srgbClr val="16315E"/>
                </a:solidFill>
                <a:latin typeface="CVS Health Sans" panose="020B0504020202020204" pitchFamily="34" charset="0"/>
                <a:cs typeface="CVS Health Sans" panose="020B0604020202020204" charset="0"/>
              </a:rPr>
              <a:t>Scaled new </a:t>
            </a:r>
            <a:r>
              <a:rPr lang="en-US" sz="1100" dirty="0" err="1">
                <a:solidFill>
                  <a:srgbClr val="16315E"/>
                </a:solidFill>
                <a:latin typeface="CVS Health Sans" panose="020B0504020202020204" pitchFamily="34" charset="0"/>
                <a:cs typeface="CVS Health Sans" panose="020B0604020202020204" charset="0"/>
              </a:rPr>
              <a:t>homescreen</a:t>
            </a:r>
            <a:r>
              <a:rPr lang="en-US" sz="1100" dirty="0">
                <a:solidFill>
                  <a:srgbClr val="16315E"/>
                </a:solidFill>
                <a:latin typeface="CVS Health Sans" panose="020B0504020202020204" pitchFamily="34" charset="0"/>
                <a:cs typeface="CVS Health Sans" panose="020B0604020202020204" charset="0"/>
              </a:rPr>
              <a:t> to 100% of iOS users and 25% of android users – March ‘24</a:t>
            </a:r>
            <a:endParaRPr kumimoji="0" lang="en-US" sz="1100" b="0" i="0" u="none" strike="noStrike" kern="1200" cap="none" spc="0" normalizeH="0" baseline="0" noProof="0" dirty="0">
              <a:ln>
                <a:noFill/>
              </a:ln>
              <a:solidFill>
                <a:srgbClr val="16315E"/>
              </a:solidFill>
              <a:effectLst/>
              <a:uLnTx/>
              <a:uFillTx/>
              <a:latin typeface="CVS Health Sans" panose="020B0504020202020204" pitchFamily="34" charset="0"/>
              <a:ea typeface="+mn-ea"/>
              <a:cs typeface="CVS Health Sans" panose="020B0604020202020204" charset="0"/>
            </a:endParaRPr>
          </a:p>
          <a:p>
            <a:pPr marL="171450" marR="0" lvl="0" indent="-171450" algn="l" defTabSz="913852" rtl="0" eaLnBrk="1" fontAlgn="auto" latinLnBrk="0" hangingPunct="1">
              <a:lnSpc>
                <a:spcPct val="100000"/>
              </a:lnSpc>
              <a:spcBef>
                <a:spcPts val="0"/>
              </a:spcBef>
              <a:spcAft>
                <a:spcPts val="0"/>
              </a:spcAft>
              <a:buClr>
                <a:srgbClr val="0A4B8C"/>
              </a:buClr>
              <a:buSzTx/>
              <a:buFont typeface="Arial" panose="020B0604020202020204" pitchFamily="34" charset="0"/>
              <a:buChar char="•"/>
              <a:tabLst/>
              <a:defRPr/>
            </a:pPr>
            <a:endParaRPr kumimoji="0" lang="en-US" sz="1100" b="1" i="0" u="none" strike="noStrike" kern="1200" cap="none" spc="0" normalizeH="0" baseline="0" noProof="0" dirty="0">
              <a:ln>
                <a:noFill/>
              </a:ln>
              <a:solidFill>
                <a:srgbClr val="16315E"/>
              </a:solidFill>
              <a:effectLst/>
              <a:uLnTx/>
              <a:uFillTx/>
              <a:latin typeface="CVS Health Sans" panose="020B0504020202020204" pitchFamily="34" charset="0"/>
              <a:ea typeface="+mn-ea"/>
              <a:cs typeface="CVS Health Sans" panose="020B0604020202020204" charset="0"/>
            </a:endParaRPr>
          </a:p>
          <a:p>
            <a:pPr marL="0" marR="0" lvl="0" indent="0" algn="l" defTabSz="913852"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1" i="1" u="none" strike="noStrike" kern="1200" cap="none" spc="0" normalizeH="0" baseline="0" noProof="0" dirty="0">
                <a:ln>
                  <a:noFill/>
                </a:ln>
                <a:solidFill>
                  <a:srgbClr val="16315E"/>
                </a:solidFill>
                <a:effectLst/>
                <a:uLnTx/>
                <a:uFillTx/>
                <a:latin typeface="CVS Health Sans" panose="020B0504020202020204" pitchFamily="34" charset="0"/>
                <a:ea typeface="+mn-ea"/>
                <a:cs typeface="CVS Health Sans" panose="020B0604020202020204" charset="0"/>
              </a:rPr>
              <a:t>What’s up next:</a:t>
            </a:r>
          </a:p>
          <a:p>
            <a:pPr marL="171450" marR="0" lvl="0" indent="-171450" algn="l" defTabSz="913852"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100" b="0" i="0" u="none" strike="noStrike" kern="1200" cap="none" spc="0" normalizeH="0" baseline="0" noProof="0" dirty="0">
                <a:ln>
                  <a:noFill/>
                </a:ln>
                <a:solidFill>
                  <a:srgbClr val="16315E"/>
                </a:solidFill>
                <a:effectLst/>
                <a:uLnTx/>
                <a:uFillTx/>
                <a:latin typeface="CVS Health Sans" panose="020B0504020202020204" pitchFamily="34" charset="0"/>
                <a:ea typeface="+mn-ea"/>
                <a:cs typeface="CVS Health Sans" panose="020B0604020202020204" charset="0"/>
              </a:rPr>
              <a:t>In process Rx scripts on HS – Q1 </a:t>
            </a:r>
          </a:p>
          <a:p>
            <a:pPr marL="171450" marR="0" lvl="0" indent="-171450" algn="l" defTabSz="913852"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100" dirty="0">
                <a:solidFill>
                  <a:srgbClr val="16315E"/>
                </a:solidFill>
                <a:latin typeface="CVS Health Sans" panose="020B0504020202020204" pitchFamily="34" charset="0"/>
                <a:cs typeface="CVS Health Sans" panose="020B0604020202020204" charset="0"/>
              </a:rPr>
              <a:t>PHR reconsent to do list CTA – Q1 </a:t>
            </a:r>
            <a:endParaRPr kumimoji="0" lang="en-US" sz="1100" b="0" i="0" u="none" strike="noStrike" kern="1200" cap="none" spc="0" normalizeH="0" baseline="0" noProof="0" dirty="0">
              <a:ln>
                <a:noFill/>
              </a:ln>
              <a:solidFill>
                <a:srgbClr val="16315E"/>
              </a:solidFill>
              <a:effectLst/>
              <a:uLnTx/>
              <a:uFillTx/>
              <a:latin typeface="CVS Health Sans" panose="020B0504020202020204" pitchFamily="34" charset="0"/>
              <a:ea typeface="+mn-ea"/>
              <a:cs typeface="CVS Health Sans" panose="020B0604020202020204" charset="0"/>
            </a:endParaRPr>
          </a:p>
          <a:p>
            <a:pPr marL="171450" marR="0" lvl="0" indent="-171450" algn="l" defTabSz="913852"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100" b="0" i="0" u="none" strike="noStrike" kern="1200" cap="none" spc="0" normalizeH="0" baseline="0" noProof="0" dirty="0">
                <a:ln>
                  <a:noFill/>
                </a:ln>
                <a:solidFill>
                  <a:srgbClr val="16315E"/>
                </a:solidFill>
                <a:effectLst/>
                <a:highlight>
                  <a:srgbClr val="FFFF00"/>
                </a:highlight>
                <a:uLnTx/>
                <a:uFillTx/>
                <a:latin typeface="CVS Health Sans" panose="020B0504020202020204" pitchFamily="34" charset="0"/>
                <a:ea typeface="+mn-ea"/>
                <a:cs typeface="CVS Health Sans" panose="020B0604020202020204" charset="0"/>
              </a:rPr>
              <a:t>Caremark/Specialty Rx on HS – Q2 </a:t>
            </a:r>
          </a:p>
          <a:p>
            <a:pPr marL="171450" marR="0" lvl="0" indent="-171450" algn="l" defTabSz="913852"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100" b="0" i="0" u="none" strike="noStrike" kern="1200" cap="none" spc="0" normalizeH="0" baseline="0" noProof="0" dirty="0">
                <a:ln>
                  <a:noFill/>
                </a:ln>
                <a:solidFill>
                  <a:srgbClr val="16315E"/>
                </a:solidFill>
                <a:effectLst/>
                <a:uLnTx/>
                <a:uFillTx/>
                <a:latin typeface="CVS Health Sans" panose="020B0504020202020204" pitchFamily="34" charset="0"/>
                <a:ea typeface="+mn-ea"/>
                <a:cs typeface="CVS Health Sans" panose="020B0604020202020204" charset="0"/>
              </a:rPr>
              <a:t>Launch NEW Personalized HS – Q2 </a:t>
            </a:r>
          </a:p>
        </p:txBody>
      </p:sp>
      <p:sp>
        <p:nvSpPr>
          <p:cNvPr id="20" name="TextBox 19">
            <a:extLst>
              <a:ext uri="{FF2B5EF4-FFF2-40B4-BE49-F238E27FC236}">
                <a16:creationId xmlns:a16="http://schemas.microsoft.com/office/drawing/2014/main" id="{7246C204-7C22-7A1B-6BAF-EC4F57B135D5}"/>
              </a:ext>
            </a:extLst>
          </p:cNvPr>
          <p:cNvSpPr txBox="1"/>
          <p:nvPr/>
        </p:nvSpPr>
        <p:spPr>
          <a:xfrm>
            <a:off x="4263478" y="4155142"/>
            <a:ext cx="3585916" cy="2069797"/>
          </a:xfrm>
          <a:prstGeom prst="rect">
            <a:avLst/>
          </a:prstGeom>
          <a:noFill/>
        </p:spPr>
        <p:txBody>
          <a:bodyPr wrap="square" rtlCol="0">
            <a:spAutoFit/>
          </a:bodyPr>
          <a:lstStyle/>
          <a:p>
            <a:pPr marL="0" marR="0" lvl="0" indent="0" algn="l" defTabSz="913852" rtl="0" eaLnBrk="1" fontAlgn="auto" latinLnBrk="0" hangingPunct="1">
              <a:lnSpc>
                <a:spcPct val="100000"/>
              </a:lnSpc>
              <a:spcBef>
                <a:spcPts val="300"/>
              </a:spcBef>
              <a:spcAft>
                <a:spcPts val="300"/>
              </a:spcAft>
              <a:buClr>
                <a:srgbClr val="000000"/>
              </a:buClr>
              <a:buSzPct val="100000"/>
              <a:buFontTx/>
              <a:buNone/>
              <a:tabLst/>
              <a:defRPr/>
            </a:pPr>
            <a:r>
              <a:rPr kumimoji="0" lang="en-US" sz="1100" b="1" i="1"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rPr>
              <a:t>Delivered:</a:t>
            </a:r>
          </a:p>
          <a:p>
            <a:pPr marL="171450" indent="-171450" defTabSz="913852">
              <a:buClr>
                <a:srgbClr val="0A4B8C"/>
              </a:buClr>
              <a:buFont typeface="Arial" panose="020B0604020202020204" pitchFamily="34" charset="0"/>
              <a:buChar char="•"/>
              <a:defRPr/>
            </a:pPr>
            <a:r>
              <a:rPr kumimoji="0" lang="en-US" sz="1100" b="0" i="0"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rPr>
              <a:t>BOPIS Order Status Push Message - Jan ‘24</a:t>
            </a:r>
          </a:p>
          <a:p>
            <a:pPr marL="171450" marR="0" lvl="0" indent="-171450" algn="l" defTabSz="913852" rtl="0" eaLnBrk="1" fontAlgn="auto" latinLnBrk="0" hangingPunct="1">
              <a:lnSpc>
                <a:spcPct val="100000"/>
              </a:lnSpc>
              <a:spcBef>
                <a:spcPts val="0"/>
              </a:spcBef>
              <a:spcAft>
                <a:spcPts val="0"/>
              </a:spcAft>
              <a:buClr>
                <a:srgbClr val="0A4B8C"/>
              </a:buClr>
              <a:buSzTx/>
              <a:buFont typeface="Arial" panose="020B0604020202020204" pitchFamily="34" charset="0"/>
              <a:buChar char="•"/>
              <a:tabLst/>
              <a:defRPr/>
            </a:pPr>
            <a:r>
              <a:rPr kumimoji="0" lang="en-US" sz="1100" b="0" i="0"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rPr>
              <a:t>Rx Transactional Push messages in iOS - scaled in Feb ‘24</a:t>
            </a:r>
            <a:endParaRPr kumimoji="0" lang="en-US" sz="1100" i="0"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endParaRPr>
          </a:p>
          <a:p>
            <a:pPr marL="0" marR="0" lvl="0" indent="0" algn="l" defTabSz="913852"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1" i="1"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rPr>
              <a:t>What’s up next:</a:t>
            </a:r>
          </a:p>
          <a:p>
            <a:pPr marL="171450" marR="0" lvl="0" indent="-171450" algn="l" defTabSz="913852" rtl="0" eaLnBrk="1" fontAlgn="auto" latinLnBrk="0" hangingPunct="1">
              <a:lnSpc>
                <a:spcPct val="100000"/>
              </a:lnSpc>
              <a:spcBef>
                <a:spcPts val="0"/>
              </a:spcBef>
              <a:spcAft>
                <a:spcPts val="0"/>
              </a:spcAft>
              <a:buClr>
                <a:srgbClr val="0A4B8C"/>
              </a:buClr>
              <a:buSzTx/>
              <a:buFont typeface="Arial" panose="020B0604020202020204" pitchFamily="34" charset="0"/>
              <a:buChar char="•"/>
              <a:tabLst/>
              <a:defRPr/>
            </a:pPr>
            <a:r>
              <a:rPr kumimoji="0" lang="en-US" sz="1100" b="0" i="0"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rPr>
              <a:t>Rx Transactional Push messages in Android - end of March ‘24</a:t>
            </a:r>
          </a:p>
          <a:p>
            <a:pPr marL="171450" marR="0" lvl="0" indent="-171450" algn="l" defTabSz="913852"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100" b="0" i="0"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rPr>
              <a:t>Channel shift users from mWeb to App Tactics – Q2</a:t>
            </a:r>
          </a:p>
          <a:p>
            <a:pPr marL="171450" marR="0" lvl="0" indent="-171450" algn="l" defTabSz="913852"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100" b="0" i="0"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rPr>
              <a:t>Single messaging platform on Braze – Q2</a:t>
            </a:r>
          </a:p>
          <a:p>
            <a:pPr marL="171450" marR="0" lvl="0" indent="-171450" algn="l" defTabSz="913852"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100">
                <a:solidFill>
                  <a:srgbClr val="16315E"/>
                </a:solidFill>
                <a:latin typeface="CVS Health Sans" panose="020B0504020202020204" pitchFamily="34" charset="0"/>
                <a:cs typeface="CVS Health Sans" panose="020B0604020202020204" charset="0"/>
              </a:rPr>
              <a:t>Push Arbitration Layer MVP – Q2</a:t>
            </a:r>
            <a:endParaRPr kumimoji="0" lang="en-US" sz="1100" b="0" i="0"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endParaRPr>
          </a:p>
        </p:txBody>
      </p:sp>
      <p:sp>
        <p:nvSpPr>
          <p:cNvPr id="29" name="TextBox 28">
            <a:extLst>
              <a:ext uri="{FF2B5EF4-FFF2-40B4-BE49-F238E27FC236}">
                <a16:creationId xmlns:a16="http://schemas.microsoft.com/office/drawing/2014/main" id="{86151780-F46D-CB2D-ADE8-E25D6831416F}"/>
              </a:ext>
            </a:extLst>
          </p:cNvPr>
          <p:cNvSpPr txBox="1"/>
          <p:nvPr/>
        </p:nvSpPr>
        <p:spPr>
          <a:xfrm>
            <a:off x="8210484" y="4169222"/>
            <a:ext cx="2484069" cy="1900520"/>
          </a:xfrm>
          <a:prstGeom prst="rect">
            <a:avLst/>
          </a:prstGeom>
          <a:noFill/>
        </p:spPr>
        <p:txBody>
          <a:bodyPr wrap="square" rtlCol="0">
            <a:spAutoFit/>
          </a:bodyPr>
          <a:lstStyle/>
          <a:p>
            <a:pPr marL="0" marR="0" lvl="0" indent="0" algn="l" defTabSz="913852" rtl="0" eaLnBrk="1" fontAlgn="auto" latinLnBrk="0" hangingPunct="1">
              <a:lnSpc>
                <a:spcPct val="100000"/>
              </a:lnSpc>
              <a:spcBef>
                <a:spcPts val="300"/>
              </a:spcBef>
              <a:spcAft>
                <a:spcPts val="300"/>
              </a:spcAft>
              <a:buClr>
                <a:srgbClr val="000000"/>
              </a:buClr>
              <a:buSzPct val="100000"/>
              <a:buFontTx/>
              <a:buNone/>
              <a:tabLst/>
              <a:defRPr/>
            </a:pPr>
            <a:r>
              <a:rPr kumimoji="0" lang="en-US" sz="1100" b="1" i="1"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rPr>
              <a:t>Delivered:</a:t>
            </a:r>
          </a:p>
          <a:p>
            <a:pPr marL="171450" indent="-171450" defTabSz="913852">
              <a:buClr>
                <a:srgbClr val="0A4B8C"/>
              </a:buClr>
              <a:buFont typeface="Arial" panose="020B0604020202020204" pitchFamily="34" charset="0"/>
              <a:buChar char="•"/>
              <a:defRPr/>
            </a:pPr>
            <a:r>
              <a:rPr lang="en-US" sz="1100">
                <a:solidFill>
                  <a:srgbClr val="16315E"/>
                </a:solidFill>
                <a:latin typeface="CVS Health Sans" panose="020B0504020202020204" pitchFamily="34" charset="0"/>
                <a:cs typeface="CVS Health Sans" panose="020B0604020202020204" charset="0"/>
              </a:rPr>
              <a:t>Introduced existing email check – Feb ‘24</a:t>
            </a:r>
          </a:p>
          <a:p>
            <a:pPr marL="171450" marR="0" lvl="0" indent="-171450" algn="l" defTabSz="913852" rtl="0" eaLnBrk="1" fontAlgn="auto" latinLnBrk="0" hangingPunct="1">
              <a:lnSpc>
                <a:spcPct val="100000"/>
              </a:lnSpc>
              <a:spcBef>
                <a:spcPts val="0"/>
              </a:spcBef>
              <a:spcAft>
                <a:spcPts val="0"/>
              </a:spcAft>
              <a:buClr>
                <a:srgbClr val="0A4B8C"/>
              </a:buClr>
              <a:buSzTx/>
              <a:buFont typeface="Arial" panose="020B0604020202020204" pitchFamily="34" charset="0"/>
              <a:buChar char="•"/>
              <a:tabLst/>
              <a:defRPr/>
            </a:pPr>
            <a:r>
              <a:rPr lang="en-US" sz="1100">
                <a:solidFill>
                  <a:srgbClr val="16315E"/>
                </a:solidFill>
                <a:latin typeface="CVS Health Sans" panose="020B0504020202020204" pitchFamily="34" charset="0"/>
                <a:cs typeface="CVS Health Sans" panose="020B0604020202020204" charset="0"/>
              </a:rPr>
              <a:t>ExtraCare and biometric enrollment during account creation – Mar ‘24</a:t>
            </a:r>
            <a:endParaRPr kumimoji="0" lang="en-US" sz="1100" b="0" i="0"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endParaRPr>
          </a:p>
          <a:p>
            <a:pPr marL="0" marR="0" lvl="0" indent="0" algn="l" defTabSz="913852"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1" i="1"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rPr>
              <a:t>What’s up next:</a:t>
            </a:r>
          </a:p>
          <a:p>
            <a:pPr marL="171450" marR="0" lvl="0" indent="-171450" algn="l" defTabSz="913852"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100">
                <a:solidFill>
                  <a:srgbClr val="16315E"/>
                </a:solidFill>
                <a:latin typeface="CVS Health Sans" panose="020B0504020202020204" pitchFamily="34" charset="0"/>
                <a:cs typeface="CVS Health Sans" panose="020B0604020202020204" charset="0"/>
              </a:rPr>
              <a:t>MVP onboarding flow – Q2</a:t>
            </a:r>
            <a:endParaRPr kumimoji="0" lang="en-US" sz="1100" b="0" i="0"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endParaRPr>
          </a:p>
          <a:p>
            <a:pPr marL="171450" marR="0" lvl="0" indent="-171450" algn="l" defTabSz="913852"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100">
                <a:solidFill>
                  <a:srgbClr val="16315E"/>
                </a:solidFill>
                <a:latin typeface="CVS Health Sans" panose="020B0504020202020204" pitchFamily="34" charset="0"/>
                <a:cs typeface="CVS Health Sans" panose="020B0604020202020204" charset="0"/>
              </a:rPr>
              <a:t>Keep Me Signed In – Q2</a:t>
            </a:r>
            <a:endParaRPr kumimoji="0" lang="en-US" sz="1100" b="0" i="0"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endParaRPr>
          </a:p>
          <a:p>
            <a:pPr marL="171450" marR="0" lvl="0" indent="-171450" algn="l" defTabSz="913852"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100">
                <a:solidFill>
                  <a:srgbClr val="16315E"/>
                </a:solidFill>
                <a:latin typeface="CVS Health Sans" panose="020B0504020202020204" pitchFamily="34" charset="0"/>
                <a:cs typeface="CVS Health Sans" panose="020B0604020202020204" charset="0"/>
              </a:rPr>
              <a:t>Health records lookup &amp; tie – Q2</a:t>
            </a:r>
            <a:endParaRPr kumimoji="0" lang="en-US" sz="1100" b="0" i="0"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endParaRPr>
          </a:p>
        </p:txBody>
      </p:sp>
      <p:grpSp>
        <p:nvGrpSpPr>
          <p:cNvPr id="12" name="Group 11">
            <a:extLst>
              <a:ext uri="{FF2B5EF4-FFF2-40B4-BE49-F238E27FC236}">
                <a16:creationId xmlns:a16="http://schemas.microsoft.com/office/drawing/2014/main" id="{B4AFE6CD-9497-8611-8E88-32C4EE493C02}"/>
              </a:ext>
            </a:extLst>
          </p:cNvPr>
          <p:cNvGrpSpPr/>
          <p:nvPr/>
        </p:nvGrpSpPr>
        <p:grpSpPr>
          <a:xfrm>
            <a:off x="10583482" y="3815556"/>
            <a:ext cx="1316342" cy="2500389"/>
            <a:chOff x="4057185" y="-182418"/>
            <a:chExt cx="3867616" cy="7222835"/>
          </a:xfrm>
        </p:grpSpPr>
        <p:pic>
          <p:nvPicPr>
            <p:cNvPr id="16" name="Picture 15" descr="A red heart with black text&#10;&#10;Description automatically generated">
              <a:extLst>
                <a:ext uri="{FF2B5EF4-FFF2-40B4-BE49-F238E27FC236}">
                  <a16:creationId xmlns:a16="http://schemas.microsoft.com/office/drawing/2014/main" id="{81485860-829C-545F-225F-89EF498CEE8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41006" y="293788"/>
              <a:ext cx="2899975" cy="6270425"/>
            </a:xfrm>
            <a:prstGeom prst="rect">
              <a:avLst/>
            </a:prstGeom>
          </p:spPr>
        </p:pic>
        <p:pic>
          <p:nvPicPr>
            <p:cNvPr id="30" name="Picture 29" descr="A picture containing graphical user interface&#10;&#10;Description automatically generated">
              <a:extLst>
                <a:ext uri="{FF2B5EF4-FFF2-40B4-BE49-F238E27FC236}">
                  <a16:creationId xmlns:a16="http://schemas.microsoft.com/office/drawing/2014/main" id="{65D80A94-812D-7408-5CD2-A4BF4A762C7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16200000">
              <a:off x="2379575" y="1495192"/>
              <a:ext cx="7222835" cy="3867616"/>
            </a:xfrm>
            <a:prstGeom prst="rect">
              <a:avLst/>
            </a:prstGeom>
          </p:spPr>
        </p:pic>
      </p:grpSp>
      <p:grpSp>
        <p:nvGrpSpPr>
          <p:cNvPr id="31" name="Group 30">
            <a:extLst>
              <a:ext uri="{FF2B5EF4-FFF2-40B4-BE49-F238E27FC236}">
                <a16:creationId xmlns:a16="http://schemas.microsoft.com/office/drawing/2014/main" id="{4BBD043F-C084-2087-9845-57171D5E2B22}"/>
              </a:ext>
            </a:extLst>
          </p:cNvPr>
          <p:cNvGrpSpPr/>
          <p:nvPr/>
        </p:nvGrpSpPr>
        <p:grpSpPr>
          <a:xfrm>
            <a:off x="1312968" y="1284054"/>
            <a:ext cx="1511348" cy="2885168"/>
            <a:chOff x="3866802" y="1114101"/>
            <a:chExt cx="2160137" cy="4378265"/>
          </a:xfrm>
        </p:grpSpPr>
        <p:grpSp>
          <p:nvGrpSpPr>
            <p:cNvPr id="32" name="Group 31">
              <a:extLst>
                <a:ext uri="{FF2B5EF4-FFF2-40B4-BE49-F238E27FC236}">
                  <a16:creationId xmlns:a16="http://schemas.microsoft.com/office/drawing/2014/main" id="{85797F40-304D-0EA6-7215-B19D221F9023}"/>
                </a:ext>
              </a:extLst>
            </p:cNvPr>
            <p:cNvGrpSpPr/>
            <p:nvPr/>
          </p:nvGrpSpPr>
          <p:grpSpPr>
            <a:xfrm>
              <a:off x="3946231" y="1194676"/>
              <a:ext cx="2001277" cy="4154762"/>
              <a:chOff x="3022387" y="1692619"/>
              <a:chExt cx="2001277" cy="4154762"/>
            </a:xfrm>
          </p:grpSpPr>
          <p:grpSp>
            <p:nvGrpSpPr>
              <p:cNvPr id="35" name="Group 34">
                <a:extLst>
                  <a:ext uri="{FF2B5EF4-FFF2-40B4-BE49-F238E27FC236}">
                    <a16:creationId xmlns:a16="http://schemas.microsoft.com/office/drawing/2014/main" id="{B521B813-096B-B0CE-7CE6-70CF0EE93D0F}"/>
                  </a:ext>
                </a:extLst>
              </p:cNvPr>
              <p:cNvGrpSpPr/>
              <p:nvPr/>
            </p:nvGrpSpPr>
            <p:grpSpPr>
              <a:xfrm>
                <a:off x="3022387" y="1692619"/>
                <a:ext cx="2001277" cy="4154762"/>
                <a:chOff x="3695555" y="1696232"/>
                <a:chExt cx="2075544" cy="4308946"/>
              </a:xfrm>
            </p:grpSpPr>
            <p:pic>
              <p:nvPicPr>
                <p:cNvPr id="37" name="Picture 36" descr="A screenshot of a phone&#10;&#10;Description automatically generated">
                  <a:extLst>
                    <a:ext uri="{FF2B5EF4-FFF2-40B4-BE49-F238E27FC236}">
                      <a16:creationId xmlns:a16="http://schemas.microsoft.com/office/drawing/2014/main" id="{752CDC37-8438-D5B0-423A-055C1D0CA80D}"/>
                    </a:ext>
                  </a:extLst>
                </p:cNvPr>
                <p:cNvPicPr>
                  <a:picLocks noChangeAspect="1"/>
                </p:cNvPicPr>
                <p:nvPr/>
              </p:nvPicPr>
              <p:blipFill rotWithShape="1">
                <a:blip r:embed="rId13">
                  <a:extLst>
                    <a:ext uri="{28A0092B-C50C-407E-A947-70E740481C1C}">
                      <a14:useLocalDpi xmlns:a14="http://schemas.microsoft.com/office/drawing/2010/main" val="0"/>
                    </a:ext>
                  </a:extLst>
                </a:blip>
                <a:srcRect t="5760" b="70786"/>
                <a:stretch/>
              </p:blipFill>
              <p:spPr>
                <a:xfrm>
                  <a:off x="3746969" y="2263128"/>
                  <a:ext cx="1964750" cy="3249132"/>
                </a:xfrm>
                <a:prstGeom prst="rect">
                  <a:avLst/>
                </a:prstGeom>
              </p:spPr>
            </p:pic>
            <p:pic>
              <p:nvPicPr>
                <p:cNvPr id="38" name="Picture 37">
                  <a:extLst>
                    <a:ext uri="{FF2B5EF4-FFF2-40B4-BE49-F238E27FC236}">
                      <a16:creationId xmlns:a16="http://schemas.microsoft.com/office/drawing/2014/main" id="{24ECBEF4-27BC-C051-623A-399A3C2BC46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748323" y="5545343"/>
                  <a:ext cx="1964750" cy="459835"/>
                </a:xfrm>
                <a:prstGeom prst="rect">
                  <a:avLst/>
                </a:prstGeom>
              </p:spPr>
            </p:pic>
            <p:pic>
              <p:nvPicPr>
                <p:cNvPr id="39" name="Picture 38" descr="A screen shot of a phone&#10;&#10;Description automatically generated">
                  <a:extLst>
                    <a:ext uri="{FF2B5EF4-FFF2-40B4-BE49-F238E27FC236}">
                      <a16:creationId xmlns:a16="http://schemas.microsoft.com/office/drawing/2014/main" id="{A7376764-C304-C864-F405-480657BCA8CE}"/>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695555" y="1696232"/>
                  <a:ext cx="2075544" cy="698854"/>
                </a:xfrm>
                <a:prstGeom prst="rect">
                  <a:avLst/>
                </a:prstGeom>
              </p:spPr>
            </p:pic>
          </p:grpSp>
          <p:sp>
            <p:nvSpPr>
              <p:cNvPr id="36" name="Rectangle 35">
                <a:extLst>
                  <a:ext uri="{FF2B5EF4-FFF2-40B4-BE49-F238E27FC236}">
                    <a16:creationId xmlns:a16="http://schemas.microsoft.com/office/drawing/2014/main" id="{E1FEFCE3-1A45-69B7-BD75-66F74EF391FA}"/>
                  </a:ext>
                </a:extLst>
              </p:cNvPr>
              <p:cNvSpPr/>
              <p:nvPr/>
            </p:nvSpPr>
            <p:spPr bwMode="gray">
              <a:xfrm>
                <a:off x="3601844" y="1744234"/>
                <a:ext cx="847493" cy="186240"/>
              </a:xfrm>
              <a:prstGeom prst="rect">
                <a:avLst/>
              </a:prstGeom>
              <a:solidFill>
                <a:srgbClr val="F7F7F7"/>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grpSp>
        <p:pic>
          <p:nvPicPr>
            <p:cNvPr id="34" name="Picture 33" descr="A black screen with a black background&#10;&#10;Description automatically generated">
              <a:extLst>
                <a:ext uri="{FF2B5EF4-FFF2-40B4-BE49-F238E27FC236}">
                  <a16:creationId xmlns:a16="http://schemas.microsoft.com/office/drawing/2014/main" id="{A0BA4211-1627-67DB-3FFD-BFD7510529C2}"/>
                </a:ext>
              </a:extLst>
            </p:cNvPr>
            <p:cNvPicPr>
              <a:picLocks noChangeAspect="1"/>
            </p:cNvPicPr>
            <p:nvPr/>
          </p:nvPicPr>
          <p:blipFill>
            <a:blip r:embed="rId16"/>
            <a:stretch>
              <a:fillRect/>
            </a:stretch>
          </p:blipFill>
          <p:spPr>
            <a:xfrm>
              <a:off x="3866802" y="1114101"/>
              <a:ext cx="2160137" cy="4378265"/>
            </a:xfrm>
            <a:prstGeom prst="rect">
              <a:avLst/>
            </a:prstGeom>
          </p:spPr>
        </p:pic>
      </p:grpSp>
      <p:pic>
        <p:nvPicPr>
          <p:cNvPr id="40" name="Picture 39" descr="A screenshot of a phone&#10;&#10;Description automatically generated">
            <a:extLst>
              <a:ext uri="{FF2B5EF4-FFF2-40B4-BE49-F238E27FC236}">
                <a16:creationId xmlns:a16="http://schemas.microsoft.com/office/drawing/2014/main" id="{53A0FC62-0236-5697-48A0-2957C7E7381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642995" y="1081080"/>
            <a:ext cx="960459" cy="2066785"/>
          </a:xfrm>
          <a:prstGeom prst="rect">
            <a:avLst/>
          </a:prstGeom>
        </p:spPr>
      </p:pic>
      <p:pic>
        <p:nvPicPr>
          <p:cNvPr id="41" name="Picture 2" descr="A picture containing graphical user interface&#10;&#10;Description automatically generated">
            <a:extLst>
              <a:ext uri="{FF2B5EF4-FFF2-40B4-BE49-F238E27FC236}">
                <a16:creationId xmlns:a16="http://schemas.microsoft.com/office/drawing/2014/main" id="{B8E862E8-0446-7A80-E6AC-44180441642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465052" y="905954"/>
            <a:ext cx="1316343" cy="2500389"/>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F084181C-CADD-217E-582F-7DD1C33BB1FD}"/>
              </a:ext>
            </a:extLst>
          </p:cNvPr>
          <p:cNvSpPr txBox="1">
            <a:spLocks/>
          </p:cNvSpPr>
          <p:nvPr>
            <p:custDataLst>
              <p:tags r:id="rId6"/>
            </p:custDataLst>
          </p:nvPr>
        </p:nvSpPr>
        <p:spPr>
          <a:xfrm>
            <a:off x="8165051" y="924098"/>
            <a:ext cx="2028160" cy="285573"/>
          </a:xfrm>
          <a:prstGeom prst="rect">
            <a:avLst/>
          </a:prstGeom>
        </p:spPr>
        <p:txBody>
          <a:bodyPr vert="horz" wrap="square" lIns="0" tIns="0" rIns="0" bIns="0" rtlCol="0" anchor="t">
            <a:noAutofit/>
          </a:bodyPr>
          <a:lstStyle>
            <a:lvl1pPr lvl="0" indent="0" defTabSz="914126">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531" lvl="1" indent="-228531" defTabSz="91412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780" lvl="2" indent="-210249" defTabSz="914126">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182" lvl="3" indent="-155401" defTabSz="914126">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572" lvl="4" indent="-146260" defTabSz="914126">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524" indent="-171399" defTabSz="914126">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3852" rtl="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lang="en-US" sz="1400" b="1">
                <a:solidFill>
                  <a:srgbClr val="16315E"/>
                </a:solidFill>
                <a:latin typeface="CVS Health Sans" panose="020B0504020202020204" pitchFamily="34" charset="0"/>
                <a:cs typeface="CVS Health Sans" panose="020B0604020202020204" charset="0"/>
              </a:rPr>
              <a:t>3</a:t>
            </a:r>
            <a:r>
              <a:rPr kumimoji="0" lang="en-US" sz="1400" b="1" i="0" u="none" strike="noStrike" kern="1200" cap="none" spc="0" normalizeH="0" baseline="0" noProof="0">
                <a:ln>
                  <a:noFill/>
                </a:ln>
                <a:solidFill>
                  <a:srgbClr val="16315E"/>
                </a:solidFill>
                <a:effectLst/>
                <a:uLnTx/>
                <a:uFillTx/>
                <a:latin typeface="CVS Health Sans" panose="020B0504020202020204" pitchFamily="34" charset="0"/>
                <a:ea typeface="+mn-ea"/>
                <a:cs typeface="CVS Health Sans" panose="020B0604020202020204" charset="0"/>
              </a:rPr>
              <a:t>. Health Triage</a:t>
            </a:r>
          </a:p>
        </p:txBody>
      </p:sp>
      <p:grpSp>
        <p:nvGrpSpPr>
          <p:cNvPr id="49" name="Group 48">
            <a:extLst>
              <a:ext uri="{FF2B5EF4-FFF2-40B4-BE49-F238E27FC236}">
                <a16:creationId xmlns:a16="http://schemas.microsoft.com/office/drawing/2014/main" id="{CF21EB30-E5BF-1362-386F-74E9497C3B04}"/>
              </a:ext>
            </a:extLst>
          </p:cNvPr>
          <p:cNvGrpSpPr/>
          <p:nvPr/>
        </p:nvGrpSpPr>
        <p:grpSpPr>
          <a:xfrm>
            <a:off x="10516772" y="941375"/>
            <a:ext cx="1155828" cy="2368590"/>
            <a:chOff x="4813662" y="3579755"/>
            <a:chExt cx="1488031" cy="3133214"/>
          </a:xfrm>
        </p:grpSpPr>
        <p:pic>
          <p:nvPicPr>
            <p:cNvPr id="50" name="Picture 49" descr="A screenshot of a phone&#10;&#10;Description automatically generated">
              <a:extLst>
                <a:ext uri="{FF2B5EF4-FFF2-40B4-BE49-F238E27FC236}">
                  <a16:creationId xmlns:a16="http://schemas.microsoft.com/office/drawing/2014/main" id="{E37D0FCE-4574-5144-EB0D-5C439B6F9C01}"/>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4895168" y="3666221"/>
              <a:ext cx="1321924" cy="2854793"/>
            </a:xfrm>
            <a:prstGeom prst="rect">
              <a:avLst/>
            </a:prstGeom>
          </p:spPr>
        </p:pic>
        <p:pic>
          <p:nvPicPr>
            <p:cNvPr id="51" name="Picture 50" descr="A black screen with a black background&#10;&#10;Description automatically generated">
              <a:extLst>
                <a:ext uri="{FF2B5EF4-FFF2-40B4-BE49-F238E27FC236}">
                  <a16:creationId xmlns:a16="http://schemas.microsoft.com/office/drawing/2014/main" id="{01A9E61C-1DD4-AA68-C5BE-773A24BC4B6B}"/>
                </a:ext>
              </a:extLst>
            </p:cNvPr>
            <p:cNvPicPr>
              <a:picLocks noChangeAspect="1"/>
            </p:cNvPicPr>
            <p:nvPr/>
          </p:nvPicPr>
          <p:blipFill>
            <a:blip r:embed="rId16"/>
            <a:stretch>
              <a:fillRect/>
            </a:stretch>
          </p:blipFill>
          <p:spPr>
            <a:xfrm>
              <a:off x="4813662" y="3579755"/>
              <a:ext cx="1488031" cy="3133214"/>
            </a:xfrm>
            <a:prstGeom prst="rect">
              <a:avLst/>
            </a:prstGeom>
          </p:spPr>
        </p:pic>
        <p:cxnSp>
          <p:nvCxnSpPr>
            <p:cNvPr id="52" name="Straight Connector 51">
              <a:extLst>
                <a:ext uri="{FF2B5EF4-FFF2-40B4-BE49-F238E27FC236}">
                  <a16:creationId xmlns:a16="http://schemas.microsoft.com/office/drawing/2014/main" id="{2BB8A263-75F1-60D3-600F-6EBE5E59911D}"/>
                </a:ext>
              </a:extLst>
            </p:cNvPr>
            <p:cNvCxnSpPr>
              <a:cxnSpLocks/>
            </p:cNvCxnSpPr>
            <p:nvPr/>
          </p:nvCxnSpPr>
          <p:spPr>
            <a:xfrm>
              <a:off x="5343555" y="6577330"/>
              <a:ext cx="472897" cy="0"/>
            </a:xfrm>
            <a:prstGeom prst="line">
              <a:avLst/>
            </a:prstGeom>
            <a:ln w="16510" cap="rnd" cmpd="sng">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7C7FA930-3342-9362-51F3-427C6EB585C0}"/>
              </a:ext>
            </a:extLst>
          </p:cNvPr>
          <p:cNvSpPr txBox="1"/>
          <p:nvPr/>
        </p:nvSpPr>
        <p:spPr>
          <a:xfrm>
            <a:off x="8081242" y="1254009"/>
            <a:ext cx="2369816" cy="2069797"/>
          </a:xfrm>
          <a:prstGeom prst="rect">
            <a:avLst/>
          </a:prstGeom>
          <a:noFill/>
        </p:spPr>
        <p:txBody>
          <a:bodyPr wrap="square" rtlCol="0">
            <a:spAutoFit/>
          </a:bodyPr>
          <a:lstStyle/>
          <a:p>
            <a:pPr marL="0" marR="0" lvl="0" indent="0" algn="l" defTabSz="913852" rtl="0" eaLnBrk="1" fontAlgn="auto" latinLnBrk="0" hangingPunct="1">
              <a:lnSpc>
                <a:spcPct val="100000"/>
              </a:lnSpc>
              <a:spcBef>
                <a:spcPts val="300"/>
              </a:spcBef>
              <a:spcAft>
                <a:spcPts val="300"/>
              </a:spcAft>
              <a:buClr>
                <a:srgbClr val="000000"/>
              </a:buClr>
              <a:buSzPct val="100000"/>
              <a:buFontTx/>
              <a:buNone/>
              <a:tabLst/>
              <a:defRPr/>
            </a:pPr>
            <a:r>
              <a:rPr kumimoji="0" lang="en-US" sz="1100" b="1" i="1" u="none" strike="noStrike" kern="1200" cap="none" spc="0" normalizeH="0" baseline="0" noProof="0">
                <a:ln>
                  <a:noFill/>
                </a:ln>
                <a:solidFill>
                  <a:srgbClr val="0B315E"/>
                </a:solidFill>
                <a:effectLst/>
                <a:uLnTx/>
                <a:uFillTx/>
                <a:latin typeface="CVS Health Sans" panose="020B0504020202020204" pitchFamily="34" charset="0"/>
                <a:ea typeface="+mn-ea"/>
                <a:cs typeface="CVS Health Sans" panose="020B0604020202020204" charset="0"/>
              </a:rPr>
              <a:t>Delivered:</a:t>
            </a:r>
          </a:p>
          <a:p>
            <a:pPr marL="171450" indent="-171450" defTabSz="913852">
              <a:buClr>
                <a:srgbClr val="0A4B8C"/>
              </a:buClr>
              <a:buFont typeface="Arial" panose="020B0604020202020204" pitchFamily="34" charset="0"/>
              <a:buChar char="•"/>
              <a:defRPr/>
            </a:pPr>
            <a:r>
              <a:rPr lang="en-US" sz="1100">
                <a:solidFill>
                  <a:srgbClr val="0B315E"/>
                </a:solidFill>
                <a:latin typeface="CVS Health Sans" panose="020B0504020202020204" pitchFamily="34" charset="0"/>
                <a:cs typeface="CVS Health Sans" panose="020B0604020202020204" charset="0"/>
              </a:rPr>
              <a:t>Launched navigation search widget for iOS &amp; Android – Jan ‘24 </a:t>
            </a:r>
          </a:p>
          <a:p>
            <a:pPr marL="0" marR="0" lvl="0" indent="0" algn="l" defTabSz="913852"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1" i="1" u="none" strike="noStrike" kern="1200" cap="none" spc="0" normalizeH="0" baseline="0" noProof="0">
                <a:ln>
                  <a:noFill/>
                </a:ln>
                <a:solidFill>
                  <a:srgbClr val="0B315E"/>
                </a:solidFill>
                <a:effectLst/>
                <a:uLnTx/>
                <a:uFillTx/>
                <a:latin typeface="CVS Health Sans" panose="020B0504020202020204" pitchFamily="34" charset="0"/>
                <a:ea typeface="+mn-ea"/>
                <a:cs typeface="CVS Health Sans" panose="020B0604020202020204" charset="0"/>
              </a:rPr>
              <a:t>What’s up next:</a:t>
            </a:r>
          </a:p>
          <a:p>
            <a:pPr marL="171450" marR="0" lvl="0" indent="-171450" algn="l" defTabSz="913852"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100" b="0" i="0" u="none" strike="noStrike" kern="1200" cap="none" spc="0" normalizeH="0" baseline="0" noProof="0">
                <a:ln>
                  <a:noFill/>
                </a:ln>
                <a:solidFill>
                  <a:srgbClr val="0B315E"/>
                </a:solidFill>
                <a:effectLst/>
                <a:uLnTx/>
                <a:uFillTx/>
                <a:latin typeface="CVS Health Sans" panose="020B0504020202020204" pitchFamily="34" charset="0"/>
                <a:ea typeface="+mn-ea"/>
                <a:cs typeface="CVS Health Sans" panose="020B0604020202020204" charset="0"/>
              </a:rPr>
              <a:t>Native refill and order status experience via chat – Q2 </a:t>
            </a:r>
          </a:p>
          <a:p>
            <a:pPr marL="171450" indent="-171450" defTabSz="913852">
              <a:buClr>
                <a:srgbClr val="000000"/>
              </a:buClr>
              <a:buFont typeface="Arial" panose="020B0604020202020204" pitchFamily="34" charset="0"/>
              <a:buChar char="•"/>
              <a:defRPr/>
            </a:pPr>
            <a:r>
              <a:rPr lang="en-US" sz="1100">
                <a:solidFill>
                  <a:srgbClr val="0B315E"/>
                </a:solidFill>
                <a:latin typeface="CVS Health Sans" panose="020B0504020202020204" pitchFamily="34" charset="0"/>
                <a:cs typeface="CVS Health Sans" panose="020B0604020202020204" charset="0"/>
              </a:rPr>
              <a:t>Enhanced app navigation – Q2</a:t>
            </a:r>
          </a:p>
          <a:p>
            <a:pPr marL="171450" indent="-171450" defTabSz="913852">
              <a:buClr>
                <a:srgbClr val="000000"/>
              </a:buClr>
              <a:buFont typeface="Arial" panose="020B0604020202020204" pitchFamily="34" charset="0"/>
              <a:buChar char="•"/>
              <a:defRPr/>
            </a:pPr>
            <a:r>
              <a:rPr lang="en-US" sz="1100">
                <a:solidFill>
                  <a:srgbClr val="0B315E"/>
                </a:solidFill>
                <a:latin typeface="CVS Health Sans" panose="020B0504020202020204" pitchFamily="34" charset="0"/>
                <a:cs typeface="CVS Health Sans" panose="020B0604020202020204" charset="0"/>
              </a:rPr>
              <a:t>Search view experience – Q2 </a:t>
            </a:r>
          </a:p>
          <a:p>
            <a:pPr marL="171450" indent="-171450" defTabSz="913852">
              <a:buClr>
                <a:srgbClr val="000000"/>
              </a:buClr>
              <a:buFont typeface="Arial" panose="020B0604020202020204" pitchFamily="34" charset="0"/>
              <a:buChar char="•"/>
              <a:defRPr/>
            </a:pPr>
            <a:r>
              <a:rPr kumimoji="0" lang="en-US" sz="1100" b="0" i="0" u="none" strike="noStrike" kern="1200" cap="none" spc="0" normalizeH="0" baseline="0" noProof="0">
                <a:ln>
                  <a:noFill/>
                </a:ln>
                <a:solidFill>
                  <a:srgbClr val="0B315E"/>
                </a:solidFill>
                <a:effectLst/>
                <a:uLnTx/>
                <a:uFillTx/>
                <a:latin typeface="CVS Health Sans" panose="020B0504020202020204" pitchFamily="34" charset="0"/>
                <a:ea typeface="+mn-ea"/>
                <a:cs typeface="CVS Health Sans" panose="020B0604020202020204" charset="0"/>
              </a:rPr>
              <a:t>Integrated drug, condition, and health service, search</a:t>
            </a:r>
            <a:r>
              <a:rPr lang="en-US" sz="1100">
                <a:solidFill>
                  <a:srgbClr val="0B315E"/>
                </a:solidFill>
                <a:latin typeface="CVS Health Sans" panose="020B0504020202020204" pitchFamily="34" charset="0"/>
                <a:cs typeface="CVS Health Sans" panose="020B0604020202020204" charset="0"/>
              </a:rPr>
              <a:t> - Q2</a:t>
            </a:r>
            <a:endParaRPr kumimoji="0" lang="en-US" sz="1100" b="0" i="0" u="none" strike="noStrike" kern="1200" cap="none" spc="0" normalizeH="0" baseline="0" noProof="0">
              <a:ln>
                <a:noFill/>
              </a:ln>
              <a:solidFill>
                <a:srgbClr val="0B315E"/>
              </a:solidFill>
              <a:effectLst/>
              <a:uLnTx/>
              <a:uFillTx/>
              <a:latin typeface="CVS Health Sans" panose="020B0504020202020204" pitchFamily="34" charset="0"/>
              <a:ea typeface="+mn-ea"/>
              <a:cs typeface="CVS Health Sans" panose="020B0604020202020204" charset="0"/>
            </a:endParaRPr>
          </a:p>
        </p:txBody>
      </p:sp>
      <p:sp>
        <p:nvSpPr>
          <p:cNvPr id="2" name="Oval 1">
            <a:extLst>
              <a:ext uri="{FF2B5EF4-FFF2-40B4-BE49-F238E27FC236}">
                <a16:creationId xmlns:a16="http://schemas.microsoft.com/office/drawing/2014/main" id="{A4C7F6A5-3407-BC6A-7E4C-47ABC6F7D4A4}"/>
              </a:ext>
            </a:extLst>
          </p:cNvPr>
          <p:cNvSpPr/>
          <p:nvPr/>
        </p:nvSpPr>
        <p:spPr bwMode="gray">
          <a:xfrm>
            <a:off x="159692" y="116176"/>
            <a:ext cx="290068" cy="276261"/>
          </a:xfrm>
          <a:prstGeom prst="ellipse">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solidFill>
                  <a:schemeClr val="bg1"/>
                </a:solidFill>
              </a:rPr>
              <a:t>2</a:t>
            </a:r>
          </a:p>
        </p:txBody>
      </p:sp>
      <p:sp>
        <p:nvSpPr>
          <p:cNvPr id="3" name="Rectangle 2">
            <a:extLst>
              <a:ext uri="{FF2B5EF4-FFF2-40B4-BE49-F238E27FC236}">
                <a16:creationId xmlns:a16="http://schemas.microsoft.com/office/drawing/2014/main" id="{94BF8EDD-0E32-EFB0-2EC5-81F1427EB5D5}"/>
              </a:ext>
            </a:extLst>
          </p:cNvPr>
          <p:cNvSpPr/>
          <p:nvPr/>
        </p:nvSpPr>
        <p:spPr bwMode="gray">
          <a:xfrm>
            <a:off x="288804" y="5504873"/>
            <a:ext cx="2731487" cy="193963"/>
          </a:xfrm>
          <a:prstGeom prst="rect">
            <a:avLst/>
          </a:prstGeom>
          <a:noFill/>
          <a:ln>
            <a:solidFill>
              <a:schemeClr val="accent2"/>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dirty="0">
              <a:solidFill>
                <a:schemeClr val="bg1"/>
              </a:solidFill>
            </a:endParaRPr>
          </a:p>
        </p:txBody>
      </p:sp>
    </p:spTree>
    <p:extLst>
      <p:ext uri="{BB962C8B-B14F-4D97-AF65-F5344CB8AC3E}">
        <p14:creationId xmlns:p14="http://schemas.microsoft.com/office/powerpoint/2010/main" val="1437818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8E7694FC-77B9-4188-8BBD-A17ED49F765F}"/>
              </a:ext>
            </a:extLst>
          </p:cNvPr>
          <p:cNvGraphicFramePr>
            <a:graphicFrameLocks noChangeAspect="1"/>
          </p:cNvGraphicFramePr>
          <p:nvPr>
            <p:custDataLst>
              <p:tags r:id="rId1"/>
            </p:custDataLst>
          </p:nvPr>
        </p:nvGraphicFramePr>
        <p:xfrm>
          <a:off x="3175" y="2480"/>
          <a:ext cx="1588" cy="1588"/>
        </p:xfrm>
        <a:graphic>
          <a:graphicData uri="http://schemas.openxmlformats.org/presentationml/2006/ole">
            <mc:AlternateContent xmlns:mc="http://schemas.openxmlformats.org/markup-compatibility/2006">
              <mc:Choice xmlns:v="urn:schemas-microsoft-com:vml" Requires="v">
                <p:oleObj name="think-cell Slide" r:id="rId4" imgW="306" imgH="306" progId="TCLayout.ActiveDocument.1">
                  <p:embed/>
                </p:oleObj>
              </mc:Choice>
              <mc:Fallback>
                <p:oleObj name="think-cell Slide" r:id="rId4" imgW="306" imgH="306" progId="TCLayout.ActiveDocument.1">
                  <p:embed/>
                  <p:pic>
                    <p:nvPicPr>
                      <p:cNvPr id="5" name="Object 4" hidden="1">
                        <a:extLst>
                          <a:ext uri="{FF2B5EF4-FFF2-40B4-BE49-F238E27FC236}">
                            <a16:creationId xmlns:a16="http://schemas.microsoft.com/office/drawing/2014/main" id="{8E7694FC-77B9-4188-8BBD-A17ED49F765F}"/>
                          </a:ext>
                        </a:extLst>
                      </p:cNvPr>
                      <p:cNvPicPr/>
                      <p:nvPr/>
                    </p:nvPicPr>
                    <p:blipFill>
                      <a:blip r:embed="rId5"/>
                      <a:stretch>
                        <a:fillRect/>
                      </a:stretch>
                    </p:blipFill>
                    <p:spPr>
                      <a:xfrm>
                        <a:off x="3175" y="2480"/>
                        <a:ext cx="1588" cy="1588"/>
                      </a:xfrm>
                      <a:prstGeom prst="rect">
                        <a:avLst/>
                      </a:prstGeom>
                    </p:spPr>
                  </p:pic>
                </p:oleObj>
              </mc:Fallback>
            </mc:AlternateContent>
          </a:graphicData>
        </a:graphic>
      </p:graphicFrame>
      <p:graphicFrame>
        <p:nvGraphicFramePr>
          <p:cNvPr id="6" name="Table 5">
            <a:extLst>
              <a:ext uri="{FF2B5EF4-FFF2-40B4-BE49-F238E27FC236}">
                <a16:creationId xmlns:a16="http://schemas.microsoft.com/office/drawing/2014/main" id="{D1844B49-3A08-4841-8F3C-EADF0A814E33}"/>
              </a:ext>
            </a:extLst>
          </p:cNvPr>
          <p:cNvGraphicFramePr>
            <a:graphicFrameLocks noGrp="1"/>
          </p:cNvGraphicFramePr>
          <p:nvPr>
            <p:extLst>
              <p:ext uri="{D42A27DB-BD31-4B8C-83A1-F6EECF244321}">
                <p14:modId xmlns:p14="http://schemas.microsoft.com/office/powerpoint/2010/main" val="862516476"/>
              </p:ext>
            </p:extLst>
          </p:nvPr>
        </p:nvGraphicFramePr>
        <p:xfrm>
          <a:off x="237744" y="621916"/>
          <a:ext cx="11716511" cy="5618336"/>
        </p:xfrm>
        <a:graphic>
          <a:graphicData uri="http://schemas.openxmlformats.org/drawingml/2006/table">
            <a:tbl>
              <a:tblPr firstRow="1" bandRow="1">
                <a:tableStyleId>{93296810-A885-4BE3-A3E7-6D5BEEA58F35}</a:tableStyleId>
              </a:tblPr>
              <a:tblGrid>
                <a:gridCol w="1411699">
                  <a:extLst>
                    <a:ext uri="{9D8B030D-6E8A-4147-A177-3AD203B41FA5}">
                      <a16:colId xmlns:a16="http://schemas.microsoft.com/office/drawing/2014/main" val="2119296251"/>
                    </a:ext>
                  </a:extLst>
                </a:gridCol>
                <a:gridCol w="2252706">
                  <a:extLst>
                    <a:ext uri="{9D8B030D-6E8A-4147-A177-3AD203B41FA5}">
                      <a16:colId xmlns:a16="http://schemas.microsoft.com/office/drawing/2014/main" val="859065572"/>
                    </a:ext>
                  </a:extLst>
                </a:gridCol>
                <a:gridCol w="2899700">
                  <a:extLst>
                    <a:ext uri="{9D8B030D-6E8A-4147-A177-3AD203B41FA5}">
                      <a16:colId xmlns:a16="http://schemas.microsoft.com/office/drawing/2014/main" val="3036161125"/>
                    </a:ext>
                  </a:extLst>
                </a:gridCol>
                <a:gridCol w="3022635">
                  <a:extLst>
                    <a:ext uri="{9D8B030D-6E8A-4147-A177-3AD203B41FA5}">
                      <a16:colId xmlns:a16="http://schemas.microsoft.com/office/drawing/2014/main" val="2062153288"/>
                    </a:ext>
                  </a:extLst>
                </a:gridCol>
                <a:gridCol w="2129771">
                  <a:extLst>
                    <a:ext uri="{9D8B030D-6E8A-4147-A177-3AD203B41FA5}">
                      <a16:colId xmlns:a16="http://schemas.microsoft.com/office/drawing/2014/main" val="1856653284"/>
                    </a:ext>
                  </a:extLst>
                </a:gridCol>
              </a:tblGrid>
              <a:tr h="296215">
                <a:tc>
                  <a:txBody>
                    <a:bodyPr/>
                    <a:lstStyle/>
                    <a:p>
                      <a:pPr algn="ctr"/>
                      <a:r>
                        <a:rPr lang="en-US" sz="1600" b="0" i="0">
                          <a:solidFill>
                            <a:srgbClr val="0070C0"/>
                          </a:solidFill>
                          <a:latin typeface="+mj-lt"/>
                        </a:rPr>
                        <a:t>Program</a:t>
                      </a:r>
                      <a:endParaRPr lang="en-US" sz="1600" b="0" i="0">
                        <a:solidFill>
                          <a:schemeClr val="bg1"/>
                        </a:solidFill>
                        <a:latin typeface="+mj-lt"/>
                      </a:endParaRP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600" b="0" i="0" kern="1500">
                          <a:solidFill>
                            <a:srgbClr val="0070C0"/>
                          </a:solidFill>
                          <a:latin typeface="+mn-lt"/>
                        </a:rPr>
                        <a:t>Q1 2024</a:t>
                      </a:r>
                      <a:endParaRPr lang="en-US" sz="1600" b="0" i="0" kern="1500">
                        <a:solidFill>
                          <a:srgbClr val="0070C0"/>
                        </a:solidFill>
                        <a:latin typeface="+mn-lt"/>
                        <a:ea typeface="+mn-ea"/>
                        <a:cs typeface="+mn-cs"/>
                      </a:endParaRPr>
                    </a:p>
                  </a:txBody>
                  <a:tcPr marL="45696" marR="45696" marT="45672" marB="45672"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600" b="0" i="0" kern="1500">
                          <a:solidFill>
                            <a:srgbClr val="0070C0"/>
                          </a:solidFill>
                          <a:latin typeface="+mn-lt"/>
                        </a:rPr>
                        <a:t>Q2 2024</a:t>
                      </a:r>
                      <a:endParaRPr lang="en-US" sz="1600" b="0" i="0" kern="1500">
                        <a:solidFill>
                          <a:srgbClr val="0070C0"/>
                        </a:solidFill>
                        <a:latin typeface="+mn-lt"/>
                        <a:ea typeface="+mn-ea"/>
                        <a:cs typeface="+mn-cs"/>
                      </a:endParaRP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600" b="0" i="0" kern="1500">
                          <a:solidFill>
                            <a:srgbClr val="0070C0"/>
                          </a:solidFill>
                          <a:latin typeface="+mn-lt"/>
                          <a:ea typeface="+mn-ea"/>
                          <a:cs typeface="+mn-cs"/>
                        </a:rPr>
                        <a:t>Q3 2024</a:t>
                      </a: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600" b="0" i="0" kern="1500">
                          <a:solidFill>
                            <a:srgbClr val="0070C0"/>
                          </a:solidFill>
                          <a:latin typeface="+mn-lt"/>
                          <a:ea typeface="+mn-ea"/>
                          <a:cs typeface="+mn-cs"/>
                        </a:rPr>
                        <a:t>Q4 2024</a:t>
                      </a: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774420">
                <a:tc>
                  <a:txBody>
                    <a:bodyPr/>
                    <a:lstStyle/>
                    <a:p>
                      <a:pPr marL="0" marR="0" lvl="0" indent="0" algn="ctr" rtl="0" eaLnBrk="1" fontAlgn="auto" latinLnBrk="0" hangingPunct="1">
                        <a:lnSpc>
                          <a:spcPct val="100000"/>
                        </a:lnSpc>
                        <a:spcBef>
                          <a:spcPts val="300"/>
                        </a:spcBef>
                        <a:spcAft>
                          <a:spcPts val="300"/>
                        </a:spcAft>
                        <a:buClrTx/>
                        <a:buSzTx/>
                        <a:buFont typeface="Arial" panose="020B0604020202020204" pitchFamily="34" charset="0"/>
                        <a:buNone/>
                      </a:pPr>
                      <a:r>
                        <a:rPr lang="en-US" sz="1100" b="0">
                          <a:solidFill>
                            <a:schemeClr val="tx1"/>
                          </a:solidFill>
                          <a:latin typeface="+mn-lt"/>
                        </a:rPr>
                        <a:t>App Home screen</a:t>
                      </a:r>
                    </a:p>
                  </a:txBody>
                  <a:tcPr marL="91416" marR="91416" marT="45708" marB="45708"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4F0FD"/>
                    </a:solidFill>
                  </a:tcPr>
                </a:tc>
                <a:tc>
                  <a:txBody>
                    <a:bodyPr/>
                    <a:lstStyle/>
                    <a:p>
                      <a:pPr marL="171450" marR="0" lvl="0" indent="-171450" algn="l" rtl="0" eaLnBrk="1" fontAlgn="auto" latinLnBrk="0" hangingPunct="1">
                        <a:lnSpc>
                          <a:spcPct val="100000"/>
                        </a:lnSpc>
                        <a:spcBef>
                          <a:spcPts val="0"/>
                        </a:spcBef>
                        <a:spcAft>
                          <a:spcPts val="400"/>
                        </a:spcAft>
                        <a:buClr>
                          <a:schemeClr val="tx1"/>
                        </a:buClr>
                        <a:buSzTx/>
                        <a:buFont typeface="Arial" panose="020B0604020202020204" pitchFamily="34" charset="0"/>
                        <a:buChar char="•"/>
                      </a:pPr>
                      <a:r>
                        <a:rPr lang="en-US" sz="900" b="0" i="0" u="none" strike="noStrike" kern="1200" noProof="0">
                          <a:solidFill>
                            <a:schemeClr val="tx1"/>
                          </a:solidFill>
                          <a:latin typeface="CVS Health Sans"/>
                          <a:ea typeface="+mn-ea"/>
                          <a:cs typeface="+mn-cs"/>
                        </a:rPr>
                        <a:t>Surface the ability for ICE users to see their Rx orders on reskin homescreen</a:t>
                      </a:r>
                      <a:endParaRPr lang="en-US" sz="900" b="0" i="0" u="none" strike="noStrike" kern="1200">
                        <a:solidFill>
                          <a:schemeClr val="tx1"/>
                        </a:solidFill>
                        <a:latin typeface="CVS Health Sans"/>
                        <a:ea typeface="+mn-ea"/>
                        <a:cs typeface="+mn-cs"/>
                      </a:endParaRPr>
                    </a:p>
                    <a:p>
                      <a:pPr marL="171450" marR="0" lvl="0" indent="-171450" algn="l">
                        <a:lnSpc>
                          <a:spcPct val="100000"/>
                        </a:lnSpc>
                        <a:spcBef>
                          <a:spcPts val="0"/>
                        </a:spcBef>
                        <a:spcAft>
                          <a:spcPts val="400"/>
                        </a:spcAft>
                        <a:buClr>
                          <a:srgbClr val="000000"/>
                        </a:buClr>
                        <a:buSzTx/>
                        <a:buFont typeface="Arial"/>
                        <a:buChar char="•"/>
                      </a:pPr>
                      <a:r>
                        <a:rPr lang="en-US" sz="900" b="0" kern="1200">
                          <a:solidFill>
                            <a:schemeClr val="tx1"/>
                          </a:solidFill>
                          <a:latin typeface="CVS Health Sans"/>
                          <a:ea typeface="+mn-ea"/>
                          <a:cs typeface="+mn-cs"/>
                        </a:rPr>
                        <a:t>Elevate pharmacy Brilliant Basics with</a:t>
                      </a:r>
                      <a:r>
                        <a:rPr lang="en-US" sz="900" b="0" i="0" u="none" strike="noStrike" kern="1200" noProof="0">
                          <a:solidFill>
                            <a:schemeClr val="tx1"/>
                          </a:solidFill>
                          <a:latin typeface="CVS Health Sans"/>
                        </a:rPr>
                        <a:t> </a:t>
                      </a:r>
                      <a:r>
                        <a:rPr lang="en-US" sz="900" b="1" i="0" u="none" strike="noStrike" kern="1200" noProof="0">
                          <a:solidFill>
                            <a:schemeClr val="tx1"/>
                          </a:solidFill>
                          <a:latin typeface="CVS Health Sans"/>
                        </a:rPr>
                        <a:t>expanded order statuses </a:t>
                      </a:r>
                      <a:r>
                        <a:rPr lang="en-US" sz="900" b="0" i="0" u="none" strike="noStrike" kern="1200" noProof="0">
                          <a:solidFill>
                            <a:schemeClr val="tx1"/>
                          </a:solidFill>
                          <a:latin typeface="CVS Health Sans"/>
                        </a:rPr>
                        <a:t>to align with latest Retail Rx pharmacy dashboard (incl CMK and SP)</a:t>
                      </a:r>
                    </a:p>
                    <a:p>
                      <a:pPr marL="171450" marR="0" lvl="0" indent="-171450" algn="l">
                        <a:lnSpc>
                          <a:spcPct val="100000"/>
                        </a:lnSpc>
                        <a:spcBef>
                          <a:spcPts val="0"/>
                        </a:spcBef>
                        <a:spcAft>
                          <a:spcPts val="400"/>
                        </a:spcAft>
                        <a:buClr>
                          <a:srgbClr val="000000"/>
                        </a:buClr>
                        <a:buSzTx/>
                        <a:buFont typeface="Arial"/>
                        <a:buChar char="•"/>
                      </a:pPr>
                      <a:r>
                        <a:rPr lang="en-US" sz="900" b="0" i="0" u="none" strike="noStrike" kern="1200" noProof="0">
                          <a:solidFill>
                            <a:schemeClr val="tx1"/>
                          </a:solidFill>
                          <a:latin typeface="CVS Health Sans"/>
                        </a:rPr>
                        <a:t>To Do list enhancements to surface in-progress order statuses, promote PHR reconsent, and shop product shelves </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fontAlgn="auto" latinLnBrk="0" hangingPunct="1">
                        <a:lnSpc>
                          <a:spcPct val="100000"/>
                        </a:lnSpc>
                        <a:spcBef>
                          <a:spcPts val="0"/>
                        </a:spcBef>
                        <a:spcAft>
                          <a:spcPts val="400"/>
                        </a:spcAft>
                        <a:buClr>
                          <a:schemeClr val="tx1"/>
                        </a:buClr>
                        <a:buSzTx/>
                        <a:buFont typeface="Arial" panose="020B0604020202020204" pitchFamily="34" charset="0"/>
                        <a:buChar char="•"/>
                      </a:pPr>
                      <a:r>
                        <a:rPr lang="en-US" sz="900" b="0" i="0" u="none" strike="noStrike" kern="1200" noProof="0">
                          <a:solidFill>
                            <a:schemeClr val="tx1"/>
                          </a:solidFill>
                          <a:latin typeface="CVS Health Sans"/>
                        </a:rPr>
                        <a:t>Elevate pharmacy Brilliant Basics with </a:t>
                      </a:r>
                      <a:r>
                        <a:rPr lang="en-US" sz="900" b="0" kern="1200">
                          <a:solidFill>
                            <a:schemeClr val="tx1"/>
                          </a:solidFill>
                          <a:latin typeface="CVS Health Sans"/>
                          <a:ea typeface="+mn-ea"/>
                          <a:cs typeface="+mn-cs"/>
                        </a:rPr>
                        <a:t>cross LOB status tracker, </a:t>
                      </a:r>
                      <a:r>
                        <a:rPr lang="en-US" sz="900" b="0" i="0" u="none" strike="noStrike" kern="1200" noProof="0">
                          <a:solidFill>
                            <a:schemeClr val="tx1"/>
                          </a:solidFill>
                          <a:latin typeface="CVS Health Sans"/>
                        </a:rPr>
                        <a:t>ability to act on action notes and view store information (hours &amp; address)</a:t>
                      </a:r>
                    </a:p>
                    <a:p>
                      <a:pPr marL="171450" marR="0" lvl="0" indent="-171450" algn="l" defTabSz="457200" rtl="0" eaLnBrk="1" fontAlgn="auto" latinLnBrk="0" hangingPunct="1">
                        <a:lnSpc>
                          <a:spcPct val="100000"/>
                        </a:lnSpc>
                        <a:spcBef>
                          <a:spcPts val="0"/>
                        </a:spcBef>
                        <a:spcAft>
                          <a:spcPts val="400"/>
                        </a:spcAft>
                        <a:buClr>
                          <a:schemeClr val="tx1"/>
                        </a:buClr>
                        <a:buSzTx/>
                        <a:buFont typeface="Arial" panose="020B0604020202020204" pitchFamily="34" charset="0"/>
                        <a:buChar char="•"/>
                        <a:tabLst/>
                        <a:defRPr/>
                      </a:pPr>
                      <a:r>
                        <a:rPr lang="en-US" sz="900" b="0" i="0" u="none" strike="noStrike" kern="1200" noProof="0">
                          <a:solidFill>
                            <a:schemeClr val="tx1"/>
                          </a:solidFill>
                          <a:latin typeface="+mn-lt"/>
                        </a:rPr>
                        <a:t>Improved flexibility and speed of content delivery with implementation of </a:t>
                      </a:r>
                      <a:r>
                        <a:rPr lang="en-US" sz="900" b="1" i="0" u="none" strike="noStrike" kern="1200" noProof="0">
                          <a:solidFill>
                            <a:schemeClr val="tx1"/>
                          </a:solidFill>
                          <a:latin typeface="+mn-lt"/>
                        </a:rPr>
                        <a:t>CMS</a:t>
                      </a:r>
                      <a:r>
                        <a:rPr lang="en-US" sz="900" b="0" i="0" u="none" strike="noStrike" kern="1200" noProof="0">
                          <a:solidFill>
                            <a:schemeClr val="tx1"/>
                          </a:solidFill>
                          <a:latin typeface="+mn-lt"/>
                        </a:rPr>
                        <a:t> for the home screen experience</a:t>
                      </a:r>
                      <a:endParaRPr lang="en-US" sz="900" b="1" kern="1200">
                        <a:solidFill>
                          <a:schemeClr val="tx1"/>
                        </a:solidFill>
                        <a:latin typeface="CVS Health Sans"/>
                        <a:ea typeface="+mn-ea"/>
                        <a:cs typeface="+mn-cs"/>
                      </a:endParaRP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1" kern="1200">
                          <a:solidFill>
                            <a:schemeClr val="tx1"/>
                          </a:solidFill>
                          <a:latin typeface="CVS Health Sans"/>
                          <a:ea typeface="+mn-ea"/>
                          <a:cs typeface="+mn-cs"/>
                        </a:rPr>
                        <a:t>Redesigned Super App Home screen goes live</a:t>
                      </a:r>
                      <a:r>
                        <a:rPr lang="en-US" sz="900" b="0" kern="1200">
                          <a:solidFill>
                            <a:schemeClr val="tx1"/>
                          </a:solidFill>
                          <a:latin typeface="CVS Health Sans"/>
                          <a:ea typeface="+mn-ea"/>
                          <a:cs typeface="+mn-cs"/>
                        </a:rPr>
                        <a:t> </a:t>
                      </a:r>
                      <a:r>
                        <a:rPr lang="en-US" sz="900" b="1" kern="1200">
                          <a:solidFill>
                            <a:schemeClr val="tx1"/>
                          </a:solidFill>
                          <a:latin typeface="CVS Health Sans"/>
                          <a:ea typeface="+mn-ea"/>
                          <a:cs typeface="+mn-cs"/>
                        </a:rPr>
                        <a:t>– </a:t>
                      </a:r>
                      <a:r>
                        <a:rPr lang="en-US" sz="900" b="0" kern="1200">
                          <a:solidFill>
                            <a:schemeClr val="tx1"/>
                          </a:solidFill>
                          <a:latin typeface="CVS Health Sans"/>
                          <a:ea typeface="+mn-ea"/>
                          <a:cs typeface="+mn-cs"/>
                        </a:rPr>
                        <a:t>A personalized home screen that shows relevant content and information based on the user's segment (single or multi-BU) </a:t>
                      </a: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0" i="0" u="none" strike="noStrike" kern="1200" noProof="0">
                          <a:solidFill>
                            <a:schemeClr val="tx1"/>
                          </a:solidFill>
                          <a:latin typeface="CVS Health Sans"/>
                        </a:rPr>
                        <a:t>Provide </a:t>
                      </a:r>
                      <a:r>
                        <a:rPr lang="en-US" sz="900" b="1" i="0" u="none" strike="noStrike" kern="1200" noProof="0">
                          <a:solidFill>
                            <a:schemeClr val="tx1"/>
                          </a:solidFill>
                          <a:latin typeface="CVS Health Sans"/>
                        </a:rPr>
                        <a:t>integrated calendar </a:t>
                      </a:r>
                      <a:r>
                        <a:rPr lang="en-US" sz="900" b="0" i="0" u="none" strike="noStrike" kern="1200" noProof="0">
                          <a:solidFill>
                            <a:schemeClr val="tx1"/>
                          </a:solidFill>
                          <a:latin typeface="CVS Health Sans"/>
                        </a:rPr>
                        <a:t>of scheduled activities to all users, across LOB (medication reminders, appointments etc) </a:t>
                      </a:r>
                      <a:endParaRPr lang="en-US" sz="900" b="1" kern="1200">
                        <a:solidFill>
                          <a:schemeClr val="tx1"/>
                        </a:solidFill>
                        <a:latin typeface="CVS Health Sans"/>
                        <a:ea typeface="+mn-ea"/>
                        <a:cs typeface="+mn-cs"/>
                      </a:endParaRPr>
                    </a:p>
                    <a:p>
                      <a:pPr marL="171450" marR="0" lvl="0" indent="-171450" algn="l">
                        <a:lnSpc>
                          <a:spcPct val="100000"/>
                        </a:lnSpc>
                        <a:spcBef>
                          <a:spcPts val="0"/>
                        </a:spcBef>
                        <a:spcAft>
                          <a:spcPts val="400"/>
                        </a:spcAft>
                        <a:buClr>
                          <a:srgbClr val="000000"/>
                        </a:buClr>
                        <a:buSzTx/>
                        <a:buFont typeface="Arial,Sans-Serif" panose="020B0604020202020204" pitchFamily="34" charset="0"/>
                        <a:buChar char="•"/>
                      </a:pPr>
                      <a:r>
                        <a:rPr lang="en-US" sz="900" b="0" i="0" u="none" strike="noStrike" kern="1200" noProof="0">
                          <a:solidFill>
                            <a:schemeClr val="tx1"/>
                          </a:solidFill>
                          <a:latin typeface="CVS Health Sans"/>
                        </a:rPr>
                        <a:t>Users see</a:t>
                      </a:r>
                      <a:r>
                        <a:rPr lang="en-US" sz="900" b="1" i="0" u="none" strike="noStrike" kern="1200" noProof="0">
                          <a:solidFill>
                            <a:schemeClr val="tx1"/>
                          </a:solidFill>
                          <a:latin typeface="CVS Health Sans"/>
                        </a:rPr>
                        <a:t> recent, upcoming, and next available visit for Minute Clinic</a:t>
                      </a:r>
                      <a:endParaRPr lang="en-US" sz="2400"/>
                    </a:p>
                    <a:p>
                      <a:pPr marL="171450" marR="0" lvl="0" indent="-171450" algn="l">
                        <a:lnSpc>
                          <a:spcPct val="100000"/>
                        </a:lnSpc>
                        <a:spcBef>
                          <a:spcPts val="0"/>
                        </a:spcBef>
                        <a:spcAft>
                          <a:spcPts val="400"/>
                        </a:spcAft>
                        <a:buClr>
                          <a:srgbClr val="000000"/>
                        </a:buClr>
                        <a:buSzTx/>
                        <a:buFont typeface="Arial,Sans-Serif" panose="020B0604020202020204" pitchFamily="34" charset="0"/>
                        <a:buChar char="•"/>
                      </a:pPr>
                      <a:r>
                        <a:rPr lang="en-US" sz="900" b="0" i="0" u="none" strike="noStrike" kern="1200" noProof="0">
                          <a:solidFill>
                            <a:schemeClr val="tx1"/>
                          </a:solidFill>
                          <a:latin typeface="CVS Health Sans"/>
                        </a:rPr>
                        <a:t>Launch apps map from home screen to easily navigate users to the store for Rx &amp; Fs pick up </a:t>
                      </a:r>
                      <a:endParaRPr lang="en-US" sz="900" b="0" i="0" u="none" strike="noStrike" kern="1200" noProof="0">
                        <a:solidFill>
                          <a:srgbClr val="000000"/>
                        </a:solidFill>
                        <a:latin typeface="CVS Health Sans"/>
                      </a:endParaRP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0" kern="1200">
                          <a:solidFill>
                            <a:schemeClr val="tx1"/>
                          </a:solidFill>
                          <a:latin typeface="CVS Health Sans"/>
                          <a:ea typeface="+mn-ea"/>
                          <a:cs typeface="+mn-cs"/>
                        </a:rPr>
                        <a:t>Enable CMX placement on homepage for FS users</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0" kern="1200" dirty="0">
                          <a:solidFill>
                            <a:schemeClr val="tx1"/>
                          </a:solidFill>
                          <a:latin typeface="CVS Health Sans"/>
                          <a:ea typeface="+mn-ea"/>
                          <a:cs typeface="+mn-cs"/>
                        </a:rPr>
                        <a:t>Users can view </a:t>
                      </a:r>
                      <a:r>
                        <a:rPr lang="en-US" sz="900" b="1" i="0" u="none" strike="noStrike" kern="1200" noProof="0" dirty="0">
                          <a:solidFill>
                            <a:schemeClr val="tx1"/>
                          </a:solidFill>
                          <a:latin typeface="CVS Health Sans"/>
                        </a:rPr>
                        <a:t>native health records </a:t>
                      </a:r>
                      <a:r>
                        <a:rPr lang="en-US" sz="900" b="0" i="0" u="none" strike="noStrike" kern="1200" noProof="0" dirty="0">
                          <a:solidFill>
                            <a:schemeClr val="tx1"/>
                          </a:solidFill>
                          <a:latin typeface="CVS Health Sans"/>
                        </a:rPr>
                        <a:t>and </a:t>
                      </a:r>
                      <a:r>
                        <a:rPr lang="en-US" sz="900" b="1" kern="1200" dirty="0">
                          <a:solidFill>
                            <a:schemeClr val="tx1"/>
                          </a:solidFill>
                          <a:latin typeface="CVS Health Sans"/>
                          <a:ea typeface="+mn-ea"/>
                          <a:cs typeface="+mn-cs"/>
                        </a:rPr>
                        <a:t>receive a notification when a new health record  update</a:t>
                      </a:r>
                      <a:r>
                        <a:rPr lang="en-US" sz="900" b="0" kern="1200" dirty="0">
                          <a:solidFill>
                            <a:schemeClr val="tx1"/>
                          </a:solidFill>
                          <a:latin typeface="CVS Health Sans"/>
                          <a:ea typeface="+mn-ea"/>
                          <a:cs typeface="+mn-cs"/>
                        </a:rPr>
                        <a:t> or post visit summary/next step is available </a:t>
                      </a: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0" i="0" u="none" strike="noStrike" kern="1200" noProof="0" dirty="0">
                          <a:solidFill>
                            <a:schemeClr val="tx1"/>
                          </a:solidFill>
                          <a:latin typeface="CVS Health Sans"/>
                          <a:ea typeface="+mn-ea"/>
                          <a:cs typeface="+mn-cs"/>
                        </a:rPr>
                        <a:t>Launch a new integrated “Your health” dashboard</a:t>
                      </a:r>
                      <a:endParaRPr lang="en-US" sz="900" b="1" i="0" u="none" strike="noStrike" kern="1200" noProof="0" dirty="0">
                        <a:solidFill>
                          <a:schemeClr val="tx1"/>
                        </a:solidFill>
                        <a:latin typeface="CVS Health Sans"/>
                      </a:endParaRP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1" i="0" u="none" strike="noStrike" kern="1200" noProof="0" dirty="0">
                          <a:solidFill>
                            <a:schemeClr val="tx1"/>
                          </a:solidFill>
                          <a:latin typeface="CVS Health Sans"/>
                        </a:rPr>
                        <a:t>Rx co-pay cost </a:t>
                      </a:r>
                      <a:r>
                        <a:rPr lang="en-US" sz="900" b="0" i="0" u="none" strike="noStrike" kern="1200" noProof="0" dirty="0">
                          <a:solidFill>
                            <a:schemeClr val="tx1"/>
                          </a:solidFill>
                          <a:latin typeface="CVS Health Sans"/>
                        </a:rPr>
                        <a:t>for FS and RX orders and </a:t>
                      </a:r>
                      <a:r>
                        <a:rPr lang="en-US" sz="900" b="1" i="0" u="none" strike="noStrike" kern="1200" noProof="0" dirty="0">
                          <a:solidFill>
                            <a:schemeClr val="tx1"/>
                          </a:solidFill>
                          <a:latin typeface="CVS Health Sans"/>
                        </a:rPr>
                        <a:t>easy access to Rx pricing</a:t>
                      </a:r>
                      <a:endParaRPr lang="en-US" sz="900" b="0" kern="1200" dirty="0">
                        <a:solidFill>
                          <a:schemeClr val="tx1"/>
                        </a:solidFill>
                        <a:latin typeface="CVS Health Sans"/>
                        <a:ea typeface="+mn-ea"/>
                        <a:cs typeface="+mn-cs"/>
                      </a:endParaRP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0" i="0" u="none" strike="noStrike" kern="1200" noProof="0" dirty="0">
                          <a:solidFill>
                            <a:schemeClr val="tx1"/>
                          </a:solidFill>
                          <a:latin typeface="CVS Health Sans"/>
                        </a:rPr>
                        <a:t>Enable fast </a:t>
                      </a:r>
                      <a:r>
                        <a:rPr lang="en-US" sz="900" b="1" i="0" u="none" strike="noStrike" kern="1200" noProof="0" dirty="0">
                          <a:solidFill>
                            <a:schemeClr val="tx1"/>
                          </a:solidFill>
                          <a:latin typeface="CVS Health Sans"/>
                        </a:rPr>
                        <a:t>pick-up barcode</a:t>
                      </a:r>
                      <a:r>
                        <a:rPr lang="en-US" sz="900" b="0" i="0" u="none" strike="noStrike" kern="1200" noProof="0" dirty="0">
                          <a:solidFill>
                            <a:schemeClr val="tx1"/>
                          </a:solidFill>
                          <a:latin typeface="CVS Health Sans"/>
                        </a:rPr>
                        <a:t> for waiting bin Rx</a:t>
                      </a:r>
                      <a:endParaRPr lang="en-US" sz="900" b="1" i="0" u="none" strike="noStrike" kern="1200" noProof="0" dirty="0">
                        <a:solidFill>
                          <a:schemeClr val="tx1"/>
                        </a:solidFill>
                        <a:latin typeface="CVS Health Sans"/>
                      </a:endParaRP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1" kern="1200" dirty="0">
                          <a:solidFill>
                            <a:schemeClr val="tx1"/>
                          </a:solidFill>
                          <a:latin typeface="CVS Health Sans"/>
                          <a:ea typeface="+mn-ea"/>
                          <a:cs typeface="+mn-cs"/>
                        </a:rPr>
                        <a:t>Aetna HSA/FSA balances/ deductibles</a:t>
                      </a:r>
                      <a:r>
                        <a:rPr lang="en-US" sz="900" b="0" kern="1200" dirty="0">
                          <a:solidFill>
                            <a:schemeClr val="tx1"/>
                          </a:solidFill>
                          <a:latin typeface="CVS Health Sans"/>
                          <a:ea typeface="+mn-ea"/>
                          <a:cs typeface="+mn-cs"/>
                        </a:rPr>
                        <a:t> are available on the home screen</a:t>
                      </a: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1" kern="1200" dirty="0">
                          <a:solidFill>
                            <a:schemeClr val="tx1"/>
                          </a:solidFill>
                          <a:highlight>
                            <a:srgbClr val="FFFF00"/>
                          </a:highlight>
                          <a:latin typeface="CVS Health Sans"/>
                          <a:ea typeface="+mn-ea"/>
                          <a:cs typeface="+mn-cs"/>
                        </a:rPr>
                        <a:t>Caremark deductible</a:t>
                      </a:r>
                      <a:br>
                        <a:rPr lang="en-US" sz="900" b="1" kern="1200" dirty="0">
                          <a:solidFill>
                            <a:srgbClr val="000000"/>
                          </a:solidFill>
                          <a:highlight>
                            <a:srgbClr val="FFFF00"/>
                          </a:highlight>
                          <a:latin typeface="CVS Health Sans"/>
                          <a:ea typeface="+mn-ea"/>
                          <a:cs typeface="+mn-cs"/>
                        </a:rPr>
                      </a:br>
                      <a:r>
                        <a:rPr lang="en-US" sz="900" b="0" kern="1200" dirty="0">
                          <a:solidFill>
                            <a:schemeClr val="tx1"/>
                          </a:solidFill>
                          <a:highlight>
                            <a:srgbClr val="FFFF00"/>
                          </a:highlight>
                          <a:latin typeface="CVS Health Sans"/>
                          <a:ea typeface="+mn-ea"/>
                          <a:cs typeface="+mn-cs"/>
                        </a:rPr>
                        <a:t>information is available on the home screen </a:t>
                      </a: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1" kern="1200" dirty="0">
                          <a:solidFill>
                            <a:schemeClr val="tx1"/>
                          </a:solidFill>
                          <a:latin typeface="CVS Health Sans"/>
                          <a:ea typeface="+mn-ea"/>
                          <a:cs typeface="+mn-cs"/>
                        </a:rPr>
                        <a:t>Real-time, multi-step NBA decision engine</a:t>
                      </a:r>
                      <a:r>
                        <a:rPr lang="en-US" sz="900" b="0" kern="1200" dirty="0">
                          <a:solidFill>
                            <a:schemeClr val="tx1"/>
                          </a:solidFill>
                          <a:latin typeface="CVS Health Sans"/>
                          <a:ea typeface="+mn-ea"/>
                          <a:cs typeface="+mn-cs"/>
                        </a:rPr>
                        <a:t> is launched to support enterprise NBAs.</a:t>
                      </a:r>
                    </a:p>
                    <a:p>
                      <a:pPr marL="171450" marR="0" lvl="0" indent="-171450" algn="l" rtl="0" eaLnBrk="1" fontAlgn="auto" latinLnBrk="0" hangingPunct="1">
                        <a:lnSpc>
                          <a:spcPct val="100000"/>
                        </a:lnSpc>
                        <a:spcBef>
                          <a:spcPts val="0"/>
                        </a:spcBef>
                        <a:spcAft>
                          <a:spcPts val="400"/>
                        </a:spcAft>
                        <a:buClr>
                          <a:srgbClr val="000000"/>
                        </a:buClr>
                        <a:buSzTx/>
                        <a:buFont typeface="Arial" panose="020B0604020202020204" pitchFamily="34" charset="0"/>
                        <a:buChar char="•"/>
                      </a:pPr>
                      <a:r>
                        <a:rPr lang="en-US" sz="900" b="1" kern="1200" dirty="0">
                          <a:solidFill>
                            <a:schemeClr val="tx1"/>
                          </a:solidFill>
                          <a:latin typeface="CVS Health Sans"/>
                          <a:ea typeface="+mn-ea"/>
                          <a:cs typeface="+mn-cs"/>
                        </a:rPr>
                        <a:t>Live-tracked refill status</a:t>
                      </a:r>
                      <a:r>
                        <a:rPr lang="en-US" sz="900" b="0" kern="1200" dirty="0">
                          <a:solidFill>
                            <a:schemeClr val="tx1"/>
                          </a:solidFill>
                          <a:latin typeface="CVS Health Sans"/>
                          <a:ea typeface="+mn-ea"/>
                          <a:cs typeface="+mn-cs"/>
                        </a:rPr>
                        <a:t> is available on phone lock screen </a:t>
                      </a:r>
                    </a:p>
                    <a:p>
                      <a:pPr marL="171450" marR="0" lvl="0" indent="-171450" algn="l">
                        <a:lnSpc>
                          <a:spcPct val="100000"/>
                        </a:lnSpc>
                        <a:spcBef>
                          <a:spcPts val="0"/>
                        </a:spcBef>
                        <a:spcAft>
                          <a:spcPts val="400"/>
                        </a:spcAft>
                        <a:buClr>
                          <a:srgbClr val="000000"/>
                        </a:buClr>
                        <a:buSzTx/>
                        <a:buFont typeface="Arial,Sans-Serif" panose="020B0604020202020204" pitchFamily="34" charset="0"/>
                        <a:buChar char="•"/>
                      </a:pPr>
                      <a:r>
                        <a:rPr lang="en-US" sz="900" b="0" i="0" u="none" strike="noStrike" kern="1200" noProof="0" dirty="0">
                          <a:solidFill>
                            <a:schemeClr val="tx1"/>
                          </a:solidFill>
                          <a:latin typeface="CVS Health Sans"/>
                        </a:rPr>
                        <a:t>Launch Oak Street entry point on homepage</a:t>
                      </a:r>
                      <a:endParaRPr lang="en-US" sz="900" b="0" i="0" u="none" strike="noStrike" kern="1200" noProof="0" dirty="0">
                        <a:solidFill>
                          <a:srgbClr val="000000"/>
                        </a:solidFill>
                        <a:latin typeface="CVS Health Sans"/>
                      </a:endParaRPr>
                    </a:p>
                    <a:p>
                      <a:pPr marL="171450" marR="0" lvl="0" indent="-171450" algn="l">
                        <a:lnSpc>
                          <a:spcPct val="100000"/>
                        </a:lnSpc>
                        <a:spcBef>
                          <a:spcPts val="0"/>
                        </a:spcBef>
                        <a:spcAft>
                          <a:spcPts val="400"/>
                        </a:spcAft>
                        <a:buClr>
                          <a:srgbClr val="000000"/>
                        </a:buClr>
                        <a:buSzTx/>
                        <a:buFont typeface="Arial" panose="020B0604020202020204" pitchFamily="34" charset="0"/>
                        <a:buChar char="•"/>
                      </a:pPr>
                      <a:endParaRPr lang="en-US" sz="900" b="0" i="0" u="none" strike="noStrike" kern="1200" noProof="0" dirty="0">
                        <a:solidFill>
                          <a:schemeClr val="tx1"/>
                        </a:solidFill>
                        <a:latin typeface="CVS Health Sans"/>
                      </a:endParaRP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fontAlgn="auto" latinLnBrk="0" hangingPunct="1">
                        <a:lnSpc>
                          <a:spcPct val="100000"/>
                        </a:lnSpc>
                        <a:spcBef>
                          <a:spcPts val="0"/>
                        </a:spcBef>
                        <a:spcAft>
                          <a:spcPts val="400"/>
                        </a:spcAft>
                        <a:buClrTx/>
                        <a:buSzTx/>
                        <a:buFont typeface="Arial" panose="020B0604020202020204" pitchFamily="34" charset="0"/>
                        <a:buChar char="•"/>
                      </a:pPr>
                      <a:r>
                        <a:rPr lang="en-US" sz="900" b="0" kern="1200">
                          <a:solidFill>
                            <a:schemeClr val="tx1"/>
                          </a:solidFill>
                          <a:latin typeface="CVS Health Sans"/>
                          <a:ea typeface="+mn-ea"/>
                          <a:cs typeface="+mn-cs"/>
                        </a:rPr>
                        <a:t>Users can control views for </a:t>
                      </a:r>
                      <a:r>
                        <a:rPr lang="en-US" sz="900" b="1" kern="1200">
                          <a:solidFill>
                            <a:schemeClr val="tx1"/>
                          </a:solidFill>
                          <a:latin typeface="CVS Health Sans"/>
                          <a:ea typeface="+mn-ea"/>
                          <a:cs typeface="+mn-cs"/>
                        </a:rPr>
                        <a:t>self/family management/</a:t>
                      </a:r>
                      <a:br>
                        <a:rPr lang="en-US" sz="900" b="1" kern="1200">
                          <a:solidFill>
                            <a:srgbClr val="000000"/>
                          </a:solidFill>
                          <a:latin typeface="CVS Health Sans"/>
                          <a:ea typeface="+mn-ea"/>
                          <a:cs typeface="+mn-cs"/>
                        </a:rPr>
                      </a:br>
                      <a:r>
                        <a:rPr lang="en-US" sz="900" b="1" kern="1200">
                          <a:solidFill>
                            <a:schemeClr val="tx1"/>
                          </a:solidFill>
                          <a:latin typeface="CVS Health Sans"/>
                          <a:ea typeface="+mn-ea"/>
                          <a:cs typeface="+mn-cs"/>
                        </a:rPr>
                        <a:t>caregiving</a:t>
                      </a:r>
                    </a:p>
                    <a:p>
                      <a:pPr marL="171450" indent="-171450">
                        <a:spcAft>
                          <a:spcPts val="400"/>
                        </a:spcAft>
                        <a:buFont typeface="Arial" panose="020B0604020202020204" pitchFamily="34" charset="0"/>
                        <a:buChar char="•"/>
                      </a:pPr>
                      <a:r>
                        <a:rPr lang="en-US" sz="900" b="1" kern="1200">
                          <a:solidFill>
                            <a:schemeClr val="tx1"/>
                          </a:solidFill>
                          <a:latin typeface="CVS Health Sans"/>
                          <a:ea typeface="+mn-ea"/>
                          <a:cs typeface="+mn-cs"/>
                        </a:rPr>
                        <a:t>"Store mode" overlay </a:t>
                      </a:r>
                      <a:r>
                        <a:rPr lang="en-US" sz="900" b="0" kern="1200">
                          <a:solidFill>
                            <a:schemeClr val="tx1"/>
                          </a:solidFill>
                          <a:latin typeface="CVS Health Sans"/>
                          <a:ea typeface="+mn-ea"/>
                          <a:cs typeface="+mn-cs"/>
                        </a:rPr>
                        <a:t>is available when customers are in-store.</a:t>
                      </a:r>
                    </a:p>
                    <a:p>
                      <a:pPr marL="171450" indent="-171450">
                        <a:spcAft>
                          <a:spcPts val="400"/>
                        </a:spcAft>
                        <a:buFont typeface="Arial" panose="020B0604020202020204" pitchFamily="34" charset="0"/>
                        <a:buChar char="•"/>
                      </a:pPr>
                      <a:r>
                        <a:rPr lang="en-US" sz="900" b="1" kern="1200">
                          <a:solidFill>
                            <a:schemeClr val="tx1"/>
                          </a:solidFill>
                          <a:latin typeface="CVS Health Sans"/>
                          <a:ea typeface="+mn-ea"/>
                          <a:cs typeface="+mn-cs"/>
                        </a:rPr>
                        <a:t>OTCHS balance </a:t>
                      </a:r>
                      <a:r>
                        <a:rPr lang="en-US" sz="900" b="0" kern="1200">
                          <a:solidFill>
                            <a:schemeClr val="tx1"/>
                          </a:solidFill>
                          <a:latin typeface="CVS Health Sans"/>
                          <a:ea typeface="+mn-ea"/>
                          <a:cs typeface="+mn-cs"/>
                        </a:rPr>
                        <a:t>with CTA to enter contextual catalog is surfaced</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28811454"/>
                  </a:ext>
                </a:extLst>
              </a:tr>
              <a:tr h="2123459">
                <a:tc>
                  <a:txBody>
                    <a:bodyPr/>
                    <a:lstStyle/>
                    <a:p>
                      <a:pPr marL="0" marR="0" lvl="0" indent="0" algn="ctr" rtl="0" eaLnBrk="1" fontAlgn="auto" latinLnBrk="0" hangingPunct="1">
                        <a:lnSpc>
                          <a:spcPct val="100000"/>
                        </a:lnSpc>
                        <a:spcBef>
                          <a:spcPts val="300"/>
                        </a:spcBef>
                        <a:spcAft>
                          <a:spcPts val="300"/>
                        </a:spcAft>
                        <a:buClrTx/>
                        <a:buSzTx/>
                        <a:buFont typeface="Arial" panose="020B0604020202020204" pitchFamily="34" charset="0"/>
                        <a:buNone/>
                      </a:pPr>
                      <a:r>
                        <a:rPr lang="en-US" sz="1100" b="0">
                          <a:solidFill>
                            <a:schemeClr val="tx1"/>
                          </a:solidFill>
                          <a:latin typeface="+mn-lt"/>
                        </a:rPr>
                        <a:t>App Onboarding</a:t>
                      </a:r>
                    </a:p>
                    <a:p>
                      <a:pPr marL="0" marR="0" lvl="0" indent="0" algn="ctr" rtl="0" eaLnBrk="1" fontAlgn="auto" latinLnBrk="0" hangingPunct="1">
                        <a:lnSpc>
                          <a:spcPct val="100000"/>
                        </a:lnSpc>
                        <a:spcBef>
                          <a:spcPts val="300"/>
                        </a:spcBef>
                        <a:spcAft>
                          <a:spcPts val="300"/>
                        </a:spcAft>
                        <a:buClrTx/>
                        <a:buSzTx/>
                        <a:buFont typeface="Arial" panose="020B0604020202020204" pitchFamily="34" charset="0"/>
                        <a:buNone/>
                      </a:pPr>
                      <a:endParaRPr lang="en-US" sz="1100" b="1">
                        <a:solidFill>
                          <a:schemeClr val="tx1"/>
                        </a:solidFill>
                        <a:latin typeface="+mn-lt"/>
                      </a:endParaRPr>
                    </a:p>
                  </a:txBody>
                  <a:tcPr marL="91416" marR="91416" marT="45708" marB="45708"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4F0FD"/>
                    </a:solidFill>
                  </a:tcPr>
                </a:tc>
                <a:tc>
                  <a:txBody>
                    <a:bodyPr/>
                    <a:lstStyle/>
                    <a:p>
                      <a:pPr marL="171450" marR="0" lvl="0" indent="-171450" algn="l">
                        <a:lnSpc>
                          <a:spcPct val="100000"/>
                        </a:lnSpc>
                        <a:spcAft>
                          <a:spcPts val="400"/>
                        </a:spcAft>
                        <a:buSzTx/>
                        <a:buFont typeface="Arial"/>
                        <a:buChar char="•"/>
                      </a:pPr>
                      <a:r>
                        <a:rPr lang="en-US" sz="900" b="1" kern="1200">
                          <a:solidFill>
                            <a:schemeClr val="tx1"/>
                          </a:solidFill>
                          <a:latin typeface="CVS Health Sans"/>
                          <a:ea typeface="+mn-ea"/>
                          <a:cs typeface="+mn-cs"/>
                        </a:rPr>
                        <a:t>Lay the foundation for Super app onboarding </a:t>
                      </a:r>
                      <a:r>
                        <a:rPr lang="en-US" sz="900" b="0" kern="1200">
                          <a:solidFill>
                            <a:schemeClr val="tx1"/>
                          </a:solidFill>
                          <a:latin typeface="CVS Health Sans"/>
                          <a:ea typeface="+mn-ea"/>
                          <a:cs typeface="+mn-cs"/>
                        </a:rPr>
                        <a:t>by launching a native 2 step sign in experience that leads with recognizing the user </a:t>
                      </a:r>
                    </a:p>
                    <a:p>
                      <a:pPr marL="171450" marR="0" lvl="0" indent="-171450" algn="l">
                        <a:lnSpc>
                          <a:spcPct val="100000"/>
                        </a:lnSpc>
                        <a:spcAft>
                          <a:spcPts val="400"/>
                        </a:spcAft>
                        <a:buSzTx/>
                        <a:buFont typeface="Arial"/>
                        <a:buChar char="•"/>
                      </a:pPr>
                      <a:r>
                        <a:rPr lang="en-US" sz="900" b="1" kern="1200">
                          <a:solidFill>
                            <a:schemeClr val="tx1"/>
                          </a:solidFill>
                          <a:latin typeface="CVS Health Sans"/>
                          <a:ea typeface="+mn-ea"/>
                          <a:cs typeface="+mn-cs"/>
                        </a:rPr>
                        <a:t>Migrate core onboarding flows to Super App UI</a:t>
                      </a:r>
                      <a:r>
                        <a:rPr lang="en-US" sz="900" b="0" kern="1200">
                          <a:solidFill>
                            <a:schemeClr val="tx1"/>
                          </a:solidFill>
                          <a:latin typeface="CVS Health Sans"/>
                          <a:ea typeface="+mn-ea"/>
                          <a:cs typeface="+mn-cs"/>
                        </a:rPr>
                        <a:t>: 2 step sign in, GAC, EAC, and forgot password </a:t>
                      </a:r>
                    </a:p>
                    <a:p>
                      <a:pPr marL="171450" marR="0" lvl="0" indent="-171450" algn="l">
                        <a:lnSpc>
                          <a:spcPct val="100000"/>
                        </a:lnSpc>
                        <a:spcAft>
                          <a:spcPts val="400"/>
                        </a:spcAft>
                        <a:buSzTx/>
                        <a:buFont typeface="Arial"/>
                        <a:buChar char="•"/>
                      </a:pPr>
                      <a:r>
                        <a:rPr lang="en-US" sz="900" b="0" i="0" u="none" strike="noStrike" kern="1200" noProof="0">
                          <a:solidFill>
                            <a:schemeClr val="tx1"/>
                          </a:solidFill>
                          <a:latin typeface="CVS Health Sans"/>
                        </a:rPr>
                        <a:t>Introduce </a:t>
                      </a:r>
                      <a:r>
                        <a:rPr lang="en-US" sz="900" b="1" i="0" u="none" strike="noStrike" kern="1200" noProof="0">
                          <a:solidFill>
                            <a:schemeClr val="tx1"/>
                          </a:solidFill>
                          <a:latin typeface="CVS Health Sans"/>
                        </a:rPr>
                        <a:t>ExtraCare sign up into the account creation experience </a:t>
                      </a:r>
                      <a:endParaRPr lang="en-US" sz="900" b="1" kern="1200">
                        <a:solidFill>
                          <a:schemeClr val="tx1"/>
                        </a:solidFill>
                        <a:latin typeface="CVS Health Sans"/>
                        <a:ea typeface="+mn-ea"/>
                        <a:cs typeface="+mn-cs"/>
                      </a:endParaRPr>
                    </a:p>
                    <a:p>
                      <a:pPr marL="171450" marR="0" lvl="0" indent="-171450" algn="l">
                        <a:lnSpc>
                          <a:spcPct val="100000"/>
                        </a:lnSpc>
                        <a:spcAft>
                          <a:spcPts val="400"/>
                        </a:spcAft>
                        <a:buSzTx/>
                        <a:buFont typeface="Arial"/>
                        <a:buChar char="•"/>
                      </a:pPr>
                      <a:r>
                        <a:rPr lang="en-US" sz="900" b="0" kern="1200">
                          <a:solidFill>
                            <a:schemeClr val="tx1"/>
                          </a:solidFill>
                          <a:latin typeface="CVS Health Sans"/>
                          <a:ea typeface="+mn-ea"/>
                          <a:cs typeface="+mn-cs"/>
                        </a:rPr>
                        <a:t>Experience </a:t>
                      </a:r>
                      <a:r>
                        <a:rPr lang="en-US" sz="900" b="1" kern="1200">
                          <a:solidFill>
                            <a:schemeClr val="tx1"/>
                          </a:solidFill>
                          <a:latin typeface="CVS Health Sans"/>
                          <a:ea typeface="+mn-ea"/>
                          <a:cs typeface="+mn-cs"/>
                        </a:rPr>
                        <a:t>API integration</a:t>
                      </a:r>
                      <a:r>
                        <a:rPr lang="en-US" sz="900" b="0" kern="1200">
                          <a:solidFill>
                            <a:schemeClr val="tx1"/>
                          </a:solidFill>
                          <a:latin typeface="CVS Health Sans"/>
                          <a:ea typeface="+mn-ea"/>
                          <a:cs typeface="+mn-cs"/>
                        </a:rPr>
                        <a:t> for core access functionality </a:t>
                      </a:r>
                      <a:endParaRPr lang="en-US" sz="2400"/>
                    </a:p>
                    <a:p>
                      <a:pPr marL="171450" marR="0" lvl="0" indent="-171450" algn="l">
                        <a:lnSpc>
                          <a:spcPct val="100000"/>
                        </a:lnSpc>
                        <a:spcAft>
                          <a:spcPts val="400"/>
                        </a:spcAft>
                        <a:buSzTx/>
                        <a:buFont typeface="Arial"/>
                        <a:buChar char="•"/>
                      </a:pPr>
                      <a:r>
                        <a:rPr lang="en-US" sz="900" b="0" kern="1200">
                          <a:solidFill>
                            <a:schemeClr val="tx1"/>
                          </a:solidFill>
                          <a:latin typeface="CVS Health Sans"/>
                          <a:ea typeface="+mn-ea"/>
                          <a:cs typeface="+mn-cs"/>
                        </a:rPr>
                        <a:t>Complete</a:t>
                      </a:r>
                      <a:r>
                        <a:rPr lang="en-US" sz="900" b="1" kern="1200">
                          <a:solidFill>
                            <a:schemeClr val="tx1"/>
                          </a:solidFill>
                          <a:latin typeface="CVS Health Sans"/>
                          <a:ea typeface="+mn-ea"/>
                          <a:cs typeface="+mn-cs"/>
                        </a:rPr>
                        <a:t> Rx-tie technology modernization</a:t>
                      </a:r>
                      <a:r>
                        <a:rPr lang="en-US" sz="900" b="0" kern="1200">
                          <a:solidFill>
                            <a:schemeClr val="tx1"/>
                          </a:solidFill>
                          <a:latin typeface="CVS Health Sans"/>
                          <a:ea typeface="+mn-ea"/>
                          <a:cs typeface="+mn-cs"/>
                        </a:rPr>
                        <a:t> for iOS </a:t>
                      </a:r>
                    </a:p>
                    <a:p>
                      <a:pPr marL="171450" marR="0" lvl="0" indent="-171450" algn="l">
                        <a:lnSpc>
                          <a:spcPct val="100000"/>
                        </a:lnSpc>
                        <a:spcAft>
                          <a:spcPts val="400"/>
                        </a:spcAft>
                        <a:buSzTx/>
                        <a:buFont typeface="Arial"/>
                        <a:buChar char="•"/>
                      </a:pPr>
                      <a:r>
                        <a:rPr lang="en-US" sz="900" b="1" kern="1200">
                          <a:solidFill>
                            <a:schemeClr val="tx1"/>
                          </a:solidFill>
                          <a:latin typeface="CVS Health Sans"/>
                          <a:ea typeface="+mn-ea"/>
                          <a:cs typeface="+mn-cs"/>
                        </a:rPr>
                        <a:t>Native caregiver </a:t>
                      </a:r>
                      <a:r>
                        <a:rPr lang="en-US" sz="900" b="0" kern="1200">
                          <a:solidFill>
                            <a:schemeClr val="tx1"/>
                          </a:solidFill>
                          <a:latin typeface="CVS Health Sans"/>
                          <a:ea typeface="+mn-ea"/>
                          <a:cs typeface="+mn-cs"/>
                        </a:rPr>
                        <a:t>enrollment, authorization, and removal flows </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latinLnBrk="0" hangingPunct="1">
                        <a:lnSpc>
                          <a:spcPct val="100000"/>
                        </a:lnSpc>
                        <a:spcAft>
                          <a:spcPts val="400"/>
                        </a:spcAft>
                        <a:buSzTx/>
                        <a:buFont typeface="Arial"/>
                        <a:buChar char="•"/>
                      </a:pPr>
                      <a:r>
                        <a:rPr lang="en-US" sz="900" b="1" i="0" u="none" strike="noStrike" kern="1200" noProof="0" dirty="0">
                          <a:solidFill>
                            <a:schemeClr val="tx1"/>
                          </a:solidFill>
                          <a:highlight>
                            <a:srgbClr val="FFFF00"/>
                          </a:highlight>
                          <a:latin typeface="CVS Health Sans"/>
                        </a:rPr>
                        <a:t>Launch initial onboarding</a:t>
                      </a:r>
                      <a:r>
                        <a:rPr lang="en-US" sz="900" b="0" i="0" u="none" strike="noStrike" kern="1200" noProof="0" dirty="0">
                          <a:solidFill>
                            <a:schemeClr val="tx1"/>
                          </a:solidFill>
                          <a:highlight>
                            <a:srgbClr val="FFFF00"/>
                          </a:highlight>
                          <a:latin typeface="CVS Health Sans"/>
                        </a:rPr>
                        <a:t> driving authentication, prescription tie, ICE consent, and push opt-in </a:t>
                      </a:r>
                    </a:p>
                    <a:p>
                      <a:pPr marL="171450" marR="0" lvl="0" indent="-171450" algn="l">
                        <a:lnSpc>
                          <a:spcPct val="100000"/>
                        </a:lnSpc>
                        <a:spcAft>
                          <a:spcPts val="400"/>
                        </a:spcAft>
                        <a:buSzTx/>
                        <a:buFont typeface="Arial"/>
                        <a:buChar char="•"/>
                      </a:pPr>
                      <a:r>
                        <a:rPr lang="en-US" sz="900" b="0" i="0" u="none" strike="noStrike" kern="1200" noProof="0" dirty="0">
                          <a:solidFill>
                            <a:schemeClr val="tx1"/>
                          </a:solidFill>
                          <a:highlight>
                            <a:srgbClr val="FFFF00"/>
                          </a:highlight>
                          <a:latin typeface="CVS Health Sans"/>
                        </a:rPr>
                        <a:t>Introduce </a:t>
                      </a:r>
                      <a:r>
                        <a:rPr lang="en-US" sz="900" b="1" i="0" u="none" strike="noStrike" kern="1200" noProof="0" dirty="0">
                          <a:solidFill>
                            <a:schemeClr val="tx1"/>
                          </a:solidFill>
                          <a:highlight>
                            <a:srgbClr val="FFFF00"/>
                          </a:highlight>
                          <a:latin typeface="CVS Health Sans"/>
                        </a:rPr>
                        <a:t>health records lookup</a:t>
                      </a:r>
                      <a:r>
                        <a:rPr lang="en-US" sz="900" b="0" i="0" u="none" strike="noStrike" kern="1200" noProof="0" dirty="0">
                          <a:solidFill>
                            <a:schemeClr val="tx1"/>
                          </a:solidFill>
                          <a:highlight>
                            <a:srgbClr val="FFFF00"/>
                          </a:highlight>
                          <a:latin typeface="CVS Health Sans"/>
                        </a:rPr>
                        <a:t>, tie, and consent during initial onboarding </a:t>
                      </a:r>
                    </a:p>
                    <a:p>
                      <a:pPr marL="171450" marR="0" lvl="0" indent="-171450" algn="l">
                        <a:lnSpc>
                          <a:spcPct val="100000"/>
                        </a:lnSpc>
                        <a:spcAft>
                          <a:spcPts val="400"/>
                        </a:spcAft>
                        <a:buSzTx/>
                        <a:buFont typeface="Arial" panose="020B0604020202020204" pitchFamily="34" charset="0"/>
                        <a:buChar char="•"/>
                      </a:pPr>
                      <a:r>
                        <a:rPr lang="en-US" sz="900" b="0" i="0" u="none" strike="noStrike" kern="1200" noProof="0" dirty="0">
                          <a:solidFill>
                            <a:schemeClr val="tx1"/>
                          </a:solidFill>
                          <a:latin typeface="CVS Health Sans"/>
                        </a:rPr>
                        <a:t>Introduce </a:t>
                      </a:r>
                      <a:r>
                        <a:rPr lang="en-US" sz="900" b="1" i="0" u="none" strike="noStrike" kern="1200" noProof="0" dirty="0">
                          <a:solidFill>
                            <a:schemeClr val="tx1"/>
                          </a:solidFill>
                          <a:latin typeface="CVS Health Sans"/>
                        </a:rPr>
                        <a:t>KMSI </a:t>
                      </a:r>
                      <a:r>
                        <a:rPr lang="en-US" sz="900" b="0" i="0" u="none" strike="noStrike" kern="1200" noProof="0" dirty="0">
                          <a:solidFill>
                            <a:schemeClr val="tx1"/>
                          </a:solidFill>
                          <a:latin typeface="CVS Health Sans"/>
                        </a:rPr>
                        <a:t>(keep me signed in) functionality </a:t>
                      </a:r>
                    </a:p>
                    <a:p>
                      <a:pPr marL="171450" marR="0" lvl="0" indent="-171450" algn="l">
                        <a:lnSpc>
                          <a:spcPct val="100000"/>
                        </a:lnSpc>
                        <a:spcAft>
                          <a:spcPts val="400"/>
                        </a:spcAft>
                        <a:buSzTx/>
                        <a:buFont typeface="Arial" panose="020B0604020202020204" pitchFamily="34" charset="0"/>
                        <a:buChar char="•"/>
                      </a:pPr>
                      <a:r>
                        <a:rPr lang="en-US" sz="900" b="0" i="0" u="none" strike="noStrike" kern="1200" noProof="0" dirty="0">
                          <a:solidFill>
                            <a:schemeClr val="tx1"/>
                          </a:solidFill>
                          <a:latin typeface="CVS Health Sans"/>
                        </a:rPr>
                        <a:t>Increase Rx tie success rate by integrating MNO and expanding phone numbers to OTP </a:t>
                      </a:r>
                    </a:p>
                    <a:p>
                      <a:pPr marL="171450" marR="0" lvl="0" indent="-171450" algn="l">
                        <a:lnSpc>
                          <a:spcPct val="100000"/>
                        </a:lnSpc>
                        <a:spcAft>
                          <a:spcPts val="400"/>
                        </a:spcAft>
                        <a:buSzTx/>
                        <a:buFont typeface="Arial" panose="020B0604020202020204" pitchFamily="34" charset="0"/>
                        <a:buChar char="•"/>
                      </a:pPr>
                      <a:endParaRPr lang="en-US" sz="900" b="1" i="0" u="none" strike="noStrike" kern="1200" noProof="0" dirty="0">
                        <a:solidFill>
                          <a:schemeClr val="tx1"/>
                        </a:solidFill>
                        <a:latin typeface="CVS Health Sans"/>
                      </a:endParaRPr>
                    </a:p>
                    <a:p>
                      <a:pPr marL="171450" marR="0" lvl="0" indent="-171450" algn="l">
                        <a:lnSpc>
                          <a:spcPct val="100000"/>
                        </a:lnSpc>
                        <a:spcAft>
                          <a:spcPts val="400"/>
                        </a:spcAft>
                        <a:buSzTx/>
                        <a:buFont typeface="Arial" panose="020B0604020202020204" pitchFamily="34" charset="0"/>
                        <a:buChar char="•"/>
                      </a:pPr>
                      <a:endParaRPr lang="en-US" sz="900" b="1" i="0" u="none" strike="noStrike" kern="1200" noProof="0" dirty="0">
                        <a:solidFill>
                          <a:schemeClr val="tx1"/>
                        </a:solidFill>
                        <a:latin typeface="CVS Health Sans"/>
                      </a:endParaRPr>
                    </a:p>
                    <a:p>
                      <a:pPr marL="171450" marR="0" lvl="0" indent="-171450" algn="l">
                        <a:lnSpc>
                          <a:spcPct val="100000"/>
                        </a:lnSpc>
                        <a:spcAft>
                          <a:spcPts val="400"/>
                        </a:spcAft>
                        <a:buSzTx/>
                        <a:buFont typeface="Arial" panose="020B0604020202020204" pitchFamily="34" charset="0"/>
                        <a:buChar char="•"/>
                      </a:pPr>
                      <a:endParaRPr lang="en-US" sz="2400" dirty="0"/>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latinLnBrk="0" hangingPunct="1">
                        <a:lnSpc>
                          <a:spcPct val="100000"/>
                        </a:lnSpc>
                        <a:spcAft>
                          <a:spcPts val="400"/>
                        </a:spcAft>
                        <a:buSzTx/>
                        <a:buFont typeface="Arial" panose="020B0604020202020204" pitchFamily="34" charset="0"/>
                        <a:buChar char="•"/>
                      </a:pPr>
                      <a:r>
                        <a:rPr lang="en-US" sz="900" b="1" kern="1200" dirty="0">
                          <a:solidFill>
                            <a:schemeClr val="tx1"/>
                          </a:solidFill>
                          <a:highlight>
                            <a:srgbClr val="FFFF00"/>
                          </a:highlight>
                          <a:latin typeface="CVS Health Sans"/>
                          <a:ea typeface="+mn-ea"/>
                          <a:cs typeface="+mn-cs"/>
                        </a:rPr>
                        <a:t>Collect cross-LOB consent and HIPAA authorization </a:t>
                      </a:r>
                    </a:p>
                    <a:p>
                      <a:pPr marL="171450" marR="0" lvl="0" indent="-171450" algn="l">
                        <a:lnSpc>
                          <a:spcPct val="100000"/>
                        </a:lnSpc>
                        <a:spcAft>
                          <a:spcPts val="400"/>
                        </a:spcAft>
                        <a:buSzTx/>
                        <a:buFont typeface="Arial" panose="020B0604020202020204" pitchFamily="34" charset="0"/>
                        <a:buChar char="•"/>
                      </a:pPr>
                      <a:r>
                        <a:rPr lang="en-US" sz="900" b="0" kern="1200" dirty="0">
                          <a:solidFill>
                            <a:schemeClr val="tx1"/>
                          </a:solidFill>
                          <a:latin typeface="CVS Health Sans"/>
                          <a:ea typeface="+mn-ea"/>
                          <a:cs typeface="+mn-cs"/>
                        </a:rPr>
                        <a:t>Accept </a:t>
                      </a:r>
                      <a:r>
                        <a:rPr lang="en-US" sz="900" b="1" kern="1200" dirty="0">
                          <a:solidFill>
                            <a:schemeClr val="tx1"/>
                          </a:solidFill>
                          <a:latin typeface="CVS Health Sans"/>
                          <a:ea typeface="+mn-ea"/>
                          <a:cs typeface="+mn-cs"/>
                        </a:rPr>
                        <a:t>phone number as a valid username </a:t>
                      </a:r>
                    </a:p>
                    <a:p>
                      <a:pPr marL="171450" marR="0" lvl="0" indent="-171450" algn="l">
                        <a:lnSpc>
                          <a:spcPct val="100000"/>
                        </a:lnSpc>
                        <a:spcAft>
                          <a:spcPts val="400"/>
                        </a:spcAft>
                        <a:buSzTx/>
                        <a:buFont typeface="Arial" panose="020B0604020202020204" pitchFamily="34" charset="0"/>
                        <a:buChar char="•"/>
                      </a:pPr>
                      <a:r>
                        <a:rPr lang="en-US" sz="900" b="0" kern="1200" dirty="0">
                          <a:solidFill>
                            <a:schemeClr val="tx1"/>
                          </a:solidFill>
                          <a:latin typeface="CVS Health Sans"/>
                          <a:ea typeface="+mn-ea"/>
                          <a:cs typeface="+mn-cs"/>
                        </a:rPr>
                        <a:t>Introduce</a:t>
                      </a:r>
                      <a:r>
                        <a:rPr lang="en-US" sz="900" b="1" kern="1200" dirty="0">
                          <a:solidFill>
                            <a:schemeClr val="tx1"/>
                          </a:solidFill>
                          <a:latin typeface="CVS Health Sans"/>
                          <a:ea typeface="+mn-ea"/>
                          <a:cs typeface="+mn-cs"/>
                        </a:rPr>
                        <a:t> password-less login/sign up</a:t>
                      </a:r>
                    </a:p>
                    <a:p>
                      <a:pPr marL="171450" marR="0" lvl="0" indent="-171450" algn="l">
                        <a:lnSpc>
                          <a:spcPct val="100000"/>
                        </a:lnSpc>
                        <a:spcAft>
                          <a:spcPts val="400"/>
                        </a:spcAft>
                        <a:buSzTx/>
                        <a:buFont typeface="Arial" panose="020B0604020202020204" pitchFamily="34" charset="0"/>
                        <a:buChar char="•"/>
                      </a:pPr>
                      <a:r>
                        <a:rPr lang="en-US" sz="900" b="0" kern="1200" dirty="0">
                          <a:solidFill>
                            <a:schemeClr val="tx1"/>
                          </a:solidFill>
                          <a:latin typeface="CVS Health Sans"/>
                          <a:ea typeface="+mn-ea"/>
                          <a:cs typeface="+mn-cs"/>
                        </a:rPr>
                        <a:t>LOA2 account upgrades are streamlined based on cross LOB information </a:t>
                      </a:r>
                    </a:p>
                    <a:p>
                      <a:pPr marL="171450" marR="0" lvl="0" indent="-171450" algn="l">
                        <a:lnSpc>
                          <a:spcPct val="100000"/>
                        </a:lnSpc>
                        <a:spcAft>
                          <a:spcPts val="400"/>
                        </a:spcAft>
                        <a:buSzTx/>
                        <a:buFont typeface="Arial" panose="020B0604020202020204" pitchFamily="34" charset="0"/>
                        <a:buChar char="•"/>
                      </a:pPr>
                      <a:r>
                        <a:rPr lang="en-US" sz="900" b="0" kern="1200" dirty="0">
                          <a:solidFill>
                            <a:schemeClr val="tx1"/>
                          </a:solidFill>
                          <a:latin typeface="CVS Health Sans"/>
                          <a:ea typeface="+mn-ea"/>
                          <a:cs typeface="+mn-cs"/>
                        </a:rPr>
                        <a:t>Enable the ability to </a:t>
                      </a:r>
                      <a:r>
                        <a:rPr lang="en-US" sz="900" b="1" kern="1200" dirty="0">
                          <a:solidFill>
                            <a:schemeClr val="tx1"/>
                          </a:solidFill>
                          <a:latin typeface="CVS Health Sans"/>
                          <a:ea typeface="+mn-ea"/>
                          <a:cs typeface="+mn-cs"/>
                        </a:rPr>
                        <a:t>connect wearable devices </a:t>
                      </a:r>
                    </a:p>
                    <a:p>
                      <a:pPr marL="171450" marR="0" lvl="0" indent="-171450" algn="l">
                        <a:lnSpc>
                          <a:spcPct val="100000"/>
                        </a:lnSpc>
                        <a:spcAft>
                          <a:spcPts val="400"/>
                        </a:spcAft>
                        <a:buSzTx/>
                        <a:buFont typeface="Arial" panose="020B0604020202020204" pitchFamily="34" charset="0"/>
                        <a:buChar char="•"/>
                      </a:pPr>
                      <a:r>
                        <a:rPr lang="en-US" sz="900" b="0" kern="1200" dirty="0">
                          <a:solidFill>
                            <a:schemeClr val="tx1"/>
                          </a:solidFill>
                          <a:latin typeface="CVS Health Sans"/>
                          <a:ea typeface="+mn-ea"/>
                          <a:cs typeface="+mn-cs"/>
                        </a:rPr>
                        <a:t>Collect customer preferences and intentions to personalize the app experience </a:t>
                      </a:r>
                    </a:p>
                    <a:p>
                      <a:pPr marL="171450" marR="0" lvl="0" indent="-171450" algn="l">
                        <a:lnSpc>
                          <a:spcPct val="100000"/>
                        </a:lnSpc>
                        <a:spcAft>
                          <a:spcPts val="400"/>
                        </a:spcAft>
                        <a:buSzTx/>
                        <a:buFont typeface="Arial" panose="020B0604020202020204" pitchFamily="34" charset="0"/>
                        <a:buChar char="•"/>
                      </a:pPr>
                      <a:r>
                        <a:rPr lang="en-US" sz="900" b="0" i="0" u="none" strike="noStrike" kern="1200" noProof="0" dirty="0">
                          <a:solidFill>
                            <a:schemeClr val="tx1"/>
                          </a:solidFill>
                          <a:highlight>
                            <a:srgbClr val="FFFF00"/>
                          </a:highlight>
                          <a:latin typeface="CVS Health Sans"/>
                        </a:rPr>
                        <a:t>Caregiving for Specialty and Caremark Super App user</a:t>
                      </a:r>
                      <a:endParaRPr lang="en-US" sz="900" b="0" kern="1200" dirty="0">
                        <a:solidFill>
                          <a:schemeClr val="tx1"/>
                        </a:solidFill>
                        <a:highlight>
                          <a:srgbClr val="FFFF00"/>
                        </a:highlight>
                        <a:latin typeface="CVS Health Sans"/>
                        <a:ea typeface="+mn-ea"/>
                        <a:cs typeface="+mn-cs"/>
                      </a:endParaRP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latinLnBrk="0" hangingPunct="1">
                        <a:lnSpc>
                          <a:spcPct val="100000"/>
                        </a:lnSpc>
                        <a:spcAft>
                          <a:spcPts val="400"/>
                        </a:spcAft>
                        <a:buSzTx/>
                        <a:buFont typeface="Arial"/>
                        <a:buChar char="•"/>
                      </a:pPr>
                      <a:r>
                        <a:rPr lang="en-US" sz="900" b="0" kern="1200" dirty="0">
                          <a:solidFill>
                            <a:schemeClr val="tx1"/>
                          </a:solidFill>
                          <a:highlight>
                            <a:srgbClr val="FFFF00"/>
                          </a:highlight>
                          <a:latin typeface="CVS Health Sans"/>
                          <a:ea typeface="+mn-ea"/>
                          <a:cs typeface="+mn-cs"/>
                        </a:rPr>
                        <a:t>Support the ability for </a:t>
                      </a:r>
                      <a:r>
                        <a:rPr lang="en-US" sz="900" b="1" kern="1200" dirty="0">
                          <a:solidFill>
                            <a:schemeClr val="tx1"/>
                          </a:solidFill>
                          <a:highlight>
                            <a:srgbClr val="FFFF00"/>
                          </a:highlight>
                          <a:latin typeface="CVS Health Sans"/>
                          <a:ea typeface="+mn-ea"/>
                          <a:cs typeface="+mn-cs"/>
                        </a:rPr>
                        <a:t>1 digital account creation flow across LOBs</a:t>
                      </a:r>
                    </a:p>
                    <a:p>
                      <a:pPr marL="171450" marR="0" lvl="0" indent="-171450" algn="l">
                        <a:lnSpc>
                          <a:spcPct val="100000"/>
                        </a:lnSpc>
                        <a:spcAft>
                          <a:spcPts val="400"/>
                        </a:spcAft>
                        <a:buSzTx/>
                        <a:buFont typeface="Arial" panose="020B0604020202020204" pitchFamily="34" charset="0"/>
                        <a:buChar char="•"/>
                      </a:pPr>
                      <a:r>
                        <a:rPr lang="en-US" sz="900" b="1" kern="1200" dirty="0">
                          <a:solidFill>
                            <a:schemeClr val="tx1"/>
                          </a:solidFill>
                          <a:latin typeface="CVS Health Sans"/>
                          <a:ea typeface="+mn-ea"/>
                          <a:cs typeface="+mn-cs"/>
                        </a:rPr>
                        <a:t>Consolidate all easy account creation flows</a:t>
                      </a:r>
                      <a:r>
                        <a:rPr lang="en-US" sz="900" b="0" kern="1200" dirty="0">
                          <a:solidFill>
                            <a:schemeClr val="tx1"/>
                          </a:solidFill>
                          <a:latin typeface="CVS Health Sans"/>
                          <a:ea typeface="+mn-ea"/>
                          <a:cs typeface="+mn-cs"/>
                        </a:rPr>
                        <a:t> into a unified flow </a:t>
                      </a:r>
                    </a:p>
                    <a:p>
                      <a:pPr marL="171450" marR="0" lvl="0" indent="-171450" algn="l">
                        <a:lnSpc>
                          <a:spcPct val="100000"/>
                        </a:lnSpc>
                        <a:spcAft>
                          <a:spcPts val="400"/>
                        </a:spcAft>
                        <a:buSzTx/>
                        <a:buFont typeface="Arial" panose="020B0604020202020204" pitchFamily="34" charset="0"/>
                        <a:buChar char="•"/>
                      </a:pPr>
                      <a:r>
                        <a:rPr lang="en-US" sz="900" b="1" i="0" u="none" strike="noStrike" kern="1200" noProof="0" dirty="0">
                          <a:solidFill>
                            <a:schemeClr val="tx1"/>
                          </a:solidFill>
                          <a:latin typeface="CVS Health Sans"/>
                        </a:rPr>
                        <a:t>Merge and connect retail accounts </a:t>
                      </a:r>
                      <a:r>
                        <a:rPr lang="en-US" sz="900" b="0" i="0" u="none" strike="noStrike" kern="1200" noProof="0" dirty="0">
                          <a:solidFill>
                            <a:schemeClr val="tx1"/>
                          </a:solidFill>
                          <a:latin typeface="CVS Health Sans"/>
                        </a:rPr>
                        <a:t>when detecting that a customer has multiple via a data conflict prompt </a:t>
                      </a:r>
                      <a:endParaRPr lang="en-US" sz="900" b="0" kern="1200" dirty="0">
                        <a:solidFill>
                          <a:schemeClr val="tx1"/>
                        </a:solidFill>
                        <a:latin typeface="CVS Health Sans"/>
                        <a:ea typeface="+mn-ea"/>
                        <a:cs typeface="+mn-cs"/>
                      </a:endParaRPr>
                    </a:p>
                    <a:p>
                      <a:pPr marL="171450" marR="0" lvl="0" indent="-171450" algn="l">
                        <a:lnSpc>
                          <a:spcPct val="100000"/>
                        </a:lnSpc>
                        <a:spcAft>
                          <a:spcPts val="400"/>
                        </a:spcAft>
                        <a:buSzTx/>
                        <a:buFont typeface="Arial" panose="020B0604020202020204" pitchFamily="34" charset="0"/>
                        <a:buChar char="•"/>
                      </a:pPr>
                      <a:r>
                        <a:rPr lang="en-US" sz="900" b="1" kern="1200" dirty="0">
                          <a:solidFill>
                            <a:schemeClr val="tx1"/>
                          </a:solidFill>
                          <a:latin typeface="CVS Health Sans"/>
                          <a:ea typeface="+mn-ea"/>
                          <a:cs typeface="+mn-cs"/>
                        </a:rPr>
                        <a:t>Enable passkeys </a:t>
                      </a:r>
                      <a:r>
                        <a:rPr lang="en-US" sz="900" b="0" kern="1200" dirty="0">
                          <a:solidFill>
                            <a:schemeClr val="tx1"/>
                          </a:solidFill>
                          <a:latin typeface="CVS Health Sans"/>
                          <a:ea typeface="+mn-ea"/>
                          <a:cs typeface="+mn-cs"/>
                        </a:rPr>
                        <a:t>to work across app and web </a:t>
                      </a:r>
                    </a:p>
                    <a:p>
                      <a:pPr marL="171450" marR="0" lvl="0" indent="-171450" algn="l">
                        <a:lnSpc>
                          <a:spcPct val="100000"/>
                        </a:lnSpc>
                        <a:spcAft>
                          <a:spcPts val="400"/>
                        </a:spcAft>
                        <a:buSzTx/>
                        <a:buFont typeface="Arial" panose="020B0604020202020204" pitchFamily="34" charset="0"/>
                        <a:buChar char="•"/>
                      </a:pPr>
                      <a:r>
                        <a:rPr lang="en-US" sz="900" b="0" kern="1200" dirty="0">
                          <a:solidFill>
                            <a:schemeClr val="tx1"/>
                          </a:solidFill>
                          <a:latin typeface="CVS Health Sans"/>
                          <a:ea typeface="+mn-ea"/>
                          <a:cs typeface="+mn-cs"/>
                        </a:rPr>
                        <a:t>Auto detect and</a:t>
                      </a:r>
                      <a:r>
                        <a:rPr lang="en-US" sz="900" b="1" kern="1200" dirty="0">
                          <a:solidFill>
                            <a:schemeClr val="tx1"/>
                          </a:solidFill>
                          <a:latin typeface="CVS Health Sans"/>
                          <a:ea typeface="+mn-ea"/>
                          <a:cs typeface="+mn-cs"/>
                        </a:rPr>
                        <a:t> proactively prompt users to tie non-digital profiles to a digital account</a:t>
                      </a:r>
                      <a:r>
                        <a:rPr lang="en-US" sz="900" b="0" i="0" u="none" strike="noStrike" kern="1200" noProof="0" dirty="0">
                          <a:solidFill>
                            <a:schemeClr val="tx1"/>
                          </a:solidFill>
                          <a:latin typeface="CVS Health Sans"/>
                        </a:rPr>
                        <a:t> </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6960399"/>
                  </a:ext>
                </a:extLst>
              </a:tr>
            </a:tbl>
          </a:graphicData>
        </a:graphic>
      </p:graphicFrame>
      <p:sp>
        <p:nvSpPr>
          <p:cNvPr id="10" name="Title 1">
            <a:extLst>
              <a:ext uri="{FF2B5EF4-FFF2-40B4-BE49-F238E27FC236}">
                <a16:creationId xmlns:a16="http://schemas.microsoft.com/office/drawing/2014/main" id="{CB97144D-9E90-25A8-B2F0-4A1732AF85BC}"/>
              </a:ext>
            </a:extLst>
          </p:cNvPr>
          <p:cNvSpPr>
            <a:spLocks noGrp="1"/>
          </p:cNvSpPr>
          <p:nvPr>
            <p:ph type="title"/>
          </p:nvPr>
        </p:nvSpPr>
        <p:spPr>
          <a:xfrm>
            <a:off x="237744" y="118872"/>
            <a:ext cx="10963656" cy="713232"/>
          </a:xfrm>
        </p:spPr>
        <p:txBody>
          <a:bodyPr vert="horz"/>
          <a:lstStyle/>
          <a:p>
            <a:r>
              <a:rPr lang="en-US"/>
              <a:t>4Q Roadmap – Super App</a:t>
            </a:r>
          </a:p>
        </p:txBody>
      </p:sp>
    </p:spTree>
    <p:extLst>
      <p:ext uri="{BB962C8B-B14F-4D97-AF65-F5344CB8AC3E}">
        <p14:creationId xmlns:p14="http://schemas.microsoft.com/office/powerpoint/2010/main" val="430689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8E7694FC-77B9-4188-8BBD-A17ED49F765F}"/>
              </a:ext>
            </a:extLst>
          </p:cNvPr>
          <p:cNvGraphicFramePr>
            <a:graphicFrameLocks noChangeAspect="1"/>
          </p:cNvGraphicFramePr>
          <p:nvPr>
            <p:custDataLst>
              <p:tags r:id="rId1"/>
            </p:custDataLst>
          </p:nvPr>
        </p:nvGraphicFramePr>
        <p:xfrm>
          <a:off x="3175" y="2480"/>
          <a:ext cx="1588" cy="1588"/>
        </p:xfrm>
        <a:graphic>
          <a:graphicData uri="http://schemas.openxmlformats.org/presentationml/2006/ole">
            <mc:AlternateContent xmlns:mc="http://schemas.openxmlformats.org/markup-compatibility/2006">
              <mc:Choice xmlns:v="urn:schemas-microsoft-com:vml" Requires="v">
                <p:oleObj name="think-cell Slide" r:id="rId4" imgW="306" imgH="306" progId="TCLayout.ActiveDocument.1">
                  <p:embed/>
                </p:oleObj>
              </mc:Choice>
              <mc:Fallback>
                <p:oleObj name="think-cell Slide" r:id="rId4" imgW="306" imgH="306" progId="TCLayout.ActiveDocument.1">
                  <p:embed/>
                  <p:pic>
                    <p:nvPicPr>
                      <p:cNvPr id="5" name="Object 4" hidden="1">
                        <a:extLst>
                          <a:ext uri="{FF2B5EF4-FFF2-40B4-BE49-F238E27FC236}">
                            <a16:creationId xmlns:a16="http://schemas.microsoft.com/office/drawing/2014/main" id="{8E7694FC-77B9-4188-8BBD-A17ED49F765F}"/>
                          </a:ext>
                        </a:extLst>
                      </p:cNvPr>
                      <p:cNvPicPr/>
                      <p:nvPr/>
                    </p:nvPicPr>
                    <p:blipFill>
                      <a:blip r:embed="rId5"/>
                      <a:stretch>
                        <a:fillRect/>
                      </a:stretch>
                    </p:blipFill>
                    <p:spPr>
                      <a:xfrm>
                        <a:off x="3175" y="2480"/>
                        <a:ext cx="1588" cy="1588"/>
                      </a:xfrm>
                      <a:prstGeom prst="rect">
                        <a:avLst/>
                      </a:prstGeom>
                    </p:spPr>
                  </p:pic>
                </p:oleObj>
              </mc:Fallback>
            </mc:AlternateContent>
          </a:graphicData>
        </a:graphic>
      </p:graphicFrame>
      <p:graphicFrame>
        <p:nvGraphicFramePr>
          <p:cNvPr id="6" name="Table 5">
            <a:extLst>
              <a:ext uri="{FF2B5EF4-FFF2-40B4-BE49-F238E27FC236}">
                <a16:creationId xmlns:a16="http://schemas.microsoft.com/office/drawing/2014/main" id="{D1844B49-3A08-4841-8F3C-EADF0A814E33}"/>
              </a:ext>
            </a:extLst>
          </p:cNvPr>
          <p:cNvGraphicFramePr>
            <a:graphicFrameLocks noGrp="1"/>
          </p:cNvGraphicFramePr>
          <p:nvPr>
            <p:extLst>
              <p:ext uri="{D42A27DB-BD31-4B8C-83A1-F6EECF244321}">
                <p14:modId xmlns:p14="http://schemas.microsoft.com/office/powerpoint/2010/main" val="1505400538"/>
              </p:ext>
            </p:extLst>
          </p:nvPr>
        </p:nvGraphicFramePr>
        <p:xfrm>
          <a:off x="237745" y="576664"/>
          <a:ext cx="11716511" cy="5136667"/>
        </p:xfrm>
        <a:graphic>
          <a:graphicData uri="http://schemas.openxmlformats.org/drawingml/2006/table">
            <a:tbl>
              <a:tblPr firstRow="1" bandRow="1">
                <a:tableStyleId>{93296810-A885-4BE3-A3E7-6D5BEEA58F35}</a:tableStyleId>
              </a:tblPr>
              <a:tblGrid>
                <a:gridCol w="1411699">
                  <a:extLst>
                    <a:ext uri="{9D8B030D-6E8A-4147-A177-3AD203B41FA5}">
                      <a16:colId xmlns:a16="http://schemas.microsoft.com/office/drawing/2014/main" val="2119296251"/>
                    </a:ext>
                  </a:extLst>
                </a:gridCol>
                <a:gridCol w="2576203">
                  <a:extLst>
                    <a:ext uri="{9D8B030D-6E8A-4147-A177-3AD203B41FA5}">
                      <a16:colId xmlns:a16="http://schemas.microsoft.com/office/drawing/2014/main" val="859065572"/>
                    </a:ext>
                  </a:extLst>
                </a:gridCol>
                <a:gridCol w="2355907">
                  <a:extLst>
                    <a:ext uri="{9D8B030D-6E8A-4147-A177-3AD203B41FA5}">
                      <a16:colId xmlns:a16="http://schemas.microsoft.com/office/drawing/2014/main" val="3036161125"/>
                    </a:ext>
                  </a:extLst>
                </a:gridCol>
                <a:gridCol w="2796499">
                  <a:extLst>
                    <a:ext uri="{9D8B030D-6E8A-4147-A177-3AD203B41FA5}">
                      <a16:colId xmlns:a16="http://schemas.microsoft.com/office/drawing/2014/main" val="2062153288"/>
                    </a:ext>
                  </a:extLst>
                </a:gridCol>
                <a:gridCol w="2576203">
                  <a:extLst>
                    <a:ext uri="{9D8B030D-6E8A-4147-A177-3AD203B41FA5}">
                      <a16:colId xmlns:a16="http://schemas.microsoft.com/office/drawing/2014/main" val="1856653284"/>
                    </a:ext>
                  </a:extLst>
                </a:gridCol>
              </a:tblGrid>
              <a:tr h="298312">
                <a:tc>
                  <a:txBody>
                    <a:bodyPr/>
                    <a:lstStyle/>
                    <a:p>
                      <a:pPr algn="ctr"/>
                      <a:r>
                        <a:rPr lang="en-US" sz="1600" b="0" i="0">
                          <a:solidFill>
                            <a:srgbClr val="0070C0"/>
                          </a:solidFill>
                          <a:latin typeface="+mj-lt"/>
                        </a:rPr>
                        <a:t>Program</a:t>
                      </a:r>
                      <a:endParaRPr lang="en-US" sz="1600" b="0" i="0">
                        <a:solidFill>
                          <a:schemeClr val="bg1"/>
                        </a:solidFill>
                        <a:latin typeface="+mj-lt"/>
                      </a:endParaRP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600" b="0" i="0" kern="1500">
                          <a:solidFill>
                            <a:srgbClr val="0070C0"/>
                          </a:solidFill>
                          <a:latin typeface="+mn-lt"/>
                        </a:rPr>
                        <a:t>Q1 2024</a:t>
                      </a:r>
                      <a:endParaRPr lang="en-US" sz="1600" b="0" i="0" kern="1500">
                        <a:solidFill>
                          <a:srgbClr val="0070C0"/>
                        </a:solidFill>
                        <a:latin typeface="+mn-lt"/>
                        <a:ea typeface="+mn-ea"/>
                        <a:cs typeface="+mn-cs"/>
                      </a:endParaRPr>
                    </a:p>
                  </a:txBody>
                  <a:tcPr marL="45696" marR="45696" marT="45672" marB="45672"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600" b="0" i="0" kern="1500">
                          <a:solidFill>
                            <a:srgbClr val="0070C0"/>
                          </a:solidFill>
                          <a:latin typeface="+mn-lt"/>
                        </a:rPr>
                        <a:t>Q2 2024</a:t>
                      </a:r>
                      <a:endParaRPr lang="en-US" sz="1600" b="0" i="0" kern="1500">
                        <a:solidFill>
                          <a:srgbClr val="0070C0"/>
                        </a:solidFill>
                        <a:latin typeface="+mn-lt"/>
                        <a:ea typeface="+mn-ea"/>
                        <a:cs typeface="+mn-cs"/>
                      </a:endParaRP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600" b="0" i="0" kern="1500">
                          <a:solidFill>
                            <a:srgbClr val="0070C0"/>
                          </a:solidFill>
                          <a:latin typeface="+mn-lt"/>
                          <a:ea typeface="+mn-ea"/>
                          <a:cs typeface="+mn-cs"/>
                        </a:rPr>
                        <a:t>Q3 2024</a:t>
                      </a: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600" b="0" i="0" kern="1500">
                          <a:solidFill>
                            <a:srgbClr val="0070C0"/>
                          </a:solidFill>
                          <a:latin typeface="+mn-lt"/>
                          <a:ea typeface="+mn-ea"/>
                          <a:cs typeface="+mn-cs"/>
                        </a:rPr>
                        <a:t>Q4 2024</a:t>
                      </a: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559786">
                <a:tc>
                  <a:txBody>
                    <a:bodyPr/>
                    <a:lstStyle/>
                    <a:p>
                      <a:pPr marL="0" marR="0" lvl="0" indent="0" algn="ctr" rtl="0" eaLnBrk="1" fontAlgn="auto" latinLnBrk="0" hangingPunct="1">
                        <a:lnSpc>
                          <a:spcPct val="100000"/>
                        </a:lnSpc>
                        <a:spcBef>
                          <a:spcPts val="300"/>
                        </a:spcBef>
                        <a:spcAft>
                          <a:spcPts val="300"/>
                        </a:spcAft>
                        <a:buClrTx/>
                        <a:buSzTx/>
                        <a:buFont typeface="Arial" panose="020B0604020202020204" pitchFamily="34" charset="0"/>
                        <a:buNone/>
                      </a:pPr>
                      <a:r>
                        <a:rPr lang="en-US" sz="1100" b="0" kern="1200">
                          <a:solidFill>
                            <a:schemeClr val="tx1"/>
                          </a:solidFill>
                          <a:latin typeface="+mn-lt"/>
                          <a:ea typeface="+mn-ea"/>
                          <a:cs typeface="+mn-cs"/>
                        </a:rPr>
                        <a:t>Caregiver Access</a:t>
                      </a:r>
                    </a:p>
                  </a:txBody>
                  <a:tcPr marL="91416" marR="91416" marT="45708" marB="45708"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4F0FD"/>
                    </a:solidFill>
                  </a:tcPr>
                </a:tc>
                <a:tc>
                  <a:txBody>
                    <a:bodyPr/>
                    <a:lstStyle/>
                    <a:p>
                      <a:pPr marL="171450" marR="0" lvl="0" indent="-171450" algn="l">
                        <a:lnSpc>
                          <a:spcPct val="100000"/>
                        </a:lnSpc>
                        <a:spcBef>
                          <a:spcPts val="0"/>
                        </a:spcBef>
                        <a:spcAft>
                          <a:spcPts val="400"/>
                        </a:spcAft>
                        <a:buClrTx/>
                        <a:buSzTx/>
                        <a:buFont typeface="Arial"/>
                        <a:buChar char="•"/>
                      </a:pPr>
                      <a:r>
                        <a:rPr lang="en-US" sz="900" b="0" i="0" u="none" strike="noStrike" kern="1200" cap="none" spc="0" normalizeH="0" baseline="0" noProof="0">
                          <a:ln>
                            <a:noFill/>
                          </a:ln>
                          <a:solidFill>
                            <a:schemeClr val="tx1"/>
                          </a:solidFill>
                          <a:effectLst/>
                          <a:uLnTx/>
                          <a:uFillTx/>
                          <a:latin typeface="CVS Health Sans"/>
                        </a:rPr>
                        <a:t>R: Improve our ID vetting through MNO services to replace ~90% of Lexus Nexus costs in Caregiving flows , as part of the Adult authorization process </a:t>
                      </a:r>
                    </a:p>
                    <a:p>
                      <a:pPr marL="171450" marR="0" lvl="0" indent="-171450" algn="l">
                        <a:lnSpc>
                          <a:spcPct val="100000"/>
                        </a:lnSpc>
                        <a:spcBef>
                          <a:spcPts val="0"/>
                        </a:spcBef>
                        <a:spcAft>
                          <a:spcPts val="400"/>
                        </a:spcAft>
                        <a:buClrTx/>
                        <a:buSzTx/>
                        <a:buFont typeface="Arial"/>
                        <a:buChar char="•"/>
                      </a:pPr>
                      <a:r>
                        <a:rPr lang="en-US" sz="900" b="0" i="0" u="none" strike="noStrike" kern="1200" cap="none" spc="0" normalizeH="0" baseline="0" noProof="0">
                          <a:ln>
                            <a:noFill/>
                          </a:ln>
                          <a:solidFill>
                            <a:schemeClr val="tx1"/>
                          </a:solidFill>
                          <a:effectLst/>
                          <a:uLnTx/>
                          <a:uFillTx/>
                          <a:latin typeface="CVS Health Sans"/>
                        </a:rPr>
                        <a:t>R: Allow non-CVS customers to become ID verified </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lvl="0" indent="-171450" algn="l">
                        <a:lnSpc>
                          <a:spcPct val="100000"/>
                        </a:lnSpc>
                        <a:spcBef>
                          <a:spcPts val="0"/>
                        </a:spcBef>
                        <a:spcAft>
                          <a:spcPts val="400"/>
                        </a:spcAft>
                        <a:buClrTx/>
                        <a:buSzTx/>
                        <a:buFont typeface="Arial"/>
                        <a:buChar char="•"/>
                      </a:pPr>
                      <a:r>
                        <a:rPr lang="en-US" sz="900" b="0" i="0" u="none" strike="noStrike" kern="1200" cap="none" spc="0" normalizeH="0" baseline="0" noProof="0" dirty="0">
                          <a:ln>
                            <a:noFill/>
                          </a:ln>
                          <a:solidFill>
                            <a:schemeClr val="tx1"/>
                          </a:solidFill>
                          <a:effectLst/>
                          <a:uLnTx/>
                          <a:uFillTx/>
                          <a:latin typeface="CVS Health Sans"/>
                        </a:rPr>
                        <a:t>R: Allow </a:t>
                      </a:r>
                      <a:r>
                        <a:rPr lang="en-US" sz="900" b="0" i="0" u="none" strike="noStrike" kern="1200" cap="none" spc="0" normalizeH="0" baseline="0" noProof="0" dirty="0" err="1">
                          <a:ln>
                            <a:noFill/>
                          </a:ln>
                          <a:solidFill>
                            <a:schemeClr val="tx1"/>
                          </a:solidFill>
                          <a:effectLst/>
                          <a:uLnTx/>
                          <a:uFillTx/>
                          <a:latin typeface="CVS Health Sans"/>
                        </a:rPr>
                        <a:t>caregivees</a:t>
                      </a:r>
                      <a:r>
                        <a:rPr lang="en-US" sz="900" b="0" i="0" u="none" strike="noStrike" kern="1200" cap="none" spc="0" normalizeH="0" baseline="0" noProof="0" dirty="0">
                          <a:ln>
                            <a:noFill/>
                          </a:ln>
                          <a:solidFill>
                            <a:schemeClr val="tx1"/>
                          </a:solidFill>
                          <a:effectLst/>
                          <a:uLnTx/>
                          <a:uFillTx/>
                          <a:latin typeface="CVS Health Sans"/>
                        </a:rPr>
                        <a:t> to have multiple caregivers </a:t>
                      </a:r>
                    </a:p>
                    <a:p>
                      <a:pPr marL="171450" lvl="0" indent="-171450" algn="l">
                        <a:lnSpc>
                          <a:spcPct val="100000"/>
                        </a:lnSpc>
                        <a:spcBef>
                          <a:spcPts val="0"/>
                        </a:spcBef>
                        <a:spcAft>
                          <a:spcPts val="400"/>
                        </a:spcAft>
                        <a:buClrTx/>
                        <a:buSzTx/>
                        <a:buFont typeface="Arial"/>
                        <a:buChar char="•"/>
                      </a:pPr>
                      <a:r>
                        <a:rPr lang="en-US" sz="900" b="0" i="0" u="none" strike="noStrike" kern="1200" cap="none" spc="0" normalizeH="0" baseline="0" noProof="0" dirty="0">
                          <a:ln>
                            <a:noFill/>
                          </a:ln>
                          <a:solidFill>
                            <a:schemeClr val="tx1"/>
                          </a:solidFill>
                          <a:effectLst/>
                          <a:uLnTx/>
                          <a:uFillTx/>
                          <a:latin typeface="CVS Health Sans"/>
                        </a:rPr>
                        <a:t>R: Empower </a:t>
                      </a:r>
                      <a:r>
                        <a:rPr lang="en-US" sz="900" b="0" i="0" u="none" strike="noStrike" kern="1200" cap="none" spc="0" normalizeH="0" baseline="0" noProof="0" dirty="0" err="1">
                          <a:ln>
                            <a:noFill/>
                          </a:ln>
                          <a:solidFill>
                            <a:schemeClr val="tx1"/>
                          </a:solidFill>
                          <a:effectLst/>
                          <a:uLnTx/>
                          <a:uFillTx/>
                          <a:latin typeface="CVS Health Sans"/>
                        </a:rPr>
                        <a:t>caregivees</a:t>
                      </a:r>
                      <a:r>
                        <a:rPr lang="en-US" sz="900" b="0" i="0" u="none" strike="noStrike" kern="1200" cap="none" spc="0" normalizeH="0" baseline="0" noProof="0" dirty="0">
                          <a:ln>
                            <a:noFill/>
                          </a:ln>
                          <a:solidFill>
                            <a:schemeClr val="tx1"/>
                          </a:solidFill>
                          <a:effectLst/>
                          <a:uLnTx/>
                          <a:uFillTx/>
                          <a:latin typeface="CVS Health Sans"/>
                        </a:rPr>
                        <a:t> to initiate caregiver relationships </a:t>
                      </a:r>
                    </a:p>
                    <a:p>
                      <a:pPr marL="171450" lvl="0" indent="-171450" algn="l">
                        <a:lnSpc>
                          <a:spcPct val="100000"/>
                        </a:lnSpc>
                        <a:spcBef>
                          <a:spcPts val="0"/>
                        </a:spcBef>
                        <a:spcAft>
                          <a:spcPts val="400"/>
                        </a:spcAft>
                        <a:buClrTx/>
                        <a:buSzTx/>
                        <a:buFont typeface="Arial"/>
                        <a:buChar char="•"/>
                      </a:pPr>
                      <a:r>
                        <a:rPr lang="en-US" sz="900" b="0" i="0" u="none" strike="noStrike" kern="1200" cap="none" spc="0" normalizeH="0" baseline="0" noProof="0" dirty="0">
                          <a:ln>
                            <a:noFill/>
                          </a:ln>
                          <a:solidFill>
                            <a:schemeClr val="tx1"/>
                          </a:solidFill>
                          <a:effectLst/>
                          <a:highlight>
                            <a:srgbClr val="FFFF00"/>
                          </a:highlight>
                          <a:uLnTx/>
                          <a:uFillTx/>
                          <a:latin typeface="CVS Health Sans"/>
                        </a:rPr>
                        <a:t>C: Enable the auto-pull of CMK dependents (minors) </a:t>
                      </a:r>
                      <a:r>
                        <a:rPr lang="en-US" sz="900" b="0" i="0" u="none" strike="noStrike" kern="1200" cap="none" spc="0" normalizeH="0" baseline="0" noProof="0" dirty="0" err="1">
                          <a:ln>
                            <a:noFill/>
                          </a:ln>
                          <a:solidFill>
                            <a:schemeClr val="tx1"/>
                          </a:solidFill>
                          <a:effectLst/>
                          <a:highlight>
                            <a:srgbClr val="FFFF00"/>
                          </a:highlight>
                          <a:uLnTx/>
                          <a:uFillTx/>
                          <a:latin typeface="CVS Health Sans"/>
                        </a:rPr>
                        <a:t>caregivee</a:t>
                      </a:r>
                      <a:r>
                        <a:rPr lang="en-US" sz="900" b="0" i="0" u="none" strike="noStrike" kern="1200" cap="none" spc="0" normalizeH="0" baseline="0" noProof="0" dirty="0">
                          <a:ln>
                            <a:noFill/>
                          </a:ln>
                          <a:solidFill>
                            <a:schemeClr val="tx1"/>
                          </a:solidFill>
                          <a:effectLst/>
                          <a:highlight>
                            <a:srgbClr val="FFFF00"/>
                          </a:highlight>
                          <a:uLnTx/>
                          <a:uFillTx/>
                          <a:latin typeface="CVS Health Sans"/>
                        </a:rPr>
                        <a:t> relationships using latest I90 services </a:t>
                      </a:r>
                    </a:p>
                    <a:p>
                      <a:pPr marL="171450" lvl="0" indent="-171450" algn="l">
                        <a:lnSpc>
                          <a:spcPct val="100000"/>
                        </a:lnSpc>
                        <a:spcBef>
                          <a:spcPts val="0"/>
                        </a:spcBef>
                        <a:spcAft>
                          <a:spcPts val="400"/>
                        </a:spcAft>
                        <a:buClrTx/>
                        <a:buSzTx/>
                        <a:buFont typeface="Arial"/>
                        <a:buChar char="•"/>
                      </a:pPr>
                      <a:r>
                        <a:rPr lang="en-US" sz="900" b="0" i="0" u="none" strike="noStrike" kern="1200" cap="none" spc="0" normalizeH="0" baseline="0" noProof="0" dirty="0">
                          <a:ln>
                            <a:noFill/>
                          </a:ln>
                          <a:solidFill>
                            <a:schemeClr val="tx1"/>
                          </a:solidFill>
                          <a:effectLst/>
                          <a:uLnTx/>
                          <a:uFillTx/>
                          <a:latin typeface="CVS Health Sans"/>
                        </a:rPr>
                        <a:t>R: Key notifications sent to Caregiver(r/e) post setup are streamlined </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lvl="0" indent="-171450" algn="l">
                        <a:lnSpc>
                          <a:spcPct val="100000"/>
                        </a:lnSpc>
                        <a:spcBef>
                          <a:spcPts val="0"/>
                        </a:spcBef>
                        <a:spcAft>
                          <a:spcPts val="400"/>
                        </a:spcAft>
                        <a:buClrTx/>
                        <a:buSzTx/>
                        <a:buFont typeface="Arial"/>
                        <a:buChar char="•"/>
                      </a:pPr>
                      <a:r>
                        <a:rPr lang="en-US" sz="900" b="0" i="0" u="none" strike="noStrike" kern="1200" cap="none" spc="0" normalizeH="0" baseline="0" noProof="0" dirty="0">
                          <a:ln>
                            <a:noFill/>
                          </a:ln>
                          <a:solidFill>
                            <a:schemeClr val="tx1"/>
                          </a:solidFill>
                          <a:effectLst/>
                          <a:highlight>
                            <a:srgbClr val="FFFF00"/>
                          </a:highlight>
                          <a:uLnTx/>
                          <a:uFillTx/>
                          <a:latin typeface="CVS Health Sans"/>
                        </a:rPr>
                        <a:t>C: Enrich CMK experience to be similar to Retail for setting up Adult CG relationships (bidirectional invitation)</a:t>
                      </a:r>
                    </a:p>
                    <a:p>
                      <a:pPr marL="171450" lvl="0" indent="-171450" algn="l">
                        <a:lnSpc>
                          <a:spcPct val="100000"/>
                        </a:lnSpc>
                        <a:spcBef>
                          <a:spcPts val="0"/>
                        </a:spcBef>
                        <a:spcAft>
                          <a:spcPts val="400"/>
                        </a:spcAft>
                        <a:buClrTx/>
                        <a:buSzTx/>
                        <a:buFont typeface="Arial"/>
                        <a:buChar char="•"/>
                      </a:pPr>
                      <a:r>
                        <a:rPr lang="en-US" sz="900" b="0" i="0" u="none" strike="noStrike" kern="1200" cap="none" spc="0" normalizeH="0" baseline="0" noProof="0" dirty="0">
                          <a:ln>
                            <a:noFill/>
                          </a:ln>
                          <a:solidFill>
                            <a:schemeClr val="tx1"/>
                          </a:solidFill>
                          <a:effectLst/>
                          <a:highlight>
                            <a:srgbClr val="FFFF00"/>
                          </a:highlight>
                          <a:uLnTx/>
                          <a:uFillTx/>
                          <a:latin typeface="CVS Health Sans"/>
                        </a:rPr>
                        <a:t>S: Enable the auto pull of SP dependents (minors) </a:t>
                      </a:r>
                      <a:r>
                        <a:rPr lang="en-US" sz="900" b="0" i="0" u="none" strike="noStrike" kern="1200" cap="none" spc="0" normalizeH="0" baseline="0" noProof="0" dirty="0" err="1">
                          <a:ln>
                            <a:noFill/>
                          </a:ln>
                          <a:solidFill>
                            <a:schemeClr val="tx1"/>
                          </a:solidFill>
                          <a:effectLst/>
                          <a:highlight>
                            <a:srgbClr val="FFFF00"/>
                          </a:highlight>
                          <a:uLnTx/>
                          <a:uFillTx/>
                          <a:latin typeface="CVS Health Sans"/>
                        </a:rPr>
                        <a:t>caregivee</a:t>
                      </a:r>
                      <a:r>
                        <a:rPr lang="en-US" sz="900" b="0" i="0" u="none" strike="noStrike" kern="1200" cap="none" spc="0" normalizeH="0" baseline="0" noProof="0" dirty="0">
                          <a:ln>
                            <a:noFill/>
                          </a:ln>
                          <a:solidFill>
                            <a:schemeClr val="tx1"/>
                          </a:solidFill>
                          <a:effectLst/>
                          <a:highlight>
                            <a:srgbClr val="FFFF00"/>
                          </a:highlight>
                          <a:uLnTx/>
                          <a:uFillTx/>
                          <a:latin typeface="CVS Health Sans"/>
                        </a:rPr>
                        <a:t> relationships using latest I90 services </a:t>
                      </a:r>
                    </a:p>
                    <a:p>
                      <a:pPr marL="171450" lvl="0" indent="-171450" algn="l">
                        <a:lnSpc>
                          <a:spcPct val="100000"/>
                        </a:lnSpc>
                        <a:spcBef>
                          <a:spcPts val="0"/>
                        </a:spcBef>
                        <a:spcAft>
                          <a:spcPts val="400"/>
                        </a:spcAft>
                        <a:buClrTx/>
                        <a:buSzTx/>
                        <a:buFont typeface="Arial"/>
                        <a:buChar char="•"/>
                      </a:pPr>
                      <a:r>
                        <a:rPr lang="en-US" sz="900" b="0" i="0" u="none" strike="noStrike" kern="1200" cap="none" spc="0" normalizeH="0" baseline="0" noProof="0" dirty="0">
                          <a:ln>
                            <a:noFill/>
                          </a:ln>
                          <a:solidFill>
                            <a:schemeClr val="tx1"/>
                          </a:solidFill>
                          <a:effectLst/>
                          <a:uLnTx/>
                          <a:uFillTx/>
                          <a:latin typeface="CVS Health Sans"/>
                        </a:rPr>
                        <a:t>R/C: Streamline notifications sent to </a:t>
                      </a:r>
                      <a:r>
                        <a:rPr lang="en-US" sz="900" b="0" i="0" u="none" strike="noStrike" kern="1200" cap="none" spc="0" normalizeH="0" baseline="0" noProof="0" dirty="0" err="1">
                          <a:ln>
                            <a:noFill/>
                          </a:ln>
                          <a:solidFill>
                            <a:schemeClr val="tx1"/>
                          </a:solidFill>
                          <a:effectLst/>
                          <a:uLnTx/>
                          <a:uFillTx/>
                          <a:latin typeface="CVS Health Sans"/>
                        </a:rPr>
                        <a:t>Caregivee</a:t>
                      </a:r>
                      <a:r>
                        <a:rPr lang="en-US" sz="900" b="0" i="0" u="none" strike="noStrike" kern="1200" cap="none" spc="0" normalizeH="0" baseline="0" noProof="0" dirty="0">
                          <a:ln>
                            <a:noFill/>
                          </a:ln>
                          <a:solidFill>
                            <a:schemeClr val="tx1"/>
                          </a:solidFill>
                          <a:effectLst/>
                          <a:uLnTx/>
                          <a:uFillTx/>
                          <a:latin typeface="CVS Health Sans"/>
                        </a:rPr>
                        <a:t>(r/e) post setup </a:t>
                      </a:r>
                    </a:p>
                    <a:p>
                      <a:pPr marL="171450" lvl="0" indent="-171450" algn="l">
                        <a:lnSpc>
                          <a:spcPct val="100000"/>
                        </a:lnSpc>
                        <a:spcBef>
                          <a:spcPts val="0"/>
                        </a:spcBef>
                        <a:spcAft>
                          <a:spcPts val="400"/>
                        </a:spcAft>
                        <a:buClrTx/>
                        <a:buSzTx/>
                        <a:buFont typeface="Arial"/>
                        <a:buChar char="•"/>
                      </a:pPr>
                      <a:r>
                        <a:rPr lang="en-US" sz="900" b="0" i="0" u="none" strike="noStrike" kern="1200" cap="none" spc="0" normalizeH="0" baseline="0" noProof="0" dirty="0">
                          <a:ln>
                            <a:noFill/>
                          </a:ln>
                          <a:solidFill>
                            <a:schemeClr val="tx1"/>
                          </a:solidFill>
                          <a:effectLst/>
                          <a:uLnTx/>
                          <a:uFillTx/>
                          <a:latin typeface="CVS Health Sans"/>
                        </a:rPr>
                        <a:t>R: Allow non-CVS customers to become caregivers </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fontAlgn="auto" latinLnBrk="0" hangingPunct="1">
                        <a:lnSpc>
                          <a:spcPct val="100000"/>
                        </a:lnSpc>
                        <a:spcBef>
                          <a:spcPts val="0"/>
                        </a:spcBef>
                        <a:spcAft>
                          <a:spcPts val="400"/>
                        </a:spcAft>
                        <a:buClrTx/>
                        <a:buSzTx/>
                        <a:buFont typeface="Arial"/>
                        <a:buChar char="•"/>
                      </a:pPr>
                      <a:r>
                        <a:rPr lang="en-US" sz="900" b="0" i="0" u="none" strike="noStrike" kern="1200" cap="none" spc="0" normalizeH="0" baseline="0" noProof="0">
                          <a:ln>
                            <a:noFill/>
                          </a:ln>
                          <a:solidFill>
                            <a:schemeClr val="tx1"/>
                          </a:solidFill>
                          <a:effectLst/>
                          <a:uLnTx/>
                          <a:uFillTx/>
                          <a:latin typeface="CVS Health Sans"/>
                        </a:rPr>
                        <a:t>Enterprise: Enable Caregivees to manage their caregiving relationships as a guest </a:t>
                      </a:r>
                    </a:p>
                    <a:p>
                      <a:pPr marL="171450" marR="0" lvl="0" indent="-171450" algn="l">
                        <a:lnSpc>
                          <a:spcPct val="100000"/>
                        </a:lnSpc>
                        <a:spcBef>
                          <a:spcPts val="0"/>
                        </a:spcBef>
                        <a:spcAft>
                          <a:spcPts val="400"/>
                        </a:spcAft>
                        <a:buClrTx/>
                        <a:buSzTx/>
                        <a:buFont typeface="Arial"/>
                        <a:buChar char="•"/>
                      </a:pPr>
                      <a:r>
                        <a:rPr lang="en-US" sz="900" b="0" i="0" u="none" strike="noStrike" kern="1200" cap="none" spc="0" normalizeH="0" baseline="0" noProof="0">
                          <a:ln>
                            <a:noFill/>
                          </a:ln>
                          <a:solidFill>
                            <a:schemeClr val="tx1"/>
                          </a:solidFill>
                          <a:effectLst/>
                          <a:uLnTx/>
                          <a:uFillTx/>
                          <a:latin typeface="CVS Health Sans"/>
                        </a:rPr>
                        <a:t>Enterprise: Launch advice on benefits and NBA during "moments that matter" via messaging and reminders during the CG journey </a:t>
                      </a:r>
                    </a:p>
                    <a:p>
                      <a:pPr marL="171450" marR="0" lvl="0" indent="-171450" algn="l">
                        <a:lnSpc>
                          <a:spcPct val="100000"/>
                        </a:lnSpc>
                        <a:spcBef>
                          <a:spcPts val="0"/>
                        </a:spcBef>
                        <a:spcAft>
                          <a:spcPts val="400"/>
                        </a:spcAft>
                        <a:buClrTx/>
                        <a:buSzTx/>
                        <a:buFont typeface="Arial"/>
                        <a:buChar char="•"/>
                      </a:pPr>
                      <a:r>
                        <a:rPr lang="en-US" sz="900" b="0" i="0" u="none" strike="noStrike" kern="1200" cap="none" spc="0" normalizeH="0" baseline="0" noProof="0">
                          <a:ln>
                            <a:noFill/>
                          </a:ln>
                          <a:solidFill>
                            <a:schemeClr val="tx1"/>
                          </a:solidFill>
                          <a:effectLst/>
                          <a:uLnTx/>
                          <a:uFillTx/>
                          <a:latin typeface="CVS Health Sans"/>
                        </a:rPr>
                        <a:t>Enterprise: Offer personalized caregiver support content available via NBA </a:t>
                      </a:r>
                    </a:p>
                    <a:p>
                      <a:pPr marL="171450" marR="0" lvl="0" indent="-171450" algn="l">
                        <a:lnSpc>
                          <a:spcPct val="100000"/>
                        </a:lnSpc>
                        <a:spcBef>
                          <a:spcPts val="0"/>
                        </a:spcBef>
                        <a:spcAft>
                          <a:spcPts val="400"/>
                        </a:spcAft>
                        <a:buClrTx/>
                        <a:buSzTx/>
                        <a:buFont typeface="Arial"/>
                        <a:buChar char="•"/>
                      </a:pPr>
                      <a:r>
                        <a:rPr lang="en-US" sz="900" b="0" i="0" u="none" strike="noStrike" kern="1200" cap="none" spc="0" normalizeH="0" baseline="0" noProof="0">
                          <a:ln>
                            <a:noFill/>
                          </a:ln>
                          <a:solidFill>
                            <a:schemeClr val="tx1"/>
                          </a:solidFill>
                          <a:effectLst/>
                          <a:uLnTx/>
                          <a:uFillTx/>
                          <a:latin typeface="CVS Health Sans"/>
                        </a:rPr>
                        <a:t>Enterprise: Empower the Caregive(r/e) to request changes to levels of access/permissions</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28811454"/>
                  </a:ext>
                </a:extLst>
              </a:tr>
              <a:tr h="1926001">
                <a:tc>
                  <a:txBody>
                    <a:bodyPr/>
                    <a:lstStyle/>
                    <a:p>
                      <a:pPr marL="0" marR="0" lvl="0" indent="0" algn="ctr" rtl="0" eaLnBrk="1" fontAlgn="auto" latinLnBrk="0" hangingPunct="1">
                        <a:lnSpc>
                          <a:spcPct val="100000"/>
                        </a:lnSpc>
                        <a:spcBef>
                          <a:spcPts val="300"/>
                        </a:spcBef>
                        <a:spcAft>
                          <a:spcPts val="300"/>
                        </a:spcAft>
                        <a:buClrTx/>
                        <a:buSzTx/>
                        <a:buFont typeface="Arial" panose="020B0604020202020204" pitchFamily="34" charset="0"/>
                        <a:buNone/>
                      </a:pPr>
                      <a:r>
                        <a:rPr lang="en-US" sz="1100" b="0">
                          <a:solidFill>
                            <a:schemeClr val="tx1"/>
                          </a:solidFill>
                          <a:latin typeface="+mn-lt"/>
                        </a:rPr>
                        <a:t>Condition Onboarding &amp; </a:t>
                      </a:r>
                      <a:br>
                        <a:rPr lang="en-US" sz="1100" b="0">
                          <a:solidFill>
                            <a:srgbClr val="000000"/>
                          </a:solidFill>
                          <a:latin typeface="+mn-lt"/>
                        </a:rPr>
                      </a:br>
                      <a:r>
                        <a:rPr lang="en-US" sz="1100" b="0">
                          <a:solidFill>
                            <a:schemeClr val="tx1"/>
                          </a:solidFill>
                          <a:latin typeface="+mn-lt"/>
                        </a:rPr>
                        <a:t>Rx Management</a:t>
                      </a:r>
                    </a:p>
                  </a:txBody>
                  <a:tcPr marL="91416" marR="91416" marT="45708" marB="45708"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4F0FD"/>
                    </a:solidFill>
                  </a:tcPr>
                </a:tc>
                <a:tc>
                  <a:txBody>
                    <a:bodyPr/>
                    <a:lstStyle/>
                    <a:p>
                      <a:pPr marL="171450" marR="0" lvl="0" indent="-171450" algn="l" rtl="0" eaLnBrk="1" fontAlgn="auto" latinLnBrk="0" hangingPunct="1">
                        <a:lnSpc>
                          <a:spcPct val="100000"/>
                        </a:lnSpc>
                        <a:spcBef>
                          <a:spcPts val="300"/>
                        </a:spcBef>
                        <a:spcAft>
                          <a:spcPts val="300"/>
                        </a:spcAft>
                        <a:buClrTx/>
                        <a:buSzTx/>
                        <a:buFont typeface="Arial" panose="020B0604020202020204" pitchFamily="34" charset="0"/>
                        <a:buChar char="•"/>
                      </a:pPr>
                      <a:r>
                        <a:rPr lang="en-US" sz="900" b="0" i="0" u="none" strike="noStrike" kern="1200" cap="none" spc="0" normalizeH="0" baseline="0" noProof="0">
                          <a:ln>
                            <a:noFill/>
                          </a:ln>
                          <a:solidFill>
                            <a:schemeClr val="tx1"/>
                          </a:solidFill>
                          <a:effectLst/>
                          <a:uLnTx/>
                          <a:uFillTx/>
                          <a:latin typeface="CVS Health Sans"/>
                          <a:ea typeface="+mn-ea"/>
                          <a:cs typeface="+mn-cs"/>
                        </a:rPr>
                        <a:t>Begin building a centralized</a:t>
                      </a:r>
                      <a:r>
                        <a:rPr kumimoji="0" lang="en-US" sz="900" b="0" i="0" u="none" strike="noStrike" kern="1200" cap="none" spc="0" normalizeH="0" baseline="0" noProof="0">
                          <a:ln>
                            <a:noFill/>
                          </a:ln>
                          <a:solidFill>
                            <a:schemeClr val="tx1"/>
                          </a:solidFill>
                          <a:effectLst/>
                          <a:uLnTx/>
                          <a:uFillTx/>
                          <a:latin typeface="CVS Health Sans"/>
                          <a:ea typeface="+mn-ea"/>
                          <a:cs typeface="+mn-cs"/>
                        </a:rPr>
                        <a:t>, scalable, comprehensive </a:t>
                      </a:r>
                      <a:r>
                        <a:rPr kumimoji="0" lang="en-US" sz="900" b="1" i="0" u="none" strike="noStrike" kern="1200" cap="none" spc="0" normalizeH="0" baseline="0" noProof="0">
                          <a:ln>
                            <a:noFill/>
                          </a:ln>
                          <a:solidFill>
                            <a:schemeClr val="tx1"/>
                          </a:solidFill>
                          <a:effectLst/>
                          <a:uLnTx/>
                          <a:uFillTx/>
                          <a:latin typeface="CVS Health Sans"/>
                          <a:ea typeface="+mn-ea"/>
                          <a:cs typeface="+mn-cs"/>
                        </a:rPr>
                        <a:t>content repository and infrastructure</a:t>
                      </a:r>
                      <a:r>
                        <a:rPr lang="en-US" sz="900" b="0" i="0" u="none" strike="noStrike" kern="1200" cap="none" spc="0" normalizeH="0" baseline="0" noProof="0">
                          <a:ln>
                            <a:noFill/>
                          </a:ln>
                          <a:solidFill>
                            <a:schemeClr val="tx1"/>
                          </a:solidFill>
                          <a:effectLst/>
                          <a:uLnTx/>
                          <a:uFillTx/>
                          <a:latin typeface="CVS Health Sans"/>
                          <a:ea typeface="+mn-ea"/>
                          <a:cs typeface="+mn-cs"/>
                        </a:rPr>
                        <a:t> to support enterprise digital health content </a:t>
                      </a:r>
                    </a:p>
                    <a:p>
                      <a:pPr marL="171450" marR="0" lvl="0" indent="-171450" algn="l" defTabSz="4572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lang="en-US" sz="900" b="0" i="0" u="none" strike="noStrike" kern="1200" cap="none" spc="0" normalizeH="0" baseline="0" noProof="0">
                          <a:ln>
                            <a:noFill/>
                          </a:ln>
                          <a:solidFill>
                            <a:schemeClr val="tx1"/>
                          </a:solidFill>
                          <a:effectLst/>
                          <a:uLnTx/>
                          <a:uFillTx/>
                          <a:latin typeface="+mn-lt"/>
                          <a:ea typeface="+mn-ea"/>
                          <a:cs typeface="+mn-cs"/>
                        </a:rPr>
                        <a:t>Foundational backend work to support future Med reminder capability</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fontAlgn="auto" latinLnBrk="0" hangingPunct="1">
                        <a:lnSpc>
                          <a:spcPct val="100000"/>
                        </a:lnSpc>
                        <a:spcBef>
                          <a:spcPts val="300"/>
                        </a:spcBef>
                        <a:spcAft>
                          <a:spcPts val="300"/>
                        </a:spcAft>
                        <a:buClrTx/>
                        <a:buSzTx/>
                        <a:buFont typeface="Arial" panose="020B0604020202020204" pitchFamily="34" charset="0"/>
                        <a:buChar char="•"/>
                      </a:pPr>
                      <a:r>
                        <a:rPr kumimoji="0" lang="en-US" sz="900" b="1" i="0" u="none" strike="noStrike" kern="1200" cap="none" spc="0" normalizeH="0" baseline="0" noProof="0">
                          <a:ln>
                            <a:noFill/>
                          </a:ln>
                          <a:solidFill>
                            <a:schemeClr val="tx1"/>
                          </a:solidFill>
                          <a:effectLst/>
                          <a:uLnTx/>
                          <a:uFillTx/>
                          <a:latin typeface="CVS Health Sans"/>
                          <a:ea typeface="+mn-ea"/>
                          <a:cs typeface="+mn-cs"/>
                        </a:rPr>
                        <a:t>Launch Medication Adherence and Condition Management dashboard</a:t>
                      </a:r>
                      <a:r>
                        <a:rPr lang="en-US" sz="900" b="1" i="0" u="none" strike="noStrike" kern="1200" cap="none" spc="0" normalizeH="0" baseline="0" noProof="0">
                          <a:ln>
                            <a:noFill/>
                          </a:ln>
                          <a:solidFill>
                            <a:schemeClr val="tx1"/>
                          </a:solidFill>
                          <a:effectLst/>
                          <a:uLnTx/>
                          <a:uFillTx/>
                          <a:latin typeface="CVS Health Sans"/>
                          <a:ea typeface="+mn-ea"/>
                          <a:cs typeface="+mn-cs"/>
                        </a:rPr>
                        <a:t> </a:t>
                      </a:r>
                      <a:endParaRPr kumimoji="0" lang="en-US" sz="900" b="1" i="0" u="none" strike="noStrike" kern="1200" cap="none" spc="0" normalizeH="0" baseline="0" noProof="0">
                        <a:ln>
                          <a:noFill/>
                        </a:ln>
                        <a:solidFill>
                          <a:schemeClr val="tx1"/>
                        </a:solidFill>
                        <a:effectLst/>
                        <a:uLnTx/>
                        <a:uFillTx/>
                        <a:latin typeface="CVS Health Sans"/>
                        <a:ea typeface="+mn-ea"/>
                        <a:cs typeface="+mn-cs"/>
                      </a:endParaRPr>
                    </a:p>
                    <a:p>
                      <a:pPr marL="171450" marR="0" lvl="0" indent="-171450" algn="l" rtl="0" eaLnBrk="1" fontAlgn="auto" latinLnBrk="0" hangingPunct="1">
                        <a:lnSpc>
                          <a:spcPct val="100000"/>
                        </a:lnSpc>
                        <a:spcBef>
                          <a:spcPts val="300"/>
                        </a:spcBef>
                        <a:spcAft>
                          <a:spcPts val="300"/>
                        </a:spcAft>
                        <a:buClrTx/>
                        <a:buSzTx/>
                        <a:buFont typeface="Arial"/>
                        <a:buChar char="•"/>
                      </a:pPr>
                      <a:r>
                        <a:rPr lang="en-US" sz="900" b="0" i="0" u="none" strike="noStrike" kern="1200" cap="none" spc="0" normalizeH="0" baseline="0" noProof="0">
                          <a:ln>
                            <a:noFill/>
                          </a:ln>
                          <a:solidFill>
                            <a:schemeClr val="tx1"/>
                          </a:solidFill>
                          <a:effectLst/>
                          <a:uLnTx/>
                          <a:uFillTx/>
                          <a:latin typeface="CVS Health Sans"/>
                          <a:ea typeface="+mn-ea"/>
                          <a:cs typeface="+mn-cs"/>
                        </a:rPr>
                        <a:t>Foundational backend work to support future Med reminder capability</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fontAlgn="auto" latinLnBrk="0" hangingPunct="1">
                        <a:lnSpc>
                          <a:spcPct val="100000"/>
                        </a:lnSpc>
                        <a:spcBef>
                          <a:spcPts val="300"/>
                        </a:spcBef>
                        <a:spcAft>
                          <a:spcPts val="300"/>
                        </a:spcAft>
                        <a:buClrTx/>
                        <a:buSzTx/>
                        <a:buFont typeface="Arial" panose="020B0604020202020204" pitchFamily="34" charset="0"/>
                        <a:buChar char="•"/>
                      </a:pPr>
                      <a:r>
                        <a:rPr lang="en-US" sz="900" b="1" i="0" u="none" strike="noStrike" kern="1200" cap="none" spc="0" normalizeH="0" baseline="0" noProof="0" dirty="0">
                          <a:ln>
                            <a:noFill/>
                          </a:ln>
                          <a:solidFill>
                            <a:schemeClr val="tx1"/>
                          </a:solidFill>
                          <a:effectLst/>
                          <a:uLnTx/>
                          <a:uFillTx/>
                          <a:latin typeface="CVS Health Sans"/>
                          <a:ea typeface="+mn-ea"/>
                          <a:cs typeface="+mn-cs"/>
                        </a:rPr>
                        <a:t>Condition</a:t>
                      </a:r>
                      <a:r>
                        <a:rPr kumimoji="0" lang="en-US" sz="900" b="1" i="0" u="none" strike="noStrike" kern="1200" cap="none" spc="0" normalizeH="0" baseline="0" noProof="0" dirty="0">
                          <a:ln>
                            <a:noFill/>
                          </a:ln>
                          <a:solidFill>
                            <a:schemeClr val="tx1"/>
                          </a:solidFill>
                          <a:effectLst/>
                          <a:uLnTx/>
                          <a:uFillTx/>
                          <a:latin typeface="CVS Health Sans"/>
                          <a:ea typeface="+mn-ea"/>
                          <a:cs typeface="+mn-cs"/>
                        </a:rPr>
                        <a:t> onboarding experience (pilot) </a:t>
                      </a:r>
                      <a:r>
                        <a:rPr lang="en-US" sz="900" b="1" i="0" u="none" strike="noStrike" kern="1200" cap="none" spc="0" normalizeH="0" baseline="0" noProof="0" dirty="0">
                          <a:ln>
                            <a:noFill/>
                          </a:ln>
                          <a:solidFill>
                            <a:schemeClr val="tx1"/>
                          </a:solidFill>
                          <a:effectLst/>
                          <a:uLnTx/>
                          <a:uFillTx/>
                          <a:latin typeface="CVS Health Sans"/>
                          <a:ea typeface="+mn-ea"/>
                          <a:cs typeface="+mn-cs"/>
                        </a:rPr>
                        <a:t>is launched </a:t>
                      </a:r>
                      <a:r>
                        <a:rPr lang="en-US" sz="900" b="0" i="0" u="none" strike="noStrike" kern="1200" cap="none" spc="0" normalizeH="0" baseline="0" noProof="0" dirty="0">
                          <a:ln>
                            <a:noFill/>
                          </a:ln>
                          <a:solidFill>
                            <a:schemeClr val="tx1"/>
                          </a:solidFill>
                          <a:effectLst/>
                          <a:uLnTx/>
                          <a:uFillTx/>
                          <a:latin typeface="CVS Health Sans"/>
                          <a:ea typeface="+mn-ea"/>
                          <a:cs typeface="+mn-cs"/>
                        </a:rPr>
                        <a:t>to</a:t>
                      </a:r>
                      <a:r>
                        <a:rPr kumimoji="0" lang="en-US" sz="900" b="0" i="0" u="none" strike="noStrike" kern="1200" cap="none" spc="0" normalizeH="0" baseline="0" noProof="0" dirty="0">
                          <a:ln>
                            <a:noFill/>
                          </a:ln>
                          <a:solidFill>
                            <a:schemeClr val="tx1"/>
                          </a:solidFill>
                          <a:effectLst/>
                          <a:uLnTx/>
                          <a:uFillTx/>
                          <a:latin typeface="CVS Health Sans"/>
                          <a:ea typeface="+mn-ea"/>
                          <a:cs typeface="+mn-cs"/>
                        </a:rPr>
                        <a:t> educate patient on their condition and appropriate next steps (e.g., videos, articles, etc.)</a:t>
                      </a:r>
                    </a:p>
                    <a:p>
                      <a:pPr marL="171450" marR="0" lvl="0" indent="-171450" algn="l" rtl="0" eaLnBrk="1" fontAlgn="auto" latinLnBrk="0" hangingPunct="1">
                        <a:lnSpc>
                          <a:spcPct val="100000"/>
                        </a:lnSpc>
                        <a:spcBef>
                          <a:spcPts val="300"/>
                        </a:spcBef>
                        <a:spcAft>
                          <a:spcPts val="300"/>
                        </a:spcAft>
                        <a:buClrTx/>
                        <a:buSzTx/>
                        <a:buFont typeface="Arial" panose="020B0604020202020204" pitchFamily="34" charset="0"/>
                        <a:buChar char="•"/>
                      </a:pPr>
                      <a:r>
                        <a:rPr lang="en-US" sz="900" b="1" i="0" u="none" strike="noStrike" kern="1500" cap="none" spc="0" normalizeH="0" baseline="0" noProof="0" dirty="0">
                          <a:ln>
                            <a:noFill/>
                          </a:ln>
                          <a:solidFill>
                            <a:srgbClr val="000000"/>
                          </a:solidFill>
                          <a:effectLst/>
                          <a:uLnTx/>
                          <a:uFillTx/>
                          <a:latin typeface="CVS Health Sans"/>
                          <a:ea typeface="+mn-ea"/>
                          <a:cs typeface="+mn-cs"/>
                        </a:rPr>
                        <a:t>Launch capabilities to empower users to learn</a:t>
                      </a:r>
                      <a:r>
                        <a:rPr lang="en-US" sz="900" b="0" i="0" u="none" strike="noStrike" kern="1500" cap="none" spc="0" normalizeH="0" baseline="0" noProof="0" dirty="0">
                          <a:ln>
                            <a:noFill/>
                          </a:ln>
                          <a:solidFill>
                            <a:srgbClr val="000000"/>
                          </a:solidFill>
                          <a:effectLst/>
                          <a:uLnTx/>
                          <a:uFillTx/>
                          <a:latin typeface="CVS Health Sans"/>
                          <a:ea typeface="+mn-ea"/>
                          <a:cs typeface="+mn-cs"/>
                        </a:rPr>
                        <a:t> about their medications through self-service features (i.e. knowledge checks, how-</a:t>
                      </a:r>
                      <a:r>
                        <a:rPr lang="en-US" sz="900" b="0" i="0" u="none" strike="noStrike" kern="1500" cap="none" spc="0" normalizeH="0" baseline="0" noProof="0" dirty="0" err="1">
                          <a:ln>
                            <a:noFill/>
                          </a:ln>
                          <a:solidFill>
                            <a:srgbClr val="000000"/>
                          </a:solidFill>
                          <a:effectLst/>
                          <a:uLnTx/>
                          <a:uFillTx/>
                          <a:latin typeface="CVS Health Sans"/>
                          <a:ea typeface="+mn-ea"/>
                          <a:cs typeface="+mn-cs"/>
                        </a:rPr>
                        <a:t>to's</a:t>
                      </a:r>
                      <a:r>
                        <a:rPr lang="en-US" sz="900" b="0" i="0" u="none" strike="noStrike" kern="1500" cap="none" spc="0" normalizeH="0" baseline="0" noProof="0" dirty="0">
                          <a:ln>
                            <a:noFill/>
                          </a:ln>
                          <a:solidFill>
                            <a:srgbClr val="000000"/>
                          </a:solidFill>
                          <a:effectLst/>
                          <a:uLnTx/>
                          <a:uFillTx/>
                          <a:latin typeface="CVS Health Sans"/>
                          <a:ea typeface="+mn-ea"/>
                          <a:cs typeface="+mn-cs"/>
                        </a:rPr>
                        <a:t>)</a:t>
                      </a:r>
                      <a:endParaRPr lang="en-US" sz="900" b="0" i="0" u="none" strike="noStrike" kern="1500" cap="none" spc="0" normalizeH="0" baseline="0" noProof="0" dirty="0">
                        <a:ln>
                          <a:noFill/>
                        </a:ln>
                        <a:solidFill>
                          <a:schemeClr val="tx1"/>
                        </a:solidFill>
                        <a:effectLst/>
                        <a:uLnTx/>
                        <a:uFillTx/>
                        <a:latin typeface="CVS Health Sans"/>
                        <a:ea typeface="+mn-ea"/>
                        <a:cs typeface="+mn-cs"/>
                      </a:endParaRPr>
                    </a:p>
                    <a:p>
                      <a:pPr marL="171450" marR="0" lvl="0" indent="-171450" algn="l">
                        <a:lnSpc>
                          <a:spcPct val="100000"/>
                        </a:lnSpc>
                        <a:spcBef>
                          <a:spcPts val="300"/>
                        </a:spcBef>
                        <a:spcAft>
                          <a:spcPts val="300"/>
                        </a:spcAft>
                        <a:buClrTx/>
                        <a:buSzTx/>
                        <a:buFont typeface="Arial" panose="020B0604020202020204" pitchFamily="34" charset="0"/>
                        <a:buChar char="•"/>
                      </a:pPr>
                      <a:r>
                        <a:rPr lang="en-US" sz="900" b="1" i="0" u="none" strike="noStrike" kern="1500" cap="none" spc="0" normalizeH="0" baseline="0" noProof="0" dirty="0">
                          <a:ln>
                            <a:noFill/>
                          </a:ln>
                          <a:solidFill>
                            <a:schemeClr val="tx1"/>
                          </a:solidFill>
                          <a:effectLst/>
                          <a:highlight>
                            <a:srgbClr val="FFFF00"/>
                          </a:highlight>
                          <a:uLnTx/>
                          <a:uFillTx/>
                          <a:latin typeface="CVS Health Sans"/>
                        </a:rPr>
                        <a:t>Medication reminder functionality </a:t>
                      </a:r>
                      <a:r>
                        <a:rPr lang="en-US" sz="900" b="0" i="0" u="none" strike="noStrike" kern="1500" cap="none" spc="0" normalizeH="0" baseline="0" noProof="0" dirty="0">
                          <a:ln>
                            <a:noFill/>
                          </a:ln>
                          <a:solidFill>
                            <a:schemeClr val="tx1"/>
                          </a:solidFill>
                          <a:effectLst/>
                          <a:highlight>
                            <a:srgbClr val="FFFF00"/>
                          </a:highlight>
                          <a:uLnTx/>
                          <a:uFillTx/>
                          <a:latin typeface="CVS Health Sans"/>
                        </a:rPr>
                        <a:t>is introduced for prescriptions from all LOBs on the customer’s existing medical profile as well as </a:t>
                      </a:r>
                      <a:r>
                        <a:rPr lang="en-US" sz="900" b="0" i="0" u="none" strike="noStrike" kern="1500" cap="none" spc="0" normalizeH="0" baseline="0" noProof="0" dirty="0" err="1">
                          <a:ln>
                            <a:noFill/>
                          </a:ln>
                          <a:solidFill>
                            <a:schemeClr val="tx1"/>
                          </a:solidFill>
                          <a:effectLst/>
                          <a:highlight>
                            <a:srgbClr val="FFFF00"/>
                          </a:highlight>
                          <a:uLnTx/>
                          <a:uFillTx/>
                          <a:latin typeface="CVS Health Sans"/>
                        </a:rPr>
                        <a:t>caregivees</a:t>
                      </a:r>
                      <a:r>
                        <a:rPr lang="en-US" sz="900" b="0" i="0" u="none" strike="noStrike" kern="1500" cap="none" spc="0" normalizeH="0" baseline="0" noProof="0" dirty="0">
                          <a:ln>
                            <a:noFill/>
                          </a:ln>
                          <a:solidFill>
                            <a:schemeClr val="tx1"/>
                          </a:solidFill>
                          <a:effectLst/>
                          <a:highlight>
                            <a:srgbClr val="FFFF00"/>
                          </a:highlight>
                          <a:uLnTx/>
                          <a:uFillTx/>
                          <a:latin typeface="CVS Health Sans"/>
                        </a:rPr>
                        <a:t> (leverages dose schedule information where available and app gestures)</a:t>
                      </a:r>
                      <a:endParaRPr lang="en-US" sz="900" b="0" i="0" u="none" strike="noStrike" kern="1500" cap="none" spc="0" normalizeH="0" baseline="0" noProof="0" dirty="0">
                        <a:ln>
                          <a:noFill/>
                        </a:ln>
                        <a:solidFill>
                          <a:schemeClr val="tx1"/>
                        </a:solidFill>
                        <a:effectLst/>
                        <a:highlight>
                          <a:srgbClr val="FFFF00"/>
                        </a:highlight>
                        <a:uLnTx/>
                        <a:uFillTx/>
                        <a:latin typeface="CVS Health Sans"/>
                        <a:ea typeface="+mn-ea"/>
                        <a:cs typeface="+mn-cs"/>
                      </a:endParaRP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5570" marR="0" lvl="0" indent="-115570" algn="l">
                        <a:lnSpc>
                          <a:spcPct val="100000"/>
                        </a:lnSpc>
                        <a:spcBef>
                          <a:spcPts val="0"/>
                        </a:spcBef>
                        <a:spcAft>
                          <a:spcPts val="300"/>
                        </a:spcAft>
                        <a:buClr>
                          <a:srgbClr val="000000"/>
                        </a:buClr>
                        <a:buSzTx/>
                        <a:buFont typeface="Arial" panose="020B0604020202020204" pitchFamily="34" charset="0"/>
                        <a:buChar char="•"/>
                      </a:pPr>
                      <a:r>
                        <a:rPr lang="en-US" sz="900" b="0" i="0" u="none" strike="noStrike" kern="1500" cap="none" spc="0" normalizeH="0" baseline="0" noProof="0">
                          <a:ln>
                            <a:noFill/>
                          </a:ln>
                          <a:solidFill>
                            <a:srgbClr val="000000"/>
                          </a:solidFill>
                          <a:effectLst/>
                          <a:uLnTx/>
                          <a:uFillTx/>
                          <a:latin typeface="CVS Health Sans"/>
                          <a:ea typeface="+mn-ea"/>
                          <a:cs typeface="+mn-cs"/>
                        </a:rPr>
                        <a:t>Launch </a:t>
                      </a:r>
                      <a:r>
                        <a:rPr lang="en-US" sz="900" b="1" i="0" u="none" strike="noStrike" kern="1500" cap="none" spc="0" normalizeH="0" baseline="0" noProof="0">
                          <a:ln>
                            <a:noFill/>
                          </a:ln>
                          <a:solidFill>
                            <a:srgbClr val="000000"/>
                          </a:solidFill>
                          <a:effectLst/>
                          <a:uLnTx/>
                          <a:uFillTx/>
                          <a:latin typeface="CVS Health Sans"/>
                          <a:ea typeface="+mn-ea"/>
                          <a:cs typeface="+mn-cs"/>
                        </a:rPr>
                        <a:t>personalized condition experience </a:t>
                      </a:r>
                      <a:r>
                        <a:rPr lang="en-US" sz="900" b="0" i="0" u="none" strike="noStrike" kern="1500" cap="none" spc="0" normalizeH="0" baseline="0" noProof="0">
                          <a:ln>
                            <a:noFill/>
                          </a:ln>
                          <a:solidFill>
                            <a:srgbClr val="000000"/>
                          </a:solidFill>
                          <a:effectLst/>
                          <a:uLnTx/>
                          <a:uFillTx/>
                          <a:latin typeface="CVS Health Sans"/>
                          <a:ea typeface="+mn-ea"/>
                          <a:cs typeface="+mn-cs"/>
                        </a:rPr>
                        <a:t>based on user’s med profile</a:t>
                      </a:r>
                    </a:p>
                    <a:p>
                      <a:pPr marL="115570" marR="0" lvl="0" indent="-115570" algn="l">
                        <a:lnSpc>
                          <a:spcPct val="100000"/>
                        </a:lnSpc>
                        <a:spcBef>
                          <a:spcPts val="0"/>
                        </a:spcBef>
                        <a:spcAft>
                          <a:spcPts val="300"/>
                        </a:spcAft>
                        <a:buClr>
                          <a:srgbClr val="000000"/>
                        </a:buClr>
                        <a:buSzTx/>
                        <a:buFont typeface="Arial" panose="020B0604020202020204" pitchFamily="34" charset="0"/>
                        <a:buChar char="•"/>
                      </a:pPr>
                      <a:r>
                        <a:rPr lang="en-US" sz="900" b="0" i="0" u="none" strike="noStrike" kern="1500" cap="none" spc="0" normalizeH="0" baseline="0" noProof="0">
                          <a:ln>
                            <a:noFill/>
                          </a:ln>
                          <a:solidFill>
                            <a:srgbClr val="000000"/>
                          </a:solidFill>
                          <a:effectLst/>
                          <a:uLnTx/>
                          <a:uFillTx/>
                          <a:latin typeface="CVS Health Sans"/>
                          <a:ea typeface="+mn-ea"/>
                          <a:cs typeface="+mn-cs"/>
                        </a:rPr>
                        <a:t>Launch </a:t>
                      </a:r>
                      <a:r>
                        <a:rPr lang="en-US" sz="900" b="1" i="0" u="none" strike="noStrike" kern="1500" cap="none" spc="0" normalizeH="0" baseline="0" noProof="0">
                          <a:ln>
                            <a:noFill/>
                          </a:ln>
                          <a:solidFill>
                            <a:srgbClr val="000000"/>
                          </a:solidFill>
                          <a:effectLst/>
                          <a:uLnTx/>
                          <a:uFillTx/>
                          <a:latin typeface="CVS Health Sans"/>
                          <a:ea typeface="+mn-ea"/>
                          <a:cs typeface="+mn-cs"/>
                        </a:rPr>
                        <a:t>Medication reminders with associated positive reinforcement</a:t>
                      </a:r>
                      <a:r>
                        <a:rPr lang="en-US" sz="900" b="0" i="0" u="none" strike="noStrike" kern="1500" cap="none" spc="0" normalizeH="0" baseline="0" noProof="0">
                          <a:ln>
                            <a:noFill/>
                          </a:ln>
                          <a:solidFill>
                            <a:srgbClr val="000000"/>
                          </a:solidFill>
                          <a:effectLst/>
                          <a:uLnTx/>
                          <a:uFillTx/>
                          <a:latin typeface="CVS Health Sans"/>
                          <a:ea typeface="+mn-ea"/>
                          <a:cs typeface="+mn-cs"/>
                        </a:rPr>
                        <a:t>, including health rewards</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6960399"/>
                  </a:ext>
                </a:extLst>
              </a:tr>
              <a:tr h="1293036">
                <a:tc>
                  <a:txBody>
                    <a:bodyPr/>
                    <a:lstStyle/>
                    <a:p>
                      <a:pPr marL="0" marR="0" lvl="0" indent="0" algn="ctr" rtl="0" eaLnBrk="1" fontAlgn="auto" latinLnBrk="0" hangingPunct="1">
                        <a:lnSpc>
                          <a:spcPct val="100000"/>
                        </a:lnSpc>
                        <a:spcBef>
                          <a:spcPts val="300"/>
                        </a:spcBef>
                        <a:spcAft>
                          <a:spcPts val="300"/>
                        </a:spcAft>
                        <a:buClrTx/>
                        <a:buSzTx/>
                        <a:buFont typeface="Arial" panose="020B0604020202020204" pitchFamily="34" charset="0"/>
                        <a:buNone/>
                      </a:pPr>
                      <a:r>
                        <a:rPr lang="en-US" sz="1100" b="0">
                          <a:solidFill>
                            <a:schemeClr val="tx1"/>
                          </a:solidFill>
                          <a:latin typeface="+mn-lt"/>
                        </a:rPr>
                        <a:t>Health Records</a:t>
                      </a:r>
                    </a:p>
                  </a:txBody>
                  <a:tcPr marL="91416" marR="91416" marT="45708" marB="45708"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4F0FD"/>
                    </a:solidFill>
                  </a:tcPr>
                </a:tc>
                <a:tc>
                  <a:txBody>
                    <a:bodyPr/>
                    <a:lstStyle/>
                    <a:p>
                      <a:pPr marL="169545" marR="0" lvl="0" indent="-169545">
                        <a:spcBef>
                          <a:spcPts val="0"/>
                        </a:spcBef>
                        <a:spcAft>
                          <a:spcPts val="500"/>
                        </a:spcAft>
                        <a:buFont typeface="Arial" panose="020B0604020202020204" pitchFamily="34" charset="0"/>
                        <a:buChar char="•"/>
                      </a:pPr>
                      <a:r>
                        <a:rPr lang="en-US" sz="900" b="0" i="0" u="none" strike="noStrike" noProof="0">
                          <a:solidFill>
                            <a:schemeClr val="tx1"/>
                          </a:solidFill>
                          <a:effectLst/>
                        </a:rPr>
                        <a:t>Design runway for native vaccine records </a:t>
                      </a:r>
                      <a:endParaRPr lang="en-US" sz="2400"/>
                    </a:p>
                    <a:p>
                      <a:pPr marL="169545" marR="0" lvl="0" indent="-169545">
                        <a:spcBef>
                          <a:spcPts val="0"/>
                        </a:spcBef>
                        <a:spcAft>
                          <a:spcPts val="500"/>
                        </a:spcAft>
                        <a:buFont typeface="Arial" panose="020B0604020202020204" pitchFamily="34" charset="0"/>
                        <a:buChar char="•"/>
                      </a:pPr>
                      <a:r>
                        <a:rPr lang="en-US" sz="900" b="0" i="0" u="none" strike="noStrike" noProof="0">
                          <a:solidFill>
                            <a:schemeClr val="tx1"/>
                          </a:solidFill>
                          <a:effectLst/>
                        </a:rPr>
                        <a:t>Design runway for native lab results</a:t>
                      </a:r>
                      <a:endParaRPr lang="en-US" sz="2400"/>
                    </a:p>
                    <a:p>
                      <a:pPr marL="169545" marR="0" lvl="0" indent="-169545">
                        <a:spcBef>
                          <a:spcPts val="0"/>
                        </a:spcBef>
                        <a:spcAft>
                          <a:spcPts val="500"/>
                        </a:spcAft>
                        <a:buFont typeface="Arial" panose="020B0604020202020204" pitchFamily="34" charset="0"/>
                        <a:buChar char="•"/>
                      </a:pPr>
                      <a:r>
                        <a:rPr lang="en-US" sz="900" b="0" i="0" u="none" strike="noStrike" noProof="0">
                          <a:solidFill>
                            <a:schemeClr val="tx1"/>
                          </a:solidFill>
                          <a:effectLst/>
                        </a:rPr>
                        <a:t>Prepare I90 APIs to power native experience (vaccine records)</a:t>
                      </a:r>
                    </a:p>
                    <a:p>
                      <a:pPr marL="169545" marR="0" lvl="0" indent="-169545">
                        <a:spcBef>
                          <a:spcPts val="0"/>
                        </a:spcBef>
                        <a:spcAft>
                          <a:spcPts val="500"/>
                        </a:spcAft>
                        <a:buFont typeface="Arial" panose="020B0604020202020204" pitchFamily="34" charset="0"/>
                        <a:buChar char="•"/>
                      </a:pPr>
                      <a:endParaRPr lang="en-US" sz="2400"/>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fontAlgn="auto" latinLnBrk="0" hangingPunct="1">
                        <a:lnSpc>
                          <a:spcPct val="100000"/>
                        </a:lnSpc>
                        <a:spcBef>
                          <a:spcPts val="0"/>
                        </a:spcBef>
                        <a:spcAft>
                          <a:spcPts val="0"/>
                        </a:spcAft>
                        <a:buClr>
                          <a:schemeClr val="tx1"/>
                        </a:buClr>
                        <a:buSzTx/>
                        <a:buFont typeface="Arial"/>
                        <a:buChar char="•"/>
                      </a:pPr>
                      <a:r>
                        <a:rPr lang="en-US" sz="900" b="0" i="0" u="none" strike="noStrike" noProof="0">
                          <a:solidFill>
                            <a:schemeClr val="tx1"/>
                          </a:solidFill>
                          <a:effectLst/>
                        </a:rPr>
                        <a:t>Design runway for labs continued</a:t>
                      </a:r>
                      <a:endParaRPr lang="en-US" sz="900">
                        <a:solidFill>
                          <a:schemeClr val="tx1"/>
                        </a:solidFill>
                        <a:effectLst/>
                        <a:latin typeface="CVS Health Sans" panose="020B0504020202020204" pitchFamily="34" charset="0"/>
                      </a:endParaRPr>
                    </a:p>
                    <a:p>
                      <a:pPr marL="171450" lvl="0" indent="-171450" algn="l">
                        <a:lnSpc>
                          <a:spcPct val="100000"/>
                        </a:lnSpc>
                        <a:spcBef>
                          <a:spcPts val="0"/>
                        </a:spcBef>
                        <a:spcAft>
                          <a:spcPts val="0"/>
                        </a:spcAft>
                        <a:buClr>
                          <a:srgbClr val="000000"/>
                        </a:buClr>
                        <a:buSzTx/>
                        <a:buFont typeface="Arial"/>
                        <a:buChar char="•"/>
                      </a:pPr>
                      <a:r>
                        <a:rPr lang="en-US" sz="900" b="0" i="0" u="none" strike="noStrike" noProof="0">
                          <a:solidFill>
                            <a:schemeClr val="tx1"/>
                          </a:solidFill>
                          <a:effectLst/>
                        </a:rPr>
                        <a:t>Native health dashboard with access to available health records (immunizations &amp; lab results) – dark mode</a:t>
                      </a:r>
                      <a:endParaRPr lang="en-US" sz="2400"/>
                    </a:p>
                    <a:p>
                      <a:pPr marL="171450" lvl="0" indent="-171450" algn="l">
                        <a:lnSpc>
                          <a:spcPct val="100000"/>
                        </a:lnSpc>
                        <a:spcBef>
                          <a:spcPts val="0"/>
                        </a:spcBef>
                        <a:spcAft>
                          <a:spcPts val="0"/>
                        </a:spcAft>
                        <a:buClr>
                          <a:srgbClr val="000000"/>
                        </a:buClr>
                        <a:buSzTx/>
                        <a:buFont typeface="Arial"/>
                        <a:buChar char="•"/>
                      </a:pPr>
                      <a:r>
                        <a:rPr lang="en-US" sz="900" b="0" i="0" u="none" strike="noStrike" noProof="0">
                          <a:solidFill>
                            <a:schemeClr val="tx1"/>
                          </a:solidFill>
                          <a:effectLst/>
                        </a:rPr>
                        <a:t>Prepare I90 APIs to power native experience (labs)</a:t>
                      </a:r>
                      <a:endParaRPr lang="en-US" sz="2400"/>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a:lnSpc>
                          <a:spcPct val="100000"/>
                        </a:lnSpc>
                        <a:spcBef>
                          <a:spcPts val="0"/>
                        </a:spcBef>
                        <a:spcAft>
                          <a:spcPts val="0"/>
                        </a:spcAft>
                        <a:buFont typeface="Arial"/>
                        <a:buChar char="•"/>
                      </a:pPr>
                      <a:r>
                        <a:rPr lang="en-US" sz="900" b="0" i="0" u="none" strike="noStrike" noProof="0">
                          <a:solidFill>
                            <a:schemeClr val="tx1"/>
                          </a:solidFill>
                          <a:effectLst/>
                        </a:rPr>
                        <a:t>Native health dashboard with access to available health records (visits) – dark mode</a:t>
                      </a:r>
                      <a:endParaRPr lang="en-US" sz="900">
                        <a:solidFill>
                          <a:schemeClr val="tx1"/>
                        </a:solidFill>
                        <a:latin typeface="CVS Health Sans"/>
                      </a:endParaRPr>
                    </a:p>
                    <a:p>
                      <a:pPr marL="171450" lvl="0" indent="-171450" algn="l">
                        <a:lnSpc>
                          <a:spcPct val="100000"/>
                        </a:lnSpc>
                        <a:spcBef>
                          <a:spcPts val="0"/>
                        </a:spcBef>
                        <a:spcAft>
                          <a:spcPts val="0"/>
                        </a:spcAft>
                        <a:buFont typeface="Arial"/>
                        <a:buChar char="•"/>
                      </a:pPr>
                      <a:r>
                        <a:rPr lang="en-US" sz="900" b="0" i="0" u="none" strike="noStrike" noProof="0">
                          <a:solidFill>
                            <a:schemeClr val="tx1"/>
                          </a:solidFill>
                          <a:effectLst/>
                        </a:rPr>
                        <a:t>Prepare I90 APIs to power native experience continued (visit history)</a:t>
                      </a:r>
                      <a:endParaRPr lang="en-US" sz="2400"/>
                    </a:p>
                    <a:p>
                      <a:pPr marL="171450" lvl="0" indent="-171450" algn="l">
                        <a:lnSpc>
                          <a:spcPct val="100000"/>
                        </a:lnSpc>
                        <a:spcBef>
                          <a:spcPts val="0"/>
                        </a:spcBef>
                        <a:spcAft>
                          <a:spcPts val="0"/>
                        </a:spcAft>
                        <a:buFont typeface="Arial"/>
                        <a:buChar char="•"/>
                      </a:pPr>
                      <a:r>
                        <a:rPr lang="en-US" sz="900" b="0" i="0" u="none" strike="noStrike" noProof="0">
                          <a:solidFill>
                            <a:schemeClr val="tx1"/>
                          </a:solidFill>
                          <a:effectLst/>
                        </a:rPr>
                        <a:t>Begin </a:t>
                      </a:r>
                      <a:r>
                        <a:rPr lang="en-US" sz="900" b="1" i="0" u="none" strike="noStrike" noProof="0">
                          <a:solidFill>
                            <a:schemeClr val="tx1"/>
                          </a:solidFill>
                          <a:effectLst/>
                        </a:rPr>
                        <a:t>integrations of health records with health landing page</a:t>
                      </a:r>
                      <a:r>
                        <a:rPr lang="en-US" sz="900" b="0" i="0" u="none" strike="noStrike" noProof="0">
                          <a:solidFill>
                            <a:schemeClr val="tx1"/>
                          </a:solidFill>
                          <a:effectLst/>
                        </a:rPr>
                        <a:t> in native</a:t>
                      </a:r>
                      <a:endParaRPr lang="en-US" sz="2400"/>
                    </a:p>
                    <a:p>
                      <a:pPr marL="171450" marR="0" lvl="0" indent="-171450">
                        <a:spcBef>
                          <a:spcPts val="0"/>
                        </a:spcBef>
                        <a:spcAft>
                          <a:spcPts val="500"/>
                        </a:spcAft>
                        <a:buFont typeface="Arial"/>
                        <a:buChar char="•"/>
                      </a:pPr>
                      <a:r>
                        <a:rPr lang="en-US" sz="900">
                          <a:solidFill>
                            <a:schemeClr val="tx1"/>
                          </a:solidFill>
                          <a:effectLst/>
                          <a:latin typeface="CVS Health Sans"/>
                        </a:rPr>
                        <a:t>Updates to home screen / onboarding for </a:t>
                      </a:r>
                      <a:r>
                        <a:rPr lang="en-US" sz="900" b="1">
                          <a:solidFill>
                            <a:schemeClr val="tx1"/>
                          </a:solidFill>
                          <a:effectLst/>
                          <a:latin typeface="CVS Health Sans"/>
                        </a:rPr>
                        <a:t>Health records education/entry points</a:t>
                      </a:r>
                      <a:endParaRPr lang="en-US" sz="900" b="1">
                        <a:solidFill>
                          <a:schemeClr val="tx1"/>
                        </a:solidFill>
                        <a:latin typeface="CVS Health Sans"/>
                      </a:endParaRP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lvl="0" indent="-171450" algn="l">
                        <a:lnSpc>
                          <a:spcPct val="100000"/>
                        </a:lnSpc>
                        <a:spcBef>
                          <a:spcPts val="0"/>
                        </a:spcBef>
                        <a:spcAft>
                          <a:spcPts val="0"/>
                        </a:spcAft>
                        <a:buFont typeface="Arial" panose="020B0604020202020204" pitchFamily="34" charset="0"/>
                        <a:buChar char="•"/>
                      </a:pPr>
                      <a:r>
                        <a:rPr lang="en-US" sz="900" b="0" i="0" u="none" strike="noStrike" noProof="0" dirty="0">
                          <a:solidFill>
                            <a:schemeClr val="tx1"/>
                          </a:solidFill>
                          <a:effectLst/>
                        </a:rPr>
                        <a:t>SMS/Email PDF download of health records in app</a:t>
                      </a:r>
                      <a:endParaRPr lang="en-US" sz="900" b="1" i="0" u="none" strike="noStrike" noProof="0" dirty="0">
                        <a:solidFill>
                          <a:schemeClr val="tx1"/>
                        </a:solidFill>
                        <a:effectLst/>
                        <a:latin typeface="CVS Health Sans"/>
                      </a:endParaRPr>
                    </a:p>
                    <a:p>
                      <a:pPr marL="171450" marR="0" lvl="0" indent="-171450">
                        <a:spcBef>
                          <a:spcPts val="0"/>
                        </a:spcBef>
                        <a:spcAft>
                          <a:spcPts val="500"/>
                        </a:spcAft>
                        <a:buFont typeface="Arial"/>
                        <a:buChar char="•"/>
                      </a:pPr>
                      <a:r>
                        <a:rPr lang="en-US" sz="900" b="1" i="0" u="none" strike="noStrike" noProof="0" dirty="0">
                          <a:solidFill>
                            <a:schemeClr val="tx1"/>
                          </a:solidFill>
                          <a:effectLst/>
                          <a:latin typeface="CVS Health Sans"/>
                        </a:rPr>
                        <a:t>Native access to health records</a:t>
                      </a:r>
                      <a:r>
                        <a:rPr lang="en-US" sz="900" dirty="0">
                          <a:solidFill>
                            <a:schemeClr val="tx1"/>
                          </a:solidFill>
                          <a:effectLst/>
                          <a:latin typeface="CVS Health Sans"/>
                        </a:rPr>
                        <a:t> go live (</a:t>
                      </a:r>
                      <a:r>
                        <a:rPr lang="en-US" sz="900" b="0" i="0" u="none" strike="noStrike" noProof="0" dirty="0">
                          <a:solidFill>
                            <a:schemeClr val="tx1"/>
                          </a:solidFill>
                          <a:effectLst/>
                          <a:latin typeface="CVS Health Sans"/>
                        </a:rPr>
                        <a:t>immunizations, labs, and </a:t>
                      </a:r>
                      <a:r>
                        <a:rPr lang="en-US" sz="900" dirty="0">
                          <a:solidFill>
                            <a:schemeClr val="tx1"/>
                          </a:solidFill>
                          <a:effectLst/>
                          <a:latin typeface="CVS Health Sans"/>
                        </a:rPr>
                        <a:t>visits)</a:t>
                      </a:r>
                    </a:p>
                    <a:p>
                      <a:pPr marL="171450" marR="0" lvl="0" indent="-171450">
                        <a:spcBef>
                          <a:spcPts val="0"/>
                        </a:spcBef>
                        <a:spcAft>
                          <a:spcPts val="500"/>
                        </a:spcAft>
                        <a:buFont typeface="Arial"/>
                        <a:buChar char="•"/>
                      </a:pPr>
                      <a:r>
                        <a:rPr lang="en-US" sz="900" b="1" dirty="0">
                          <a:solidFill>
                            <a:schemeClr val="tx1"/>
                          </a:solidFill>
                          <a:effectLst/>
                          <a:latin typeface="CVS Health Sans"/>
                        </a:rPr>
                        <a:t>Send post-visit care reminders</a:t>
                      </a:r>
                      <a:r>
                        <a:rPr lang="en-US" sz="900" dirty="0">
                          <a:solidFill>
                            <a:schemeClr val="tx1"/>
                          </a:solidFill>
                          <a:effectLst/>
                          <a:latin typeface="CVS Health Sans"/>
                        </a:rPr>
                        <a:t> via push message </a:t>
                      </a:r>
                    </a:p>
                    <a:p>
                      <a:pPr marL="171450" marR="0" lvl="0" indent="-171450">
                        <a:spcBef>
                          <a:spcPts val="0"/>
                        </a:spcBef>
                        <a:spcAft>
                          <a:spcPts val="500"/>
                        </a:spcAft>
                        <a:buFont typeface="Arial"/>
                        <a:buChar char="•"/>
                      </a:pPr>
                      <a:r>
                        <a:rPr lang="en-US" sz="900" b="1" dirty="0">
                          <a:solidFill>
                            <a:schemeClr val="tx1"/>
                          </a:solidFill>
                          <a:effectLst/>
                          <a:latin typeface="CVS Health Sans"/>
                        </a:rPr>
                        <a:t>Surface NBAs</a:t>
                      </a:r>
                      <a:r>
                        <a:rPr lang="en-US" sz="900" dirty="0">
                          <a:solidFill>
                            <a:schemeClr val="tx1"/>
                          </a:solidFill>
                          <a:effectLst/>
                          <a:latin typeface="CVS Health Sans"/>
                        </a:rPr>
                        <a:t> to recommend other services a customer could get in an already planned visit </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0311031"/>
                  </a:ext>
                </a:extLst>
              </a:tr>
            </a:tbl>
          </a:graphicData>
        </a:graphic>
      </p:graphicFrame>
      <p:sp>
        <p:nvSpPr>
          <p:cNvPr id="10" name="Title 1">
            <a:extLst>
              <a:ext uri="{FF2B5EF4-FFF2-40B4-BE49-F238E27FC236}">
                <a16:creationId xmlns:a16="http://schemas.microsoft.com/office/drawing/2014/main" id="{CB97144D-9E90-25A8-B2F0-4A1732AF85BC}"/>
              </a:ext>
            </a:extLst>
          </p:cNvPr>
          <p:cNvSpPr>
            <a:spLocks noGrp="1"/>
          </p:cNvSpPr>
          <p:nvPr>
            <p:ph type="title"/>
          </p:nvPr>
        </p:nvSpPr>
        <p:spPr>
          <a:xfrm>
            <a:off x="237744" y="96173"/>
            <a:ext cx="10963656" cy="713232"/>
          </a:xfrm>
        </p:spPr>
        <p:txBody>
          <a:bodyPr vert="horz"/>
          <a:lstStyle/>
          <a:p>
            <a:r>
              <a:rPr lang="en-US"/>
              <a:t>4Q Roadmap – Super App</a:t>
            </a:r>
          </a:p>
        </p:txBody>
      </p:sp>
    </p:spTree>
    <p:extLst>
      <p:ext uri="{BB962C8B-B14F-4D97-AF65-F5344CB8AC3E}">
        <p14:creationId xmlns:p14="http://schemas.microsoft.com/office/powerpoint/2010/main" val="2565158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8E7694FC-77B9-4188-8BBD-A17ED49F765F}"/>
              </a:ext>
            </a:extLst>
          </p:cNvPr>
          <p:cNvGraphicFramePr>
            <a:graphicFrameLocks noChangeAspect="1"/>
          </p:cNvGraphicFramePr>
          <p:nvPr>
            <p:custDataLst>
              <p:tags r:id="rId1"/>
            </p:custDataLst>
          </p:nvPr>
        </p:nvGraphicFramePr>
        <p:xfrm>
          <a:off x="3175" y="2480"/>
          <a:ext cx="1588" cy="1588"/>
        </p:xfrm>
        <a:graphic>
          <a:graphicData uri="http://schemas.openxmlformats.org/presentationml/2006/ole">
            <mc:AlternateContent xmlns:mc="http://schemas.openxmlformats.org/markup-compatibility/2006">
              <mc:Choice xmlns:v="urn:schemas-microsoft-com:vml" Requires="v">
                <p:oleObj name="think-cell Slide" r:id="rId4" imgW="306" imgH="306" progId="TCLayout.ActiveDocument.1">
                  <p:embed/>
                </p:oleObj>
              </mc:Choice>
              <mc:Fallback>
                <p:oleObj name="think-cell Slide" r:id="rId4" imgW="306" imgH="306" progId="TCLayout.ActiveDocument.1">
                  <p:embed/>
                  <p:pic>
                    <p:nvPicPr>
                      <p:cNvPr id="5" name="Object 4" hidden="1">
                        <a:extLst>
                          <a:ext uri="{FF2B5EF4-FFF2-40B4-BE49-F238E27FC236}">
                            <a16:creationId xmlns:a16="http://schemas.microsoft.com/office/drawing/2014/main" id="{8E7694FC-77B9-4188-8BBD-A17ED49F765F}"/>
                          </a:ext>
                        </a:extLst>
                      </p:cNvPr>
                      <p:cNvPicPr/>
                      <p:nvPr/>
                    </p:nvPicPr>
                    <p:blipFill>
                      <a:blip r:embed="rId5"/>
                      <a:stretch>
                        <a:fillRect/>
                      </a:stretch>
                    </p:blipFill>
                    <p:spPr>
                      <a:xfrm>
                        <a:off x="3175" y="2480"/>
                        <a:ext cx="1588" cy="1588"/>
                      </a:xfrm>
                      <a:prstGeom prst="rect">
                        <a:avLst/>
                      </a:prstGeom>
                    </p:spPr>
                  </p:pic>
                </p:oleObj>
              </mc:Fallback>
            </mc:AlternateContent>
          </a:graphicData>
        </a:graphic>
      </p:graphicFrame>
      <p:graphicFrame>
        <p:nvGraphicFramePr>
          <p:cNvPr id="6" name="Table 5">
            <a:extLst>
              <a:ext uri="{FF2B5EF4-FFF2-40B4-BE49-F238E27FC236}">
                <a16:creationId xmlns:a16="http://schemas.microsoft.com/office/drawing/2014/main" id="{D1844B49-3A08-4841-8F3C-EADF0A814E33}"/>
              </a:ext>
            </a:extLst>
          </p:cNvPr>
          <p:cNvGraphicFramePr>
            <a:graphicFrameLocks noGrp="1"/>
          </p:cNvGraphicFramePr>
          <p:nvPr/>
        </p:nvGraphicFramePr>
        <p:xfrm>
          <a:off x="237744" y="621916"/>
          <a:ext cx="11716511" cy="5389760"/>
        </p:xfrm>
        <a:graphic>
          <a:graphicData uri="http://schemas.openxmlformats.org/drawingml/2006/table">
            <a:tbl>
              <a:tblPr firstRow="1" bandRow="1">
                <a:tableStyleId>{93296810-A885-4BE3-A3E7-6D5BEEA58F35}</a:tableStyleId>
              </a:tblPr>
              <a:tblGrid>
                <a:gridCol w="1411699">
                  <a:extLst>
                    <a:ext uri="{9D8B030D-6E8A-4147-A177-3AD203B41FA5}">
                      <a16:colId xmlns:a16="http://schemas.microsoft.com/office/drawing/2014/main" val="2119296251"/>
                    </a:ext>
                  </a:extLst>
                </a:gridCol>
                <a:gridCol w="2576203">
                  <a:extLst>
                    <a:ext uri="{9D8B030D-6E8A-4147-A177-3AD203B41FA5}">
                      <a16:colId xmlns:a16="http://schemas.microsoft.com/office/drawing/2014/main" val="859065572"/>
                    </a:ext>
                  </a:extLst>
                </a:gridCol>
                <a:gridCol w="2723794">
                  <a:extLst>
                    <a:ext uri="{9D8B030D-6E8A-4147-A177-3AD203B41FA5}">
                      <a16:colId xmlns:a16="http://schemas.microsoft.com/office/drawing/2014/main" val="3036161125"/>
                    </a:ext>
                  </a:extLst>
                </a:gridCol>
                <a:gridCol w="2428612">
                  <a:extLst>
                    <a:ext uri="{9D8B030D-6E8A-4147-A177-3AD203B41FA5}">
                      <a16:colId xmlns:a16="http://schemas.microsoft.com/office/drawing/2014/main" val="2062153288"/>
                    </a:ext>
                  </a:extLst>
                </a:gridCol>
                <a:gridCol w="2576203">
                  <a:extLst>
                    <a:ext uri="{9D8B030D-6E8A-4147-A177-3AD203B41FA5}">
                      <a16:colId xmlns:a16="http://schemas.microsoft.com/office/drawing/2014/main" val="1856653284"/>
                    </a:ext>
                  </a:extLst>
                </a:gridCol>
              </a:tblGrid>
              <a:tr h="305854">
                <a:tc>
                  <a:txBody>
                    <a:bodyPr/>
                    <a:lstStyle/>
                    <a:p>
                      <a:pPr algn="ctr"/>
                      <a:r>
                        <a:rPr lang="en-US" sz="1600" b="0" i="0">
                          <a:solidFill>
                            <a:srgbClr val="0070C0"/>
                          </a:solidFill>
                          <a:latin typeface="+mj-lt"/>
                        </a:rPr>
                        <a:t>Program</a:t>
                      </a:r>
                      <a:endParaRPr lang="en-US" sz="1600" b="0" i="0">
                        <a:solidFill>
                          <a:schemeClr val="bg1"/>
                        </a:solidFill>
                        <a:latin typeface="+mj-lt"/>
                      </a:endParaRP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600" b="0" i="0" kern="1500">
                          <a:solidFill>
                            <a:srgbClr val="0070C0"/>
                          </a:solidFill>
                          <a:latin typeface="+mn-lt"/>
                        </a:rPr>
                        <a:t>Q1 2024</a:t>
                      </a:r>
                      <a:endParaRPr lang="en-US" sz="1600" b="0" i="0" kern="1500">
                        <a:solidFill>
                          <a:srgbClr val="0070C0"/>
                        </a:solidFill>
                        <a:latin typeface="+mn-lt"/>
                        <a:ea typeface="+mn-ea"/>
                        <a:cs typeface="+mn-cs"/>
                      </a:endParaRPr>
                    </a:p>
                  </a:txBody>
                  <a:tcPr marL="45696" marR="45696" marT="45672" marB="45672"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600" b="0" i="0" kern="1500">
                          <a:solidFill>
                            <a:srgbClr val="0070C0"/>
                          </a:solidFill>
                          <a:latin typeface="+mn-lt"/>
                        </a:rPr>
                        <a:t>Q2 2024</a:t>
                      </a:r>
                      <a:endParaRPr lang="en-US" sz="1600" b="0" i="0" kern="1500">
                        <a:solidFill>
                          <a:srgbClr val="0070C0"/>
                        </a:solidFill>
                        <a:latin typeface="+mn-lt"/>
                        <a:ea typeface="+mn-ea"/>
                        <a:cs typeface="+mn-cs"/>
                      </a:endParaRP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600" b="0" i="0" kern="1500">
                          <a:solidFill>
                            <a:srgbClr val="0070C0"/>
                          </a:solidFill>
                          <a:latin typeface="+mn-lt"/>
                          <a:ea typeface="+mn-ea"/>
                          <a:cs typeface="+mn-cs"/>
                        </a:rPr>
                        <a:t>Q3 2024</a:t>
                      </a: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600" b="0" i="0" kern="1500">
                          <a:solidFill>
                            <a:srgbClr val="0070C0"/>
                          </a:solidFill>
                          <a:latin typeface="+mn-lt"/>
                          <a:ea typeface="+mn-ea"/>
                          <a:cs typeface="+mn-cs"/>
                        </a:rPr>
                        <a:t>Q4 2024</a:t>
                      </a: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941402">
                <a:tc>
                  <a:txBody>
                    <a:bodyPr/>
                    <a:lstStyle/>
                    <a:p>
                      <a:pPr marL="0" marR="0" lvl="0" indent="0" algn="ctr" rtl="0" eaLnBrk="1" fontAlgn="auto" latinLnBrk="0" hangingPunct="1">
                        <a:lnSpc>
                          <a:spcPct val="100000"/>
                        </a:lnSpc>
                        <a:spcBef>
                          <a:spcPts val="300"/>
                        </a:spcBef>
                        <a:spcAft>
                          <a:spcPts val="300"/>
                        </a:spcAft>
                        <a:buClrTx/>
                        <a:buSzTx/>
                        <a:buFont typeface="Arial" panose="020B0604020202020204" pitchFamily="34" charset="0"/>
                        <a:buNone/>
                      </a:pPr>
                      <a:r>
                        <a:rPr lang="en-US" sz="1100" b="0">
                          <a:solidFill>
                            <a:schemeClr val="tx1"/>
                          </a:solidFill>
                          <a:latin typeface="+mn-lt"/>
                        </a:rPr>
                        <a:t>Health Triage</a:t>
                      </a:r>
                    </a:p>
                  </a:txBody>
                  <a:tcPr marL="91416" marR="91416" marT="45708" marB="45708"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4F0FD"/>
                    </a:solidFill>
                  </a:tcPr>
                </a:tc>
                <a:tc>
                  <a:txBody>
                    <a:bodyPr/>
                    <a:lstStyle/>
                    <a:p>
                      <a:pPr marL="0" marR="0" lvl="0" indent="0" algn="l">
                        <a:lnSpc>
                          <a:spcPct val="100000"/>
                        </a:lnSpc>
                        <a:spcBef>
                          <a:spcPts val="0"/>
                        </a:spcBef>
                        <a:spcAft>
                          <a:spcPts val="400"/>
                        </a:spcAft>
                        <a:buClr>
                          <a:srgbClr val="000000"/>
                        </a:buClr>
                        <a:buSzTx/>
                        <a:buFont typeface="Arial"/>
                        <a:buNone/>
                      </a:pPr>
                      <a:r>
                        <a:rPr lang="en-US" sz="900" b="1" i="0" u="none" strike="noStrike" kern="1200" baseline="0" noProof="0">
                          <a:solidFill>
                            <a:schemeClr val="tx1"/>
                          </a:solidFill>
                          <a:effectLst/>
                          <a:latin typeface="+mn-lt"/>
                          <a:ea typeface="+mn-ea"/>
                          <a:cs typeface="+mn-cs"/>
                        </a:rPr>
                        <a:t>Conversational AI </a:t>
                      </a: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0" i="0" u="none" strike="noStrike" kern="1200" baseline="0" noProof="0">
                          <a:solidFill>
                            <a:schemeClr val="tx1"/>
                          </a:solidFill>
                          <a:effectLst/>
                          <a:latin typeface="+mn-lt"/>
                          <a:ea typeface="+mn-ea"/>
                          <a:cs typeface="+mn-cs"/>
                        </a:rPr>
                        <a:t>Allow SPL patients to upload their insurance card image within chat</a:t>
                      </a: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1" i="0" u="none" strike="noStrike" kern="1200" baseline="0" noProof="0">
                          <a:solidFill>
                            <a:schemeClr val="tx1"/>
                          </a:solidFill>
                          <a:effectLst/>
                          <a:latin typeface="+mn-lt"/>
                          <a:ea typeface="+mn-ea"/>
                          <a:cs typeface="+mn-cs"/>
                        </a:rPr>
                        <a:t>Enhance the IVR-VA </a:t>
                      </a:r>
                      <a:r>
                        <a:rPr lang="en-US" sz="900" b="0" i="0" u="none" strike="noStrike" kern="1200" baseline="0" noProof="0">
                          <a:solidFill>
                            <a:schemeClr val="tx1"/>
                          </a:solidFill>
                          <a:effectLst/>
                          <a:latin typeface="+mn-lt"/>
                          <a:ea typeface="+mn-ea"/>
                          <a:cs typeface="+mn-cs"/>
                        </a:rPr>
                        <a:t>experience by fixinf de-duping order submission, and move to I-90 app</a:t>
                      </a:r>
                      <a:r>
                        <a:rPr lang="en-US" sz="900" b="1" i="0" u="none" strike="noStrike" kern="1200" baseline="0" noProof="0">
                          <a:solidFill>
                            <a:schemeClr val="tx1"/>
                          </a:solidFill>
                          <a:effectLst/>
                          <a:latin typeface="CVS Health Sans"/>
                        </a:rPr>
                        <a:t> </a:t>
                      </a:r>
                      <a:endParaRPr lang="en-US" sz="900" b="0" i="0" u="none" strike="noStrike" kern="1200" baseline="0" noProof="0">
                        <a:solidFill>
                          <a:schemeClr val="tx1"/>
                        </a:solidFill>
                        <a:effectLst/>
                        <a:latin typeface="+mn-lt"/>
                        <a:ea typeface="+mn-ea"/>
                        <a:cs typeface="+mn-cs"/>
                      </a:endParaRP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0" i="0" u="none" strike="noStrike" kern="1200" baseline="0" noProof="0">
                          <a:solidFill>
                            <a:schemeClr val="tx1"/>
                          </a:solidFill>
                          <a:effectLst/>
                          <a:latin typeface="CVS Health Sans"/>
                        </a:rPr>
                        <a:t>Launch new</a:t>
                      </a:r>
                      <a:r>
                        <a:rPr lang="en-US" sz="900" b="1" i="0" u="none" strike="noStrike" kern="1200" baseline="0" noProof="0">
                          <a:solidFill>
                            <a:schemeClr val="tx1"/>
                          </a:solidFill>
                          <a:effectLst/>
                          <a:latin typeface="CVS Health Sans"/>
                        </a:rPr>
                        <a:t> Calls in Queue to Chat </a:t>
                      </a:r>
                      <a:r>
                        <a:rPr lang="en-US" sz="900" b="0" i="0" u="none" strike="noStrike" kern="1200" baseline="0" noProof="0">
                          <a:solidFill>
                            <a:schemeClr val="tx1"/>
                          </a:solidFill>
                          <a:effectLst/>
                          <a:latin typeface="CVS Health Sans"/>
                        </a:rPr>
                        <a:t>Experience</a:t>
                      </a: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0" i="0" u="none" strike="noStrike" kern="1200" baseline="0" noProof="0">
                          <a:solidFill>
                            <a:schemeClr val="tx1"/>
                          </a:solidFill>
                          <a:effectLst/>
                          <a:latin typeface="CVS Health Sans"/>
                        </a:rPr>
                        <a:t>Order sub-status for Specialty pharmacy</a:t>
                      </a:r>
                    </a:p>
                    <a:p>
                      <a:pPr marL="0" marR="0" lvl="0" indent="0" algn="l">
                        <a:lnSpc>
                          <a:spcPct val="100000"/>
                        </a:lnSpc>
                        <a:spcBef>
                          <a:spcPts val="0"/>
                        </a:spcBef>
                        <a:spcAft>
                          <a:spcPts val="300"/>
                        </a:spcAft>
                        <a:buClr>
                          <a:srgbClr val="000000"/>
                        </a:buClr>
                        <a:buSzTx/>
                        <a:buFont typeface="Arial" panose="020B0604020202020204" pitchFamily="34" charset="0"/>
                        <a:buNone/>
                      </a:pPr>
                      <a:r>
                        <a:rPr lang="en-US" sz="900" b="1" i="0" u="none" strike="noStrike" kern="1500" cap="none" spc="0" normalizeH="0" baseline="0" noProof="0">
                          <a:ln>
                            <a:noFill/>
                          </a:ln>
                          <a:solidFill>
                            <a:schemeClr val="tx1"/>
                          </a:solidFill>
                          <a:effectLst/>
                          <a:uLnTx/>
                          <a:uFillTx/>
                          <a:latin typeface="+mn-lt"/>
                          <a:ea typeface="+mn-ea"/>
                          <a:cs typeface="+mn-cs"/>
                        </a:rPr>
                        <a:t>Search &amp; Navigation</a:t>
                      </a:r>
                    </a:p>
                    <a:p>
                      <a:pPr marL="174625" marR="0" lvl="0" indent="-174625" algn="l">
                        <a:lnSpc>
                          <a:spcPct val="100000"/>
                        </a:lnSpc>
                        <a:spcBef>
                          <a:spcPts val="0"/>
                        </a:spcBef>
                        <a:spcAft>
                          <a:spcPts val="300"/>
                        </a:spcAft>
                        <a:buClr>
                          <a:srgbClr val="000000"/>
                        </a:buClr>
                        <a:buSzTx/>
                        <a:buFont typeface="Arial" panose="020B0604020202020204" pitchFamily="34" charset="0"/>
                        <a:buChar char="•"/>
                      </a:pPr>
                      <a:r>
                        <a:rPr lang="en-US" sz="900" b="0" i="0" u="none" strike="noStrike" kern="1500" cap="none" spc="0" normalizeH="0" baseline="0" noProof="0">
                          <a:ln>
                            <a:noFill/>
                          </a:ln>
                          <a:solidFill>
                            <a:schemeClr val="tx1"/>
                          </a:solidFill>
                          <a:effectLst/>
                          <a:uLnTx/>
                          <a:uFillTx/>
                          <a:latin typeface="CVS Health Sans"/>
                        </a:rPr>
                        <a:t>Develop </a:t>
                      </a:r>
                      <a:r>
                        <a:rPr lang="en-US" sz="900" b="1" i="0" u="none" strike="noStrike" kern="1500" cap="none" spc="0" normalizeH="0" baseline="0" noProof="0">
                          <a:ln>
                            <a:noFill/>
                          </a:ln>
                          <a:solidFill>
                            <a:schemeClr val="tx1"/>
                          </a:solidFill>
                          <a:effectLst/>
                          <a:uLnTx/>
                          <a:uFillTx/>
                          <a:latin typeface="CVS Health Sans"/>
                        </a:rPr>
                        <a:t>Configurable Home Screen Header</a:t>
                      </a:r>
                      <a:r>
                        <a:rPr lang="en-US" sz="900" b="0" i="0" u="none" strike="noStrike" kern="1500" cap="none" spc="0" normalizeH="0" baseline="0" noProof="0">
                          <a:ln>
                            <a:noFill/>
                          </a:ln>
                          <a:solidFill>
                            <a:schemeClr val="tx1"/>
                          </a:solidFill>
                          <a:effectLst/>
                          <a:uLnTx/>
                          <a:uFillTx/>
                          <a:latin typeface="CVS Health Sans"/>
                        </a:rPr>
                        <a:t> to Enable Unified Header Across Pages</a:t>
                      </a:r>
                      <a:endParaRPr lang="en-US" sz="900" b="0" i="0" u="none" strike="noStrike" kern="1500" cap="none" spc="0" normalizeH="0" baseline="0" noProof="0">
                        <a:ln>
                          <a:noFill/>
                        </a:ln>
                        <a:solidFill>
                          <a:srgbClr val="808080"/>
                        </a:solidFill>
                        <a:effectLst/>
                        <a:uLnTx/>
                        <a:uFillTx/>
                        <a:latin typeface="CVS Health Sans"/>
                      </a:endParaRPr>
                    </a:p>
                    <a:p>
                      <a:pPr marL="174625" marR="0" lvl="0" indent="-174625" algn="l">
                        <a:lnSpc>
                          <a:spcPct val="100000"/>
                        </a:lnSpc>
                        <a:spcBef>
                          <a:spcPts val="0"/>
                        </a:spcBef>
                        <a:spcAft>
                          <a:spcPts val="300"/>
                        </a:spcAft>
                        <a:buClr>
                          <a:srgbClr val="000000"/>
                        </a:buClr>
                        <a:buSzTx/>
                        <a:buFont typeface="Arial" panose="020B0604020202020204" pitchFamily="34" charset="0"/>
                        <a:buChar char="•"/>
                      </a:pPr>
                      <a:r>
                        <a:rPr lang="en-US" sz="900" b="1" i="0" u="none" strike="noStrike" kern="1500" cap="none" spc="0" normalizeH="0" baseline="0" noProof="0">
                          <a:ln>
                            <a:noFill/>
                          </a:ln>
                          <a:solidFill>
                            <a:schemeClr val="tx1"/>
                          </a:solidFill>
                          <a:effectLst/>
                          <a:uLnTx/>
                          <a:uFillTx/>
                          <a:latin typeface="CVS Health Sans"/>
                        </a:rPr>
                        <a:t>Refresh the Bottom Tab Bar </a:t>
                      </a:r>
                      <a:r>
                        <a:rPr lang="en-US" sz="900" b="0" i="0" u="none" strike="noStrike" kern="1500" cap="none" spc="0" normalizeH="0" baseline="0" noProof="0">
                          <a:ln>
                            <a:noFill/>
                          </a:ln>
                          <a:solidFill>
                            <a:schemeClr val="tx1"/>
                          </a:solidFill>
                          <a:effectLst/>
                          <a:uLnTx/>
                          <a:uFillTx/>
                          <a:latin typeface="CVS Health Sans"/>
                        </a:rPr>
                        <a:t>to Enhance Navigation Experience</a:t>
                      </a: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0" i="0" u="none" strike="noStrike" kern="1500" cap="none" spc="0" normalizeH="0" baseline="0" noProof="0">
                          <a:ln>
                            <a:noFill/>
                          </a:ln>
                          <a:solidFill>
                            <a:schemeClr val="tx1"/>
                          </a:solidFill>
                          <a:effectLst/>
                          <a:uLnTx/>
                          <a:uFillTx/>
                          <a:latin typeface="CVS Health Sans"/>
                        </a:rPr>
                        <a:t>Enable </a:t>
                      </a:r>
                      <a:r>
                        <a:rPr lang="en-US" sz="900" b="1" i="0" u="none" strike="noStrike" kern="1500" cap="none" spc="0" normalizeH="0" baseline="0" noProof="0">
                          <a:ln>
                            <a:noFill/>
                          </a:ln>
                          <a:solidFill>
                            <a:schemeClr val="tx1"/>
                          </a:solidFill>
                          <a:effectLst/>
                          <a:uLnTx/>
                          <a:uFillTx/>
                          <a:latin typeface="CVS Health Sans"/>
                        </a:rPr>
                        <a:t>voice search</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eaLnBrk="1" fontAlgn="auto" latinLnBrk="0" hangingPunct="1">
                        <a:lnSpc>
                          <a:spcPct val="100000"/>
                        </a:lnSpc>
                        <a:spcBef>
                          <a:spcPts val="0"/>
                        </a:spcBef>
                        <a:spcAft>
                          <a:spcPts val="400"/>
                        </a:spcAft>
                        <a:buClr>
                          <a:schemeClr val="tx1"/>
                        </a:buClr>
                        <a:buSzTx/>
                        <a:buFont typeface="Arial" panose="020B0604020202020204" pitchFamily="34" charset="0"/>
                        <a:buNone/>
                      </a:pPr>
                      <a:r>
                        <a:rPr lang="en-US" sz="900" b="1" kern="1200">
                          <a:solidFill>
                            <a:schemeClr val="tx1"/>
                          </a:solidFill>
                          <a:latin typeface="+mj-lt"/>
                          <a:ea typeface="+mn-ea"/>
                          <a:cs typeface="+mn-cs"/>
                        </a:rPr>
                        <a:t>Conversational AI</a:t>
                      </a:r>
                    </a:p>
                    <a:p>
                      <a:pPr marL="171450" marR="0" lvl="0" indent="-171450" algn="l" rtl="0" eaLnBrk="1" fontAlgn="auto" latinLnBrk="0" hangingPunct="1">
                        <a:lnSpc>
                          <a:spcPct val="100000"/>
                        </a:lnSpc>
                        <a:spcBef>
                          <a:spcPts val="0"/>
                        </a:spcBef>
                        <a:spcAft>
                          <a:spcPts val="400"/>
                        </a:spcAft>
                        <a:buClr>
                          <a:schemeClr val="tx1"/>
                        </a:buClr>
                        <a:buSzTx/>
                        <a:buFont typeface="Arial" panose="020B0604020202020204" pitchFamily="34" charset="0"/>
                        <a:buChar char="•"/>
                      </a:pPr>
                      <a:r>
                        <a:rPr lang="en-US" sz="900" b="0" i="0" u="none" strike="noStrike" kern="1200" noProof="0">
                          <a:solidFill>
                            <a:schemeClr val="tx1"/>
                          </a:solidFill>
                          <a:latin typeface="CVS Health Sans"/>
                        </a:rPr>
                        <a:t>Migrate</a:t>
                      </a:r>
                      <a:r>
                        <a:rPr lang="en-US" sz="900" b="1" i="0" u="none" strike="noStrike" kern="1200" noProof="0">
                          <a:solidFill>
                            <a:schemeClr val="tx1"/>
                          </a:solidFill>
                          <a:latin typeface="CVS Health Sans"/>
                        </a:rPr>
                        <a:t> Retail IOS and Android t</a:t>
                      </a:r>
                      <a:r>
                        <a:rPr lang="en-US" sz="900" b="0" i="0" u="none" strike="noStrike" kern="1200" noProof="0">
                          <a:solidFill>
                            <a:schemeClr val="tx1"/>
                          </a:solidFill>
                          <a:latin typeface="CVS Health Sans"/>
                        </a:rPr>
                        <a:t>o Google Dialogflow and Nemo</a:t>
                      </a: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0" i="0" u="none" strike="noStrike" kern="1200" noProof="0">
                          <a:solidFill>
                            <a:schemeClr val="tx1"/>
                          </a:solidFill>
                          <a:latin typeface="CVS Health Sans"/>
                        </a:rPr>
                        <a:t>Build out performance scorecard for Retail App</a:t>
                      </a: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0" kern="1200">
                          <a:solidFill>
                            <a:schemeClr val="tx1"/>
                          </a:solidFill>
                          <a:latin typeface="+mj-lt"/>
                          <a:ea typeface="+mn-ea"/>
                          <a:cs typeface="+mn-cs"/>
                        </a:rPr>
                        <a:t>Launch </a:t>
                      </a:r>
                      <a:r>
                        <a:rPr lang="en-US" sz="900" b="0" strike="noStrike" kern="1200">
                          <a:solidFill>
                            <a:schemeClr val="tx1"/>
                          </a:solidFill>
                          <a:latin typeface="+mj-lt"/>
                          <a:ea typeface="+mn-ea"/>
                          <a:cs typeface="+mn-cs"/>
                        </a:rPr>
                        <a:t>SPL reschedule </a:t>
                      </a:r>
                      <a:r>
                        <a:rPr lang="en-US" sz="900" b="0" kern="1200">
                          <a:solidFill>
                            <a:schemeClr val="tx1"/>
                          </a:solidFill>
                          <a:latin typeface="+mj-lt"/>
                          <a:ea typeface="+mn-ea"/>
                          <a:cs typeface="+mn-cs"/>
                        </a:rPr>
                        <a:t>bot</a:t>
                      </a:r>
                      <a:endParaRPr lang="en-US"/>
                    </a:p>
                    <a:p>
                      <a:pPr marL="171450" marR="0" lvl="0" indent="-171450" algn="l" rtl="0" eaLnBrk="1" fontAlgn="auto" latinLnBrk="0" hangingPunct="1">
                        <a:lnSpc>
                          <a:spcPct val="100000"/>
                        </a:lnSpc>
                        <a:spcBef>
                          <a:spcPts val="0"/>
                        </a:spcBef>
                        <a:spcAft>
                          <a:spcPts val="400"/>
                        </a:spcAft>
                        <a:buClr>
                          <a:schemeClr val="tx1"/>
                        </a:buClr>
                        <a:buSzTx/>
                        <a:buFont typeface="Arial" panose="020B0604020202020204" pitchFamily="34" charset="0"/>
                        <a:buChar char="•"/>
                      </a:pPr>
                      <a:r>
                        <a:rPr lang="en-US" sz="900" b="0" i="0" u="none" strike="noStrike" kern="1200" baseline="0" noProof="0">
                          <a:solidFill>
                            <a:schemeClr val="tx1"/>
                          </a:solidFill>
                          <a:effectLst/>
                          <a:latin typeface="+mn-lt"/>
                          <a:ea typeface="+mn-ea"/>
                          <a:cs typeface="+mn-cs"/>
                        </a:rPr>
                        <a:t>Launch </a:t>
                      </a:r>
                      <a:r>
                        <a:rPr lang="en-US" sz="900" b="1" i="0" u="none" strike="noStrike" kern="1200" baseline="0" noProof="0">
                          <a:solidFill>
                            <a:schemeClr val="tx1"/>
                          </a:solidFill>
                          <a:effectLst/>
                          <a:latin typeface="+mn-lt"/>
                          <a:ea typeface="+mn-ea"/>
                          <a:cs typeface="+mn-cs"/>
                        </a:rPr>
                        <a:t>EZRefill </a:t>
                      </a:r>
                      <a:r>
                        <a:rPr lang="en-US" sz="900" b="0" i="0" u="none" strike="noStrike" kern="1200" baseline="0" noProof="0">
                          <a:solidFill>
                            <a:schemeClr val="tx1"/>
                          </a:solidFill>
                          <a:effectLst/>
                          <a:latin typeface="+mn-lt"/>
                          <a:ea typeface="+mn-ea"/>
                          <a:cs typeface="+mn-cs"/>
                        </a:rPr>
                        <a:t>on SPL for 1 drug (Forteo) and expand to 3</a:t>
                      </a:r>
                      <a:r>
                        <a:rPr lang="en-US" sz="900" b="1" i="0" u="none" strike="noStrike" kern="1200" baseline="0" noProof="0">
                          <a:solidFill>
                            <a:schemeClr val="tx1"/>
                          </a:solidFill>
                          <a:effectLst/>
                          <a:latin typeface="+mn-lt"/>
                          <a:ea typeface="+mn-ea"/>
                          <a:cs typeface="+mn-cs"/>
                        </a:rPr>
                        <a:t> additional therapies</a:t>
                      </a:r>
                      <a:r>
                        <a:rPr lang="en-US" sz="900" b="0" i="0" u="none" strike="noStrike" kern="1200" baseline="0" noProof="0">
                          <a:solidFill>
                            <a:schemeClr val="tx1"/>
                          </a:solidFill>
                          <a:effectLst/>
                          <a:latin typeface="+mn-lt"/>
                          <a:ea typeface="+mn-ea"/>
                          <a:cs typeface="+mn-cs"/>
                        </a:rPr>
                        <a:t>; add </a:t>
                      </a:r>
                      <a:r>
                        <a:rPr lang="en-US" sz="900" b="1" i="0" u="none" strike="noStrike" kern="1200" baseline="0" noProof="0">
                          <a:solidFill>
                            <a:schemeClr val="tx1"/>
                          </a:solidFill>
                          <a:effectLst/>
                          <a:latin typeface="+mn-lt"/>
                          <a:ea typeface="+mn-ea"/>
                          <a:cs typeface="+mn-cs"/>
                        </a:rPr>
                        <a:t>email and IVR channel support </a:t>
                      </a:r>
                      <a:r>
                        <a:rPr lang="en-US" sz="900" b="0" i="0" u="none" strike="noStrike" kern="1200" baseline="0" noProof="0">
                          <a:solidFill>
                            <a:schemeClr val="tx1"/>
                          </a:solidFill>
                          <a:effectLst/>
                          <a:latin typeface="+mn-lt"/>
                          <a:ea typeface="+mn-ea"/>
                          <a:cs typeface="+mn-cs"/>
                        </a:rPr>
                        <a:t>and ability to </a:t>
                      </a:r>
                      <a:r>
                        <a:rPr lang="en-US" sz="900" b="1" i="0" u="none" strike="noStrike" kern="1200" baseline="0" noProof="0">
                          <a:solidFill>
                            <a:schemeClr val="tx1"/>
                          </a:solidFill>
                          <a:effectLst/>
                          <a:latin typeface="+mn-lt"/>
                          <a:ea typeface="+mn-ea"/>
                          <a:cs typeface="+mn-cs"/>
                        </a:rPr>
                        <a:t>fill multiple drugs  </a:t>
                      </a:r>
                      <a:endParaRPr lang="en-US" sz="900" b="1" kern="1200">
                        <a:solidFill>
                          <a:schemeClr val="tx1"/>
                        </a:solidFill>
                        <a:latin typeface="+mj-lt"/>
                        <a:ea typeface="+mn-ea"/>
                        <a:cs typeface="+mn-cs"/>
                      </a:endParaRP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0" i="0" u="none" strike="noStrike" kern="1200" baseline="0" noProof="0">
                          <a:solidFill>
                            <a:schemeClr val="tx1"/>
                          </a:solidFill>
                          <a:latin typeface="+mj-lt"/>
                          <a:ea typeface="+mn-ea"/>
                          <a:cs typeface="+mn-cs"/>
                        </a:rPr>
                        <a:t>Fix key IVR-VA gaps by </a:t>
                      </a:r>
                      <a:r>
                        <a:rPr lang="en-US" sz="900" b="1" i="0" u="none" strike="noStrike" kern="1200" baseline="0" noProof="0">
                          <a:solidFill>
                            <a:schemeClr val="tx1"/>
                          </a:solidFill>
                          <a:latin typeface="+mj-lt"/>
                          <a:ea typeface="+mn-ea"/>
                          <a:cs typeface="+mn-cs"/>
                        </a:rPr>
                        <a:t>showing ineligible Rx Reasons</a:t>
                      </a:r>
                      <a:r>
                        <a:rPr lang="en-US" sz="900" b="0" i="0" u="none" strike="noStrike" kern="1200" baseline="0" noProof="0">
                          <a:solidFill>
                            <a:schemeClr val="tx1"/>
                          </a:solidFill>
                          <a:latin typeface="+mj-lt"/>
                          <a:ea typeface="+mn-ea"/>
                          <a:cs typeface="+mn-cs"/>
                        </a:rPr>
                        <a:t>, </a:t>
                      </a:r>
                      <a:r>
                        <a:rPr lang="en-US" sz="900" b="1" i="0" u="none" strike="noStrike" kern="1200" baseline="0" noProof="0">
                          <a:solidFill>
                            <a:schemeClr val="tx1"/>
                          </a:solidFill>
                          <a:latin typeface="+mj-lt"/>
                          <a:ea typeface="+mn-ea"/>
                          <a:cs typeface="+mn-cs"/>
                        </a:rPr>
                        <a:t>order substatuses, on-hold status and handling,</a:t>
                      </a:r>
                      <a:r>
                        <a:rPr lang="en-US" sz="900" b="0" i="0" u="none" strike="noStrike" kern="1200" baseline="0" noProof="0">
                          <a:solidFill>
                            <a:schemeClr val="tx1"/>
                          </a:solidFill>
                          <a:latin typeface="+mj-lt"/>
                          <a:ea typeface="+mn-ea"/>
                          <a:cs typeface="+mn-cs"/>
                        </a:rPr>
                        <a:t> and launching UX and design updates</a:t>
                      </a: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0" i="0" u="none" strike="noStrike" kern="1500" cap="none" spc="0" normalizeH="0" baseline="0" noProof="0">
                          <a:ln>
                            <a:noFill/>
                          </a:ln>
                          <a:solidFill>
                            <a:schemeClr val="tx1"/>
                          </a:solidFill>
                          <a:effectLst/>
                          <a:uLnTx/>
                          <a:uFillTx/>
                          <a:latin typeface="+mn-lt"/>
                          <a:ea typeface="+mn-ea"/>
                          <a:cs typeface="+mn-cs"/>
                        </a:rPr>
                        <a:t>Store Retail and SPY App Chat within CVS cloud </a:t>
                      </a: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0" i="0" u="none" strike="noStrike" kern="1500" cap="none" spc="0" normalizeH="0" baseline="0" noProof="0">
                          <a:ln>
                            <a:noFill/>
                          </a:ln>
                          <a:solidFill>
                            <a:schemeClr val="tx1"/>
                          </a:solidFill>
                          <a:effectLst/>
                          <a:uLnTx/>
                          <a:uFillTx/>
                          <a:latin typeface="+mn-lt"/>
                          <a:ea typeface="+mn-ea"/>
                          <a:cs typeface="+mn-cs"/>
                        </a:rPr>
                        <a:t>RTL: transfer and cancel intent</a:t>
                      </a:r>
                    </a:p>
                    <a:p>
                      <a:pPr marL="171450" marR="0" lvl="0" indent="-171450" algn="l" rtl="0">
                        <a:lnSpc>
                          <a:spcPct val="100000"/>
                        </a:lnSpc>
                        <a:spcBef>
                          <a:spcPts val="0"/>
                        </a:spcBef>
                        <a:spcAft>
                          <a:spcPts val="400"/>
                        </a:spcAft>
                        <a:buClr>
                          <a:srgbClr val="000000"/>
                        </a:buClr>
                        <a:buSzTx/>
                        <a:buFont typeface="Arial" panose="020B0604020202020204" pitchFamily="34" charset="0"/>
                        <a:buChar char="•"/>
                      </a:pPr>
                      <a:r>
                        <a:rPr lang="en-US" sz="900" b="0" i="0" u="none" strike="noStrike" kern="1500" cap="none" spc="0" normalizeH="0" baseline="0" noProof="0">
                          <a:ln>
                            <a:noFill/>
                          </a:ln>
                          <a:solidFill>
                            <a:schemeClr val="tx1"/>
                          </a:solidFill>
                          <a:effectLst/>
                          <a:uLnTx/>
                          <a:uFillTx/>
                          <a:latin typeface="+mn-lt"/>
                        </a:rPr>
                        <a:t>Build Intent Managerand support NLU matchingfor order status</a:t>
                      </a:r>
                      <a:endParaRPr lang="en-US" sz="900" b="0" i="0" u="none" strike="noStrike" kern="1200" baseline="0" noProof="0">
                        <a:solidFill>
                          <a:schemeClr val="tx1"/>
                        </a:solidFill>
                        <a:latin typeface="+mj-lt"/>
                        <a:ea typeface="+mn-ea"/>
                        <a:cs typeface="+mn-cs"/>
                      </a:endParaRPr>
                    </a:p>
                    <a:p>
                      <a:pPr marL="0" marR="0" lvl="0" indent="0" algn="l">
                        <a:lnSpc>
                          <a:spcPct val="100000"/>
                        </a:lnSpc>
                        <a:spcBef>
                          <a:spcPts val="0"/>
                        </a:spcBef>
                        <a:spcAft>
                          <a:spcPts val="400"/>
                        </a:spcAft>
                        <a:buClr>
                          <a:srgbClr val="000000"/>
                        </a:buClr>
                        <a:buSzTx/>
                        <a:buFont typeface="Arial" panose="020B0604020202020204" pitchFamily="34" charset="0"/>
                        <a:buNone/>
                      </a:pPr>
                      <a:r>
                        <a:rPr lang="en-US" sz="900" b="1" i="0" u="none" strike="noStrike" kern="1200" baseline="0" noProof="0">
                          <a:solidFill>
                            <a:schemeClr val="tx1"/>
                          </a:solidFill>
                          <a:latin typeface="+mj-lt"/>
                          <a:ea typeface="+mn-ea"/>
                          <a:cs typeface="+mn-cs"/>
                        </a:rPr>
                        <a:t>Search &amp; Navigation</a:t>
                      </a:r>
                    </a:p>
                    <a:p>
                      <a:pPr marL="171450" marR="0" lvl="0" indent="-171450" algn="l" rtl="0" eaLnBrk="1" fontAlgn="auto" latinLnBrk="0" hangingPunct="1">
                        <a:lnSpc>
                          <a:spcPct val="100000"/>
                        </a:lnSpc>
                        <a:spcBef>
                          <a:spcPts val="0"/>
                        </a:spcBef>
                        <a:spcAft>
                          <a:spcPts val="400"/>
                        </a:spcAft>
                        <a:buClr>
                          <a:srgbClr val="000000"/>
                        </a:buClr>
                        <a:buSzTx/>
                        <a:buFont typeface="Arial,Sans-Serif" panose="020B0604020202020204" pitchFamily="34" charset="0"/>
                        <a:buChar char="•"/>
                      </a:pPr>
                      <a:r>
                        <a:rPr lang="en-US" sz="900" b="0" i="0" u="none" strike="noStrike" kern="1500" cap="none" spc="0" normalizeH="0" baseline="0" noProof="0">
                          <a:ln>
                            <a:noFill/>
                          </a:ln>
                          <a:solidFill>
                            <a:schemeClr val="tx1"/>
                          </a:solidFill>
                          <a:effectLst/>
                          <a:uLnTx/>
                          <a:uFillTx/>
                          <a:latin typeface="CVS Health Sans"/>
                        </a:rPr>
                        <a:t>Enable </a:t>
                      </a:r>
                      <a:r>
                        <a:rPr lang="en-US" sz="900" b="1" i="0" u="none" strike="noStrike" kern="1500" cap="none" spc="0" normalizeH="0" baseline="0" noProof="0">
                          <a:ln>
                            <a:noFill/>
                          </a:ln>
                          <a:solidFill>
                            <a:schemeClr val="tx1"/>
                          </a:solidFill>
                          <a:effectLst/>
                          <a:uLnTx/>
                          <a:uFillTx/>
                          <a:latin typeface="CVS Health Sans"/>
                        </a:rPr>
                        <a:t>LLM-based search backend</a:t>
                      </a:r>
                      <a:r>
                        <a:rPr lang="en-US" sz="900" b="0" i="0" u="none" strike="noStrike" kern="1500" cap="none" spc="0" normalizeH="0" baseline="0" noProof="0">
                          <a:ln>
                            <a:noFill/>
                          </a:ln>
                          <a:solidFill>
                            <a:schemeClr val="tx1"/>
                          </a:solidFill>
                          <a:effectLst/>
                          <a:uLnTx/>
                          <a:uFillTx/>
                          <a:latin typeface="CVS Health Sans"/>
                        </a:rPr>
                        <a:t> that can route customers based on their search term across front store, drug, health/condition, and RX</a:t>
                      </a:r>
                    </a:p>
                    <a:p>
                      <a:pPr marL="171450" marR="0" lvl="0" indent="-171450" algn="l" defTabSz="457200" rtl="0" eaLnBrk="1" fontAlgn="auto" latinLnBrk="0" hangingPunct="1">
                        <a:lnSpc>
                          <a:spcPct val="100000"/>
                        </a:lnSpc>
                        <a:spcBef>
                          <a:spcPts val="0"/>
                        </a:spcBef>
                        <a:spcAft>
                          <a:spcPts val="400"/>
                        </a:spcAft>
                        <a:buClr>
                          <a:srgbClr val="000000"/>
                        </a:buClr>
                        <a:buSzTx/>
                        <a:buFont typeface="Arial,Sans-Serif" panose="020B0604020202020204" pitchFamily="34" charset="0"/>
                        <a:buChar char="•"/>
                        <a:tabLst/>
                        <a:defRPr/>
                      </a:pPr>
                      <a:r>
                        <a:rPr lang="en-US" sz="900" b="0" i="0" u="none" strike="noStrike">
                          <a:solidFill>
                            <a:srgbClr val="000000"/>
                          </a:solidFill>
                          <a:effectLst/>
                          <a:latin typeface="+mn-lt"/>
                        </a:rPr>
                        <a:t>Expose </a:t>
                      </a:r>
                      <a:r>
                        <a:rPr lang="en-US" sz="900" b="1" i="0" u="none" strike="noStrike">
                          <a:solidFill>
                            <a:srgbClr val="000000"/>
                          </a:solidFill>
                          <a:effectLst/>
                          <a:latin typeface="+mn-lt"/>
                        </a:rPr>
                        <a:t>Search View redesign </a:t>
                      </a:r>
                      <a:r>
                        <a:rPr lang="en-US" sz="900" b="0" i="0" u="none" strike="noStrike">
                          <a:solidFill>
                            <a:srgbClr val="000000"/>
                          </a:solidFill>
                          <a:effectLst/>
                          <a:latin typeface="+mn-lt"/>
                        </a:rPr>
                        <a:t>to include quick links to popular BU functions, suggestions, and recent searches via I90</a:t>
                      </a:r>
                      <a:endParaRPr lang="en-US" sz="900" b="0" i="0" u="none" strike="noStrike" kern="1500" cap="none" spc="0" normalizeH="0" baseline="0" noProof="0">
                        <a:ln>
                          <a:noFill/>
                        </a:ln>
                        <a:solidFill>
                          <a:schemeClr val="tx1"/>
                        </a:solidFill>
                        <a:effectLst/>
                        <a:uLnTx/>
                        <a:uFillTx/>
                        <a:latin typeface="CVS Health Sans"/>
                      </a:endParaRPr>
                    </a:p>
                    <a:p>
                      <a:pPr marL="171450" marR="0" lvl="0" indent="-171450" algn="l" rtl="0" eaLnBrk="1" fontAlgn="auto" latinLnBrk="0" hangingPunct="1">
                        <a:lnSpc>
                          <a:spcPct val="100000"/>
                        </a:lnSpc>
                        <a:spcBef>
                          <a:spcPts val="0"/>
                        </a:spcBef>
                        <a:spcAft>
                          <a:spcPts val="400"/>
                        </a:spcAft>
                        <a:buClr>
                          <a:srgbClr val="000000"/>
                        </a:buClr>
                        <a:buSzTx/>
                        <a:buFont typeface="Arial,Sans-Serif" panose="020B0604020202020204" pitchFamily="34" charset="0"/>
                        <a:buChar char="•"/>
                      </a:pPr>
                      <a:r>
                        <a:rPr lang="en-US" sz="900" b="0" i="0" u="none" strike="noStrike" kern="1500" cap="none" spc="0" normalizeH="0" baseline="0" noProof="0">
                          <a:ln>
                            <a:noFill/>
                          </a:ln>
                          <a:solidFill>
                            <a:schemeClr val="tx1"/>
                          </a:solidFill>
                          <a:effectLst/>
                          <a:uLnTx/>
                          <a:uFillTx/>
                          <a:latin typeface="CVS Health Sans"/>
                        </a:rPr>
                        <a:t>Design </a:t>
                      </a:r>
                      <a:r>
                        <a:rPr lang="en-US" sz="900" b="1" i="0" u="none" strike="noStrike" kern="1500" cap="none" spc="0" normalizeH="0" baseline="0" noProof="0">
                          <a:ln>
                            <a:noFill/>
                          </a:ln>
                          <a:solidFill>
                            <a:schemeClr val="tx1"/>
                          </a:solidFill>
                          <a:effectLst/>
                          <a:uLnTx/>
                          <a:uFillTx/>
                          <a:latin typeface="CVS Health Sans"/>
                        </a:rPr>
                        <a:t>new foundational </a:t>
                      </a:r>
                      <a:r>
                        <a:rPr kumimoji="0" lang="en-US" sz="900" b="1" i="0" u="none" strike="noStrike" kern="1500" cap="none" spc="0" normalizeH="0" baseline="0" noProof="0">
                          <a:ln>
                            <a:noFill/>
                          </a:ln>
                          <a:solidFill>
                            <a:schemeClr val="tx1"/>
                          </a:solidFill>
                          <a:effectLst/>
                          <a:uLnTx/>
                          <a:uFillTx/>
                          <a:latin typeface="CVS Health Sans"/>
                        </a:rPr>
                        <a:t>search</a:t>
                      </a:r>
                      <a:r>
                        <a:rPr lang="en-US" sz="900" b="1" i="0" u="none" strike="noStrike" kern="1500" cap="none" spc="0" normalizeH="0" baseline="0" noProof="0">
                          <a:ln>
                            <a:noFill/>
                          </a:ln>
                          <a:solidFill>
                            <a:schemeClr val="tx1"/>
                          </a:solidFill>
                          <a:effectLst/>
                          <a:uLnTx/>
                          <a:uFillTx/>
                          <a:latin typeface="CVS Health Sans"/>
                        </a:rPr>
                        <a:t> app screen </a:t>
                      </a:r>
                      <a:r>
                        <a:rPr lang="en-US" sz="900" b="0" i="0" u="none" strike="noStrike" kern="1500" cap="none" spc="0" normalizeH="0" baseline="0" noProof="0">
                          <a:ln>
                            <a:noFill/>
                          </a:ln>
                          <a:solidFill>
                            <a:schemeClr val="tx1"/>
                          </a:solidFill>
                          <a:effectLst/>
                          <a:uLnTx/>
                          <a:uFillTx/>
                          <a:latin typeface="CVS Health Sans"/>
                        </a:rPr>
                        <a:t>that integrates health services and drug experiences along-side products</a:t>
                      </a:r>
                    </a:p>
                    <a:p>
                      <a:pPr marL="171450" marR="0" lvl="0" indent="-171450" algn="l" defTabSz="457200" rtl="0" eaLnBrk="1" fontAlgn="auto" latinLnBrk="0" hangingPunct="1">
                        <a:lnSpc>
                          <a:spcPct val="100000"/>
                        </a:lnSpc>
                        <a:spcBef>
                          <a:spcPts val="0"/>
                        </a:spcBef>
                        <a:spcAft>
                          <a:spcPts val="400"/>
                        </a:spcAft>
                        <a:buClr>
                          <a:srgbClr val="000000"/>
                        </a:buClr>
                        <a:buSzTx/>
                        <a:buFont typeface="Arial,Sans-Serif" panose="020B0604020202020204" pitchFamily="34" charset="0"/>
                        <a:buChar char="•"/>
                        <a:tabLst/>
                        <a:defRPr/>
                      </a:pPr>
                      <a:r>
                        <a:rPr lang="en-US" sz="900" b="0" i="0" u="none" strike="noStrike" kern="1500">
                          <a:solidFill>
                            <a:schemeClr val="tx1"/>
                          </a:solidFill>
                          <a:effectLst/>
                          <a:latin typeface="+mn-lt"/>
                          <a:ea typeface="+mn-ea"/>
                          <a:cs typeface="+mn-cs"/>
                        </a:rPr>
                        <a:t>Continue implementing </a:t>
                      </a:r>
                      <a:r>
                        <a:rPr lang="en-US" sz="900" b="1" i="0" u="none" strike="noStrike" kern="1500">
                          <a:solidFill>
                            <a:schemeClr val="tx1"/>
                          </a:solidFill>
                          <a:effectLst/>
                          <a:latin typeface="+mn-lt"/>
                          <a:ea typeface="+mn-ea"/>
                          <a:cs typeface="+mn-cs"/>
                        </a:rPr>
                        <a:t>search redirects to simplify navigation</a:t>
                      </a:r>
                      <a:r>
                        <a:rPr lang="en-US" sz="900" b="0" i="0" u="none" strike="noStrike" kern="1500">
                          <a:solidFill>
                            <a:schemeClr val="tx1"/>
                          </a:solidFill>
                          <a:effectLst/>
                          <a:latin typeface="+mn-lt"/>
                          <a:ea typeface="+mn-ea"/>
                          <a:cs typeface="+mn-cs"/>
                        </a:rPr>
                        <a:t> for priority business search terms</a:t>
                      </a:r>
                      <a:endParaRPr lang="en-US" sz="900" b="0" i="0" u="none" strike="noStrike" kern="1500" cap="none" spc="0" normalizeH="0" baseline="0" noProof="0">
                        <a:ln>
                          <a:noFill/>
                        </a:ln>
                        <a:solidFill>
                          <a:srgbClr val="000000"/>
                        </a:solidFill>
                        <a:effectLst/>
                        <a:uLnTx/>
                        <a:uFillTx/>
                        <a:latin typeface="CVS Health Sans"/>
                      </a:endParaRPr>
                    </a:p>
                    <a:p>
                      <a:pPr marL="171450" marR="0" lvl="0" indent="-171450" algn="l">
                        <a:lnSpc>
                          <a:spcPct val="100000"/>
                        </a:lnSpc>
                        <a:spcBef>
                          <a:spcPts val="0"/>
                        </a:spcBef>
                        <a:spcAft>
                          <a:spcPts val="400"/>
                        </a:spcAft>
                        <a:buClr>
                          <a:srgbClr val="000000"/>
                        </a:buClr>
                        <a:buSzTx/>
                        <a:buFont typeface="Arial" panose="020B0604020202020204" pitchFamily="34" charset="0"/>
                        <a:buChar char="•"/>
                      </a:pPr>
                      <a:r>
                        <a:rPr lang="en-US" sz="900" b="1" i="0" u="none" strike="noStrike" kern="1500" cap="none" spc="0" normalizeH="0" baseline="0" noProof="0">
                          <a:ln>
                            <a:noFill/>
                          </a:ln>
                          <a:solidFill>
                            <a:schemeClr val="tx1"/>
                          </a:solidFill>
                          <a:effectLst/>
                          <a:uLnTx/>
                          <a:uFillTx/>
                          <a:latin typeface="+mn-lt"/>
                          <a:ea typeface="+mn-ea"/>
                          <a:cs typeface="+mn-cs"/>
                        </a:rPr>
                        <a:t>Refresh the home screen header </a:t>
                      </a:r>
                      <a:r>
                        <a:rPr lang="en-US" sz="900" b="0" i="0" u="none" strike="noStrike" kern="1500" cap="none" spc="0" normalizeH="0" baseline="0" noProof="0">
                          <a:ln>
                            <a:noFill/>
                          </a:ln>
                          <a:solidFill>
                            <a:schemeClr val="tx1"/>
                          </a:solidFill>
                          <a:effectLst/>
                          <a:uLnTx/>
                          <a:uFillTx/>
                          <a:latin typeface="+mn-lt"/>
                          <a:ea typeface="+mn-ea"/>
                          <a:cs typeface="+mn-cs"/>
                        </a:rPr>
                        <a:t>to align with home screen and super app color scheme</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eaLnBrk="1" fontAlgn="auto" latinLnBrk="0" hangingPunct="1">
                        <a:lnSpc>
                          <a:spcPct val="100000"/>
                        </a:lnSpc>
                        <a:spcBef>
                          <a:spcPts val="0"/>
                        </a:spcBef>
                        <a:spcAft>
                          <a:spcPts val="400"/>
                        </a:spcAft>
                        <a:buClr>
                          <a:schemeClr val="tx1"/>
                        </a:buClr>
                        <a:buSzTx/>
                        <a:buFont typeface="Arial" panose="020B0604020202020204" pitchFamily="34" charset="0"/>
                        <a:buNone/>
                      </a:pPr>
                      <a:r>
                        <a:rPr kumimoji="0" lang="en-US" sz="900" b="1" i="0" u="none" strike="noStrike" kern="1200" cap="none" spc="0" normalizeH="0" baseline="0" noProof="0">
                          <a:ln>
                            <a:noFill/>
                          </a:ln>
                          <a:solidFill>
                            <a:schemeClr val="tx1"/>
                          </a:solidFill>
                          <a:effectLst/>
                          <a:uLnTx/>
                          <a:uFillTx/>
                          <a:latin typeface="+mj-lt"/>
                          <a:ea typeface="+mn-ea"/>
                          <a:cs typeface="+mn-cs"/>
                        </a:rPr>
                        <a:t>Conversational AI</a:t>
                      </a:r>
                    </a:p>
                    <a:p>
                      <a:pPr marL="171450" marR="0" lvl="0" indent="-171450" algn="l">
                        <a:lnSpc>
                          <a:spcPct val="100000"/>
                        </a:lnSpc>
                        <a:spcBef>
                          <a:spcPts val="0"/>
                        </a:spcBef>
                        <a:spcAft>
                          <a:spcPts val="400"/>
                        </a:spcAft>
                        <a:buClr>
                          <a:srgbClr val="000000"/>
                        </a:buClr>
                        <a:buSzTx/>
                        <a:buFont typeface="Arial,Sans-Serif" panose="020B0604020202020204" pitchFamily="34" charset="0"/>
                        <a:buChar char="•"/>
                      </a:pPr>
                      <a:r>
                        <a:rPr lang="en-US" sz="900" b="0" i="0" u="none" strike="noStrike" kern="1500" cap="none" spc="0" normalizeH="0" baseline="0" noProof="0">
                          <a:ln>
                            <a:noFill/>
                          </a:ln>
                          <a:solidFill>
                            <a:schemeClr val="tx1"/>
                          </a:solidFill>
                          <a:effectLst/>
                          <a:uLnTx/>
                          <a:uFillTx/>
                          <a:latin typeface="+mn-lt"/>
                          <a:ea typeface="+mn-ea"/>
                          <a:cs typeface="+mn-cs"/>
                        </a:rPr>
                        <a:t>Launch SPL Payment and Insurance Bot</a:t>
                      </a:r>
                    </a:p>
                    <a:p>
                      <a:pPr marL="171450" marR="0" lvl="0" indent="-171450" algn="l">
                        <a:spcBef>
                          <a:spcPts val="0"/>
                        </a:spcBef>
                        <a:spcAft>
                          <a:spcPts val="400"/>
                        </a:spcAft>
                        <a:buClr>
                          <a:srgbClr val="000000"/>
                        </a:buClr>
                        <a:buSzTx/>
                        <a:buFont typeface="Arial,Sans-Serif" panose="020B0604020202020204" pitchFamily="34" charset="0"/>
                        <a:buChar char="•"/>
                      </a:pPr>
                      <a:r>
                        <a:rPr lang="en-US" sz="900" b="0" i="0" u="none" strike="noStrike" kern="1200" cap="none" spc="0" normalizeH="0" baseline="0" noProof="0">
                          <a:ln>
                            <a:noFill/>
                          </a:ln>
                          <a:solidFill>
                            <a:schemeClr val="tx1"/>
                          </a:solidFill>
                          <a:effectLst/>
                          <a:uLnTx/>
                          <a:uFillTx/>
                          <a:latin typeface="+mn-lt"/>
                        </a:rPr>
                        <a:t>Expand EZRefill to all digitally fillable (5800 drugs)</a:t>
                      </a:r>
                    </a:p>
                    <a:p>
                      <a:pPr marL="171450" marR="0" lvl="0" indent="-171450" algn="l">
                        <a:spcBef>
                          <a:spcPts val="0"/>
                        </a:spcBef>
                        <a:spcAft>
                          <a:spcPts val="400"/>
                        </a:spcAft>
                        <a:buClr>
                          <a:srgbClr val="000000"/>
                        </a:buClr>
                        <a:buSzTx/>
                        <a:buFont typeface="Arial,Sans-Serif" panose="020B0604020202020204" pitchFamily="34" charset="0"/>
                        <a:buChar char="•"/>
                      </a:pPr>
                      <a:r>
                        <a:rPr lang="en-US" sz="900" b="0" i="0" u="none" strike="noStrike" kern="1200" cap="none" spc="0" normalizeH="0" baseline="0" noProof="0">
                          <a:ln>
                            <a:noFill/>
                          </a:ln>
                          <a:solidFill>
                            <a:schemeClr val="tx1"/>
                          </a:solidFill>
                          <a:effectLst/>
                          <a:uLnTx/>
                          <a:uFillTx/>
                          <a:latin typeface="+mn-lt"/>
                        </a:rPr>
                        <a:t>Expand Rx Action note support to include insurance reject, no response , and Prior Authorizations on all platforms</a:t>
                      </a:r>
                    </a:p>
                    <a:p>
                      <a:pPr marL="171450" marR="0" lvl="0" indent="-171450" algn="l">
                        <a:spcBef>
                          <a:spcPts val="0"/>
                        </a:spcBef>
                        <a:spcAft>
                          <a:spcPts val="400"/>
                        </a:spcAft>
                        <a:buClr>
                          <a:srgbClr val="000000"/>
                        </a:buClr>
                        <a:buSzTx/>
                        <a:buFont typeface="Arial,Sans-Serif" panose="020B0604020202020204" pitchFamily="34" charset="0"/>
                        <a:buChar char="•"/>
                      </a:pPr>
                      <a:r>
                        <a:rPr lang="en-US" sz="900" b="0" i="0" u="none" strike="noStrike" kern="1200" cap="none" spc="0" normalizeH="0" baseline="0" noProof="0">
                          <a:ln>
                            <a:noFill/>
                          </a:ln>
                          <a:solidFill>
                            <a:schemeClr val="tx1"/>
                          </a:solidFill>
                          <a:effectLst/>
                          <a:uLnTx/>
                          <a:uFillTx/>
                          <a:latin typeface="+mn-lt"/>
                        </a:rPr>
                        <a:t>NLU intents for order status, refill and other intents</a:t>
                      </a:r>
                    </a:p>
                    <a:p>
                      <a:pPr marL="0" marR="0" lvl="0" indent="0" algn="l" rtl="0" eaLnBrk="1" fontAlgn="auto" latinLnBrk="0" hangingPunct="1">
                        <a:lnSpc>
                          <a:spcPct val="100000"/>
                        </a:lnSpc>
                        <a:spcBef>
                          <a:spcPts val="0"/>
                        </a:spcBef>
                        <a:spcAft>
                          <a:spcPts val="400"/>
                        </a:spcAft>
                        <a:buClr>
                          <a:schemeClr val="tx1"/>
                        </a:buClr>
                        <a:buSzTx/>
                        <a:buFont typeface="Arial" panose="020B0604020202020204" pitchFamily="34" charset="0"/>
                        <a:buNone/>
                      </a:pPr>
                      <a:r>
                        <a:rPr kumimoji="0" lang="en-US" sz="900" b="1" i="0" u="none" strike="noStrike" kern="1200" cap="none" spc="0" normalizeH="0" baseline="0" noProof="0">
                          <a:ln>
                            <a:noFill/>
                          </a:ln>
                          <a:solidFill>
                            <a:schemeClr val="tx1"/>
                          </a:solidFill>
                          <a:effectLst/>
                          <a:uLnTx/>
                          <a:uFillTx/>
                          <a:latin typeface="+mj-lt"/>
                          <a:ea typeface="+mn-ea"/>
                          <a:cs typeface="+mn-cs"/>
                        </a:rPr>
                        <a:t>Search &amp; Navigation</a:t>
                      </a:r>
                    </a:p>
                    <a:p>
                      <a:pPr marL="171450" marR="0" lvl="0" indent="-171450" algn="l" rtl="0" eaLnBrk="1" fontAlgn="auto" latinLnBrk="0" hangingPunct="1">
                        <a:lnSpc>
                          <a:spcPct val="100000"/>
                        </a:lnSpc>
                        <a:spcBef>
                          <a:spcPts val="0"/>
                        </a:spcBef>
                        <a:spcAft>
                          <a:spcPts val="400"/>
                        </a:spcAft>
                        <a:buClr>
                          <a:schemeClr val="tx1"/>
                        </a:buClr>
                        <a:buSzTx/>
                        <a:buFont typeface="Arial" panose="020B0604020202020204" pitchFamily="34" charset="0"/>
                        <a:buChar char="•"/>
                      </a:pPr>
                      <a:r>
                        <a:rPr kumimoji="0" lang="en-US" sz="900" b="0" i="0" u="none" strike="noStrike" kern="1200" cap="none" spc="0" normalizeH="0" baseline="0" noProof="0">
                          <a:ln>
                            <a:noFill/>
                          </a:ln>
                          <a:solidFill>
                            <a:schemeClr val="tx1"/>
                          </a:solidFill>
                          <a:effectLst/>
                          <a:uLnTx/>
                          <a:uFillTx/>
                          <a:latin typeface="+mj-lt"/>
                          <a:ea typeface="+mn-ea"/>
                          <a:cs typeface="+mn-cs"/>
                        </a:rPr>
                        <a:t>See</a:t>
                      </a:r>
                      <a:r>
                        <a:rPr kumimoji="0" lang="en-US" sz="900" b="1" i="0" u="none" strike="noStrike" kern="1200" cap="none" spc="0" normalizeH="0" baseline="0" noProof="0">
                          <a:ln>
                            <a:noFill/>
                          </a:ln>
                          <a:solidFill>
                            <a:schemeClr val="tx1"/>
                          </a:solidFill>
                          <a:effectLst/>
                          <a:uLnTx/>
                          <a:uFillTx/>
                          <a:latin typeface="+mj-lt"/>
                          <a:ea typeface="+mn-ea"/>
                          <a:cs typeface="+mn-cs"/>
                        </a:rPr>
                        <a:t> Rx and FS order status </a:t>
                      </a:r>
                      <a:r>
                        <a:rPr kumimoji="0" lang="en-US" sz="900" b="0" i="0" u="none" strike="noStrike" kern="1200" cap="none" spc="0" normalizeH="0" baseline="0" noProof="0">
                          <a:ln>
                            <a:noFill/>
                          </a:ln>
                          <a:solidFill>
                            <a:schemeClr val="tx1"/>
                          </a:solidFill>
                          <a:effectLst/>
                          <a:uLnTx/>
                          <a:uFillTx/>
                          <a:latin typeface="+mj-lt"/>
                          <a:ea typeface="+mn-ea"/>
                          <a:cs typeface="+mn-cs"/>
                        </a:rPr>
                        <a:t>across LOBs</a:t>
                      </a:r>
                    </a:p>
                    <a:p>
                      <a:pPr marL="171450" marR="0" lvl="0" indent="-171450" algn="l" rtl="0" eaLnBrk="1" fontAlgn="auto" latinLnBrk="0" hangingPunct="1">
                        <a:lnSpc>
                          <a:spcPct val="100000"/>
                        </a:lnSpc>
                        <a:spcBef>
                          <a:spcPts val="0"/>
                        </a:spcBef>
                        <a:spcAft>
                          <a:spcPts val="400"/>
                        </a:spcAft>
                        <a:buClr>
                          <a:srgbClr val="000000"/>
                        </a:buClr>
                        <a:buSzTx/>
                        <a:buFont typeface="Arial,Sans-Serif" panose="020B0604020202020204" pitchFamily="34" charset="0"/>
                        <a:buChar char="•"/>
                      </a:pPr>
                      <a:r>
                        <a:rPr kumimoji="0" lang="en-US" sz="900" b="0" i="0" u="none" strike="noStrike" kern="1500" cap="none" spc="0" normalizeH="0" baseline="0" noProof="0">
                          <a:ln>
                            <a:noFill/>
                          </a:ln>
                          <a:solidFill>
                            <a:schemeClr val="tx2"/>
                          </a:solidFill>
                          <a:effectLst/>
                          <a:uLnTx/>
                          <a:uFillTx/>
                          <a:latin typeface="+mn-lt"/>
                          <a:ea typeface="+mn-ea"/>
                          <a:cs typeface="+mn-cs"/>
                        </a:rPr>
                        <a:t>Launch </a:t>
                      </a:r>
                      <a:r>
                        <a:rPr kumimoji="0" lang="en-US" sz="900" b="1" i="0" u="none" strike="noStrike" kern="1500" cap="none" spc="0" normalizeH="0" baseline="0" noProof="0">
                          <a:ln>
                            <a:noFill/>
                          </a:ln>
                          <a:solidFill>
                            <a:schemeClr val="tx2"/>
                          </a:solidFill>
                          <a:effectLst/>
                          <a:uLnTx/>
                          <a:uFillTx/>
                          <a:latin typeface="+mn-lt"/>
                          <a:ea typeface="+mn-ea"/>
                          <a:cs typeface="+mn-cs"/>
                        </a:rPr>
                        <a:t>search results </a:t>
                      </a:r>
                      <a:r>
                        <a:rPr kumimoji="0" lang="en-US" sz="900" b="1" i="0" u="none" strike="noStrike" kern="1500" cap="none" spc="0" normalizeH="0" baseline="0" noProof="0">
                          <a:ln>
                            <a:noFill/>
                          </a:ln>
                          <a:solidFill>
                            <a:schemeClr val="tx1"/>
                          </a:solidFill>
                          <a:effectLst/>
                          <a:uLnTx/>
                          <a:uFillTx/>
                          <a:latin typeface="+mn-lt"/>
                          <a:ea typeface="+mn-ea"/>
                          <a:cs typeface="+mn-cs"/>
                        </a:rPr>
                        <a:t>entry point into chat</a:t>
                      </a:r>
                      <a:r>
                        <a:rPr lang="en-US" sz="900" b="1" i="0" u="none" strike="noStrike" kern="1500" cap="none" spc="0" normalizeH="0" baseline="0" noProof="0">
                          <a:ln>
                            <a:noFill/>
                          </a:ln>
                          <a:solidFill>
                            <a:schemeClr val="tx1"/>
                          </a:solidFill>
                          <a:effectLst/>
                          <a:uLnTx/>
                          <a:uFillTx/>
                          <a:latin typeface="+mn-lt"/>
                          <a:ea typeface="+mn-ea"/>
                          <a:cs typeface="+mn-cs"/>
                        </a:rPr>
                        <a:t> with context</a:t>
                      </a:r>
                      <a:endParaRPr kumimoji="0" lang="en-US" sz="900" b="1" i="0" u="none" strike="noStrike" kern="1500" cap="none" spc="0" normalizeH="0" baseline="0" noProof="0">
                        <a:ln>
                          <a:noFill/>
                        </a:ln>
                        <a:solidFill>
                          <a:schemeClr val="tx1"/>
                        </a:solidFill>
                        <a:effectLst/>
                        <a:uLnTx/>
                        <a:uFillTx/>
                        <a:latin typeface="+mn-lt"/>
                        <a:ea typeface="+mn-ea"/>
                        <a:cs typeface="+mn-cs"/>
                      </a:endParaRPr>
                    </a:p>
                    <a:p>
                      <a:pPr marL="171450" marR="0" lvl="0" indent="-171450" algn="l">
                        <a:lnSpc>
                          <a:spcPct val="100000"/>
                        </a:lnSpc>
                        <a:spcBef>
                          <a:spcPts val="0"/>
                        </a:spcBef>
                        <a:spcAft>
                          <a:spcPts val="400"/>
                        </a:spcAft>
                        <a:buClr>
                          <a:srgbClr val="000000"/>
                        </a:buClr>
                        <a:buSzTx/>
                        <a:buFont typeface="Arial,Sans-Serif" panose="020B0604020202020204" pitchFamily="34" charset="0"/>
                        <a:buChar char="•"/>
                      </a:pPr>
                      <a:r>
                        <a:rPr lang="en-US" sz="900" b="0" i="0" u="none" strike="noStrike" kern="1500" cap="none" spc="0" normalizeH="0" baseline="0" noProof="0">
                          <a:ln>
                            <a:noFill/>
                          </a:ln>
                          <a:solidFill>
                            <a:schemeClr val="tx1"/>
                          </a:solidFill>
                          <a:effectLst/>
                          <a:uLnTx/>
                          <a:uFillTx/>
                          <a:latin typeface="+mn-lt"/>
                          <a:ea typeface="+mn-ea"/>
                          <a:cs typeface="+mn-cs"/>
                        </a:rPr>
                        <a:t>Handle appointment scheduling on SPL and RTL</a:t>
                      </a:r>
                    </a:p>
                    <a:p>
                      <a:pPr marL="171450" marR="0" lvl="0" indent="-171450" algn="l">
                        <a:spcBef>
                          <a:spcPts val="0"/>
                        </a:spcBef>
                        <a:spcAft>
                          <a:spcPts val="400"/>
                        </a:spcAft>
                        <a:buClr>
                          <a:srgbClr val="000000"/>
                        </a:buClr>
                        <a:buSzTx/>
                        <a:buFont typeface="Arial,Sans-Serif" panose="020B0604020202020204" pitchFamily="34" charset="0"/>
                        <a:buChar char="•"/>
                      </a:pPr>
                      <a:r>
                        <a:rPr lang="en-US" sz="900" b="0" i="0" u="none" strike="noStrike" kern="1200" cap="none" spc="0" normalizeH="0" baseline="0" noProof="0">
                          <a:ln>
                            <a:noFill/>
                          </a:ln>
                          <a:solidFill>
                            <a:schemeClr val="tx1"/>
                          </a:solidFill>
                          <a:effectLst/>
                          <a:uLnTx/>
                          <a:uFillTx/>
                          <a:latin typeface="CVS Health Sans"/>
                        </a:rPr>
                        <a:t>Enhancements to new enterprise search results page</a:t>
                      </a:r>
                    </a:p>
                    <a:p>
                      <a:pPr marL="171450" marR="0" lvl="0" indent="-171450" algn="l" defTabSz="457200" rtl="0" eaLnBrk="1" fontAlgn="auto" latinLnBrk="0" hangingPunct="1">
                        <a:lnSpc>
                          <a:spcPct val="100000"/>
                        </a:lnSpc>
                        <a:spcBef>
                          <a:spcPts val="0"/>
                        </a:spcBef>
                        <a:spcAft>
                          <a:spcPts val="400"/>
                        </a:spcAft>
                        <a:buClr>
                          <a:srgbClr val="000000"/>
                        </a:buClr>
                        <a:buSzTx/>
                        <a:buFont typeface="Arial,Sans-Serif" panose="020B0604020202020204" pitchFamily="34" charset="0"/>
                        <a:buChar char="•"/>
                        <a:tabLst/>
                        <a:defRPr/>
                      </a:pPr>
                      <a:r>
                        <a:rPr lang="en-US" sz="900" b="0" i="0" u="none" strike="noStrike" kern="1200" cap="none" spc="0" normalizeH="0" baseline="0" noProof="0">
                          <a:ln>
                            <a:noFill/>
                          </a:ln>
                          <a:solidFill>
                            <a:schemeClr val="tx1"/>
                          </a:solidFill>
                          <a:effectLst/>
                          <a:uLnTx/>
                          <a:uFillTx/>
                          <a:latin typeface="+mn-lt"/>
                        </a:rPr>
                        <a:t>Advanced Null Search Results Handling</a:t>
                      </a:r>
                    </a:p>
                    <a:p>
                      <a:pPr marL="171450" marR="0" lvl="0" indent="-171450" algn="l" rtl="0" eaLnBrk="1" fontAlgn="auto" latinLnBrk="0" hangingPunct="1">
                        <a:lnSpc>
                          <a:spcPct val="100000"/>
                        </a:lnSpc>
                        <a:spcBef>
                          <a:spcPts val="0"/>
                        </a:spcBef>
                        <a:spcAft>
                          <a:spcPts val="400"/>
                        </a:spcAft>
                        <a:buClr>
                          <a:srgbClr val="000000"/>
                        </a:buClr>
                        <a:buSzTx/>
                        <a:buFont typeface="Arial,Sans-Serif" panose="020B0604020202020204" pitchFamily="34" charset="0"/>
                        <a:buChar char="•"/>
                      </a:pPr>
                      <a:r>
                        <a:rPr lang="en-US" sz="900" b="0" i="0" u="none" strike="noStrike" kern="1200" cap="none" spc="0" normalizeH="0" baseline="0" noProof="0">
                          <a:ln>
                            <a:noFill/>
                          </a:ln>
                          <a:solidFill>
                            <a:schemeClr val="tx1"/>
                          </a:solidFill>
                          <a:effectLst/>
                          <a:uLnTx/>
                          <a:uFillTx/>
                          <a:latin typeface="+mn-lt"/>
                        </a:rPr>
                        <a:t>Continue to make navigational design iterations informed by customer interaction and conversion data </a:t>
                      </a:r>
                      <a:endParaRPr lang="en-US" sz="900" b="0" i="0" u="none" strike="noStrike" kern="1200" cap="none" spc="0" normalizeH="0" baseline="0" noProof="0">
                        <a:ln>
                          <a:noFill/>
                        </a:ln>
                        <a:solidFill>
                          <a:schemeClr val="tx1"/>
                        </a:solidFill>
                        <a:effectLst/>
                        <a:uLnTx/>
                        <a:uFillTx/>
                        <a:latin typeface="CVS Health Sans"/>
                      </a:endParaRP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spcBef>
                          <a:spcPts val="0"/>
                        </a:spcBef>
                        <a:spcAft>
                          <a:spcPts val="400"/>
                        </a:spcAft>
                        <a:buFont typeface="Arial"/>
                        <a:buNone/>
                      </a:pPr>
                      <a:r>
                        <a:rPr lang="en-US" sz="900" b="1">
                          <a:solidFill>
                            <a:schemeClr val="tx1"/>
                          </a:solidFill>
                          <a:latin typeface="+mj-lt"/>
                        </a:rPr>
                        <a:t>Conversational AI</a:t>
                      </a:r>
                    </a:p>
                    <a:p>
                      <a:pPr marL="171450" marR="0" lvl="0" indent="-171450" algn="l">
                        <a:lnSpc>
                          <a:spcPct val="100000"/>
                        </a:lnSpc>
                        <a:spcBef>
                          <a:spcPts val="0"/>
                        </a:spcBef>
                        <a:spcAft>
                          <a:spcPts val="400"/>
                        </a:spcAft>
                        <a:buClrTx/>
                        <a:buSzTx/>
                        <a:buFont typeface="Arial" panose="020B0604020202020204" pitchFamily="34" charset="0"/>
                        <a:buChar char="•"/>
                      </a:pPr>
                      <a:r>
                        <a:rPr lang="en-US" sz="900" b="0" strike="noStrike" kern="1200">
                          <a:solidFill>
                            <a:schemeClr val="tx1"/>
                          </a:solidFill>
                          <a:latin typeface="+mn-lt"/>
                          <a:ea typeface="+mn-ea"/>
                          <a:cs typeface="+mn-cs"/>
                        </a:rPr>
                        <a:t>Incorporate "Ask me anything" within Retail Virtual Assistant</a:t>
                      </a:r>
                    </a:p>
                    <a:p>
                      <a:pPr marL="171450" marR="0" lvl="0" indent="-171450" algn="l">
                        <a:lnSpc>
                          <a:spcPct val="100000"/>
                        </a:lnSpc>
                        <a:spcBef>
                          <a:spcPts val="0"/>
                        </a:spcBef>
                        <a:spcAft>
                          <a:spcPts val="400"/>
                        </a:spcAft>
                        <a:buClrTx/>
                        <a:buSzTx/>
                        <a:buFont typeface="Arial" panose="020B0604020202020204" pitchFamily="34" charset="0"/>
                        <a:buChar char="•"/>
                      </a:pPr>
                      <a:r>
                        <a:rPr lang="en-US" sz="900" b="0" strike="noStrike" kern="1200">
                          <a:solidFill>
                            <a:schemeClr val="tx1"/>
                          </a:solidFill>
                          <a:latin typeface="+mn-lt"/>
                          <a:ea typeface="+mn-ea"/>
                          <a:cs typeface="+mn-cs"/>
                        </a:rPr>
                        <a:t>Appt Scheduling</a:t>
                      </a:r>
                      <a:endParaRPr lang="en-US" sz="900" b="1">
                        <a:solidFill>
                          <a:schemeClr val="tx1"/>
                        </a:solidFill>
                        <a:latin typeface="+mj-lt"/>
                      </a:endParaRPr>
                    </a:p>
                    <a:p>
                      <a:pPr marL="171450" marR="0" lvl="0" indent="-171450" algn="l">
                        <a:lnSpc>
                          <a:spcPct val="100000"/>
                        </a:lnSpc>
                        <a:spcBef>
                          <a:spcPts val="0"/>
                        </a:spcBef>
                        <a:spcAft>
                          <a:spcPts val="400"/>
                        </a:spcAft>
                        <a:buClrTx/>
                        <a:buSzTx/>
                        <a:buFont typeface="Arial" panose="020B0604020202020204" pitchFamily="34" charset="0"/>
                        <a:buChar char="•"/>
                      </a:pPr>
                      <a:r>
                        <a:rPr lang="en-US" sz="900" b="1" i="0" u="none" strike="noStrike" kern="1200" noProof="0">
                          <a:solidFill>
                            <a:schemeClr val="tx1"/>
                          </a:solidFill>
                          <a:latin typeface="CVS Health Sans"/>
                        </a:rPr>
                        <a:t>Answer, fulfill, and navigate core questions around pharmacy payments – </a:t>
                      </a:r>
                      <a:r>
                        <a:rPr lang="en-US" sz="900" b="0" i="0" u="none" strike="noStrike" kern="1200" noProof="0">
                          <a:solidFill>
                            <a:schemeClr val="tx1"/>
                          </a:solidFill>
                          <a:latin typeface="CVS Health Sans"/>
                        </a:rPr>
                        <a:t>all areas of Super App (Caregiver, account, onboarding, etc.) </a:t>
                      </a:r>
                      <a:endParaRPr lang="en-US" sz="900" b="0" strike="noStrike" kern="1200">
                        <a:solidFill>
                          <a:schemeClr val="tx1"/>
                        </a:solidFill>
                        <a:latin typeface="+mn-lt"/>
                        <a:ea typeface="+mn-ea"/>
                        <a:cs typeface="+mn-cs"/>
                      </a:endParaRPr>
                    </a:p>
                    <a:p>
                      <a:pPr marL="171450" marR="0" lvl="0" indent="-171450" algn="l">
                        <a:lnSpc>
                          <a:spcPct val="100000"/>
                        </a:lnSpc>
                        <a:spcBef>
                          <a:spcPts val="0"/>
                        </a:spcBef>
                        <a:spcAft>
                          <a:spcPts val="400"/>
                        </a:spcAft>
                        <a:buClrTx/>
                        <a:buSzTx/>
                        <a:buFont typeface="Arial" panose="020B0604020202020204" pitchFamily="34" charset="0"/>
                        <a:buChar char="•"/>
                      </a:pPr>
                      <a:r>
                        <a:rPr lang="en-US" sz="900" b="0" i="0" u="none" strike="noStrike" kern="1200" noProof="0">
                          <a:solidFill>
                            <a:schemeClr val="tx1"/>
                          </a:solidFill>
                          <a:latin typeface="CVS Health Sans"/>
                        </a:rPr>
                        <a:t>Additional bot automations: order promise time, caregiver set up, delivery</a:t>
                      </a:r>
                    </a:p>
                    <a:p>
                      <a:pPr marL="171450" marR="0" lvl="0" indent="-171450" algn="l">
                        <a:lnSpc>
                          <a:spcPct val="100000"/>
                        </a:lnSpc>
                        <a:spcBef>
                          <a:spcPts val="0"/>
                        </a:spcBef>
                        <a:spcAft>
                          <a:spcPts val="400"/>
                        </a:spcAft>
                        <a:buClrTx/>
                        <a:buSzTx/>
                        <a:buFont typeface="Arial" panose="020B0604020202020204" pitchFamily="34" charset="0"/>
                        <a:buChar char="•"/>
                      </a:pPr>
                      <a:r>
                        <a:rPr lang="en-US" sz="900" b="0" i="0" u="none" strike="noStrike" kern="1200" noProof="0">
                          <a:solidFill>
                            <a:schemeClr val="tx1"/>
                          </a:solidFill>
                          <a:latin typeface="CVS Health Sans"/>
                        </a:rPr>
                        <a:t>Launch Search to chat</a:t>
                      </a:r>
                      <a:endParaRPr lang="en-US"/>
                    </a:p>
                    <a:p>
                      <a:pPr marL="0" indent="0">
                        <a:spcBef>
                          <a:spcPts val="0"/>
                        </a:spcBef>
                        <a:spcAft>
                          <a:spcPts val="400"/>
                        </a:spcAft>
                        <a:buFont typeface="Arial"/>
                        <a:buNone/>
                      </a:pPr>
                      <a:r>
                        <a:rPr lang="en-US" sz="900" b="1">
                          <a:solidFill>
                            <a:schemeClr val="tx1"/>
                          </a:solidFill>
                          <a:latin typeface="+mj-lt"/>
                        </a:rPr>
                        <a:t>Search &amp; Navigation</a:t>
                      </a:r>
                    </a:p>
                    <a:p>
                      <a:pPr marL="171450" indent="-171450">
                        <a:spcBef>
                          <a:spcPts val="0"/>
                        </a:spcBef>
                        <a:spcAft>
                          <a:spcPts val="400"/>
                        </a:spcAft>
                        <a:buFont typeface="Arial"/>
                        <a:buChar char="•"/>
                      </a:pPr>
                      <a:r>
                        <a:rPr lang="en-US" sz="900" b="1">
                          <a:solidFill>
                            <a:schemeClr val="tx1"/>
                          </a:solidFill>
                          <a:latin typeface="+mj-lt"/>
                        </a:rPr>
                        <a:t>Scan RX bottle or product barcode </a:t>
                      </a:r>
                      <a:r>
                        <a:rPr lang="en-US" sz="900" b="0">
                          <a:solidFill>
                            <a:schemeClr val="tx1"/>
                          </a:solidFill>
                          <a:latin typeface="+mj-lt"/>
                        </a:rPr>
                        <a:t>to make RX actions or find a product</a:t>
                      </a:r>
                      <a:endParaRPr lang="en-US" sz="900" b="0">
                        <a:solidFill>
                          <a:schemeClr val="tx1"/>
                        </a:solidFill>
                        <a:highlight>
                          <a:srgbClr val="FFFF00"/>
                        </a:highlight>
                        <a:latin typeface="+mj-lt"/>
                      </a:endParaRPr>
                    </a:p>
                    <a:p>
                      <a:pPr marL="171450" marR="0" lvl="0" indent="-171450" algn="l">
                        <a:lnSpc>
                          <a:spcPct val="100000"/>
                        </a:lnSpc>
                        <a:spcBef>
                          <a:spcPts val="0"/>
                        </a:spcBef>
                        <a:spcAft>
                          <a:spcPts val="400"/>
                        </a:spcAft>
                        <a:buClrTx/>
                        <a:buSzTx/>
                        <a:buFont typeface="Arial" panose="020B0604020202020204" pitchFamily="34" charset="0"/>
                        <a:buChar char="•"/>
                      </a:pPr>
                      <a:r>
                        <a:rPr lang="en-US" sz="900" b="0" strike="noStrike" kern="1200">
                          <a:solidFill>
                            <a:schemeClr val="tx1"/>
                          </a:solidFill>
                          <a:latin typeface="+mn-lt"/>
                          <a:ea typeface="+mn-ea"/>
                          <a:cs typeface="+mn-cs"/>
                        </a:rPr>
                        <a:t>Schedule, change, or cancel appoints within the Retail App</a:t>
                      </a:r>
                    </a:p>
                    <a:p>
                      <a:pPr marL="171450" marR="0" lvl="0" indent="-171450" algn="l">
                        <a:lnSpc>
                          <a:spcPct val="100000"/>
                        </a:lnSpc>
                        <a:spcBef>
                          <a:spcPts val="0"/>
                        </a:spcBef>
                        <a:spcAft>
                          <a:spcPts val="300"/>
                        </a:spcAft>
                        <a:buClr>
                          <a:srgbClr val="000000"/>
                        </a:buClr>
                        <a:buSzTx/>
                        <a:buFont typeface="Arial"/>
                        <a:buChar char="•"/>
                      </a:pPr>
                      <a:r>
                        <a:rPr kumimoji="0" lang="en-US" sz="900" b="1" i="0" u="none" strike="noStrike" kern="1500" cap="none" spc="0" normalizeH="0" baseline="0" noProof="0">
                          <a:ln>
                            <a:noFill/>
                          </a:ln>
                          <a:solidFill>
                            <a:schemeClr val="tx1"/>
                          </a:solidFill>
                          <a:effectLst/>
                          <a:uLnTx/>
                          <a:uFillTx/>
                          <a:latin typeface="+mn-lt"/>
                          <a:ea typeface="+mn-ea"/>
                          <a:cs typeface="+mn-cs"/>
                        </a:rPr>
                        <a:t>Search by photo or pill</a:t>
                      </a:r>
                    </a:p>
                    <a:p>
                      <a:pPr marL="171450" marR="0" lvl="0" indent="-171450" algn="l">
                        <a:lnSpc>
                          <a:spcPct val="100000"/>
                        </a:lnSpc>
                        <a:spcBef>
                          <a:spcPts val="0"/>
                        </a:spcBef>
                        <a:spcAft>
                          <a:spcPts val="300"/>
                        </a:spcAft>
                        <a:buClr>
                          <a:srgbClr val="000000"/>
                        </a:buClr>
                        <a:buSzTx/>
                        <a:buFont typeface="Arial"/>
                        <a:buChar char="•"/>
                      </a:pPr>
                      <a:r>
                        <a:rPr kumimoji="0" lang="en-US" sz="900" b="0" i="0" u="none" strike="noStrike" kern="1500" cap="none" spc="0" normalizeH="0" baseline="0" noProof="0">
                          <a:ln>
                            <a:noFill/>
                          </a:ln>
                          <a:solidFill>
                            <a:schemeClr val="tx1"/>
                          </a:solidFill>
                          <a:effectLst/>
                          <a:uLnTx/>
                          <a:uFillTx/>
                          <a:latin typeface="+mn-lt"/>
                          <a:ea typeface="+mn-ea"/>
                          <a:cs typeface="+mn-cs"/>
                        </a:rPr>
                        <a:t>Incorporate natural language/semantic search</a:t>
                      </a:r>
                      <a:r>
                        <a:rPr lang="en-US" sz="900" b="0" i="0" u="none" strike="noStrike" kern="1500" cap="none" spc="0" normalizeH="0" baseline="0" noProof="0">
                          <a:ln>
                            <a:noFill/>
                          </a:ln>
                          <a:solidFill>
                            <a:schemeClr val="tx1"/>
                          </a:solidFill>
                          <a:effectLst/>
                          <a:uLnTx/>
                          <a:uFillTx/>
                          <a:latin typeface="+mn-lt"/>
                          <a:ea typeface="+mn-ea"/>
                          <a:cs typeface="+mn-cs"/>
                        </a:rPr>
                        <a:t> </a:t>
                      </a:r>
                      <a:endParaRPr lang="en-US" sz="900" b="0" kern="1200">
                        <a:solidFill>
                          <a:schemeClr val="tx1"/>
                        </a:solidFill>
                        <a:latin typeface="+mn-lt"/>
                        <a:ea typeface="+mn-ea"/>
                        <a:cs typeface="+mn-cs"/>
                      </a:endParaRP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28811454"/>
                  </a:ext>
                </a:extLst>
              </a:tr>
            </a:tbl>
          </a:graphicData>
        </a:graphic>
      </p:graphicFrame>
      <p:sp>
        <p:nvSpPr>
          <p:cNvPr id="10" name="Title 1">
            <a:extLst>
              <a:ext uri="{FF2B5EF4-FFF2-40B4-BE49-F238E27FC236}">
                <a16:creationId xmlns:a16="http://schemas.microsoft.com/office/drawing/2014/main" id="{CB97144D-9E90-25A8-B2F0-4A1732AF85BC}"/>
              </a:ext>
            </a:extLst>
          </p:cNvPr>
          <p:cNvSpPr>
            <a:spLocks noGrp="1"/>
          </p:cNvSpPr>
          <p:nvPr>
            <p:ph type="title"/>
          </p:nvPr>
        </p:nvSpPr>
        <p:spPr>
          <a:xfrm>
            <a:off x="237744" y="118872"/>
            <a:ext cx="10963656" cy="713232"/>
          </a:xfrm>
        </p:spPr>
        <p:txBody>
          <a:bodyPr vert="horz"/>
          <a:lstStyle/>
          <a:p>
            <a:r>
              <a:rPr lang="en-US"/>
              <a:t>4Q Roadmap – Super App</a:t>
            </a:r>
          </a:p>
        </p:txBody>
      </p:sp>
    </p:spTree>
    <p:extLst>
      <p:ext uri="{BB962C8B-B14F-4D97-AF65-F5344CB8AC3E}">
        <p14:creationId xmlns:p14="http://schemas.microsoft.com/office/powerpoint/2010/main" val="4043564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8E7694FC-77B9-4188-8BBD-A17ED49F765F}"/>
              </a:ext>
            </a:extLst>
          </p:cNvPr>
          <p:cNvGraphicFramePr>
            <a:graphicFrameLocks noChangeAspect="1"/>
          </p:cNvGraphicFramePr>
          <p:nvPr>
            <p:custDataLst>
              <p:tags r:id="rId1"/>
            </p:custDataLst>
          </p:nvPr>
        </p:nvGraphicFramePr>
        <p:xfrm>
          <a:off x="3175" y="2480"/>
          <a:ext cx="1588" cy="1588"/>
        </p:xfrm>
        <a:graphic>
          <a:graphicData uri="http://schemas.openxmlformats.org/presentationml/2006/ole">
            <mc:AlternateContent xmlns:mc="http://schemas.openxmlformats.org/markup-compatibility/2006">
              <mc:Choice xmlns:v="urn:schemas-microsoft-com:vml" Requires="v">
                <p:oleObj name="think-cell Slide" r:id="rId4" imgW="306" imgH="306" progId="TCLayout.ActiveDocument.1">
                  <p:embed/>
                </p:oleObj>
              </mc:Choice>
              <mc:Fallback>
                <p:oleObj name="think-cell Slide" r:id="rId4" imgW="306" imgH="306" progId="TCLayout.ActiveDocument.1">
                  <p:embed/>
                  <p:pic>
                    <p:nvPicPr>
                      <p:cNvPr id="5" name="Object 4" hidden="1">
                        <a:extLst>
                          <a:ext uri="{FF2B5EF4-FFF2-40B4-BE49-F238E27FC236}">
                            <a16:creationId xmlns:a16="http://schemas.microsoft.com/office/drawing/2014/main" id="{8E7694FC-77B9-4188-8BBD-A17ED49F765F}"/>
                          </a:ext>
                        </a:extLst>
                      </p:cNvPr>
                      <p:cNvPicPr/>
                      <p:nvPr/>
                    </p:nvPicPr>
                    <p:blipFill>
                      <a:blip r:embed="rId5"/>
                      <a:stretch>
                        <a:fillRect/>
                      </a:stretch>
                    </p:blipFill>
                    <p:spPr>
                      <a:xfrm>
                        <a:off x="3175" y="2480"/>
                        <a:ext cx="1588" cy="1588"/>
                      </a:xfrm>
                      <a:prstGeom prst="rect">
                        <a:avLst/>
                      </a:prstGeom>
                    </p:spPr>
                  </p:pic>
                </p:oleObj>
              </mc:Fallback>
            </mc:AlternateContent>
          </a:graphicData>
        </a:graphic>
      </p:graphicFrame>
      <p:graphicFrame>
        <p:nvGraphicFramePr>
          <p:cNvPr id="6" name="Table 5">
            <a:extLst>
              <a:ext uri="{FF2B5EF4-FFF2-40B4-BE49-F238E27FC236}">
                <a16:creationId xmlns:a16="http://schemas.microsoft.com/office/drawing/2014/main" id="{D1844B49-3A08-4841-8F3C-EADF0A814E33}"/>
              </a:ext>
            </a:extLst>
          </p:cNvPr>
          <p:cNvGraphicFramePr>
            <a:graphicFrameLocks noGrp="1"/>
          </p:cNvGraphicFramePr>
          <p:nvPr/>
        </p:nvGraphicFramePr>
        <p:xfrm>
          <a:off x="237744" y="621916"/>
          <a:ext cx="11716511" cy="4130756"/>
        </p:xfrm>
        <a:graphic>
          <a:graphicData uri="http://schemas.openxmlformats.org/drawingml/2006/table">
            <a:tbl>
              <a:tblPr firstRow="1" bandRow="1">
                <a:tableStyleId>{93296810-A885-4BE3-A3E7-6D5BEEA58F35}</a:tableStyleId>
              </a:tblPr>
              <a:tblGrid>
                <a:gridCol w="1411699">
                  <a:extLst>
                    <a:ext uri="{9D8B030D-6E8A-4147-A177-3AD203B41FA5}">
                      <a16:colId xmlns:a16="http://schemas.microsoft.com/office/drawing/2014/main" val="2119296251"/>
                    </a:ext>
                  </a:extLst>
                </a:gridCol>
                <a:gridCol w="2576203">
                  <a:extLst>
                    <a:ext uri="{9D8B030D-6E8A-4147-A177-3AD203B41FA5}">
                      <a16:colId xmlns:a16="http://schemas.microsoft.com/office/drawing/2014/main" val="859065572"/>
                    </a:ext>
                  </a:extLst>
                </a:gridCol>
                <a:gridCol w="2685517">
                  <a:extLst>
                    <a:ext uri="{9D8B030D-6E8A-4147-A177-3AD203B41FA5}">
                      <a16:colId xmlns:a16="http://schemas.microsoft.com/office/drawing/2014/main" val="3036161125"/>
                    </a:ext>
                  </a:extLst>
                </a:gridCol>
                <a:gridCol w="2466889">
                  <a:extLst>
                    <a:ext uri="{9D8B030D-6E8A-4147-A177-3AD203B41FA5}">
                      <a16:colId xmlns:a16="http://schemas.microsoft.com/office/drawing/2014/main" val="2062153288"/>
                    </a:ext>
                  </a:extLst>
                </a:gridCol>
                <a:gridCol w="2576203">
                  <a:extLst>
                    <a:ext uri="{9D8B030D-6E8A-4147-A177-3AD203B41FA5}">
                      <a16:colId xmlns:a16="http://schemas.microsoft.com/office/drawing/2014/main" val="1856653284"/>
                    </a:ext>
                  </a:extLst>
                </a:gridCol>
              </a:tblGrid>
              <a:tr h="185960">
                <a:tc>
                  <a:txBody>
                    <a:bodyPr/>
                    <a:lstStyle/>
                    <a:p>
                      <a:pPr algn="ctr"/>
                      <a:r>
                        <a:rPr lang="en-US" sz="1600" b="0" i="0">
                          <a:solidFill>
                            <a:srgbClr val="0070C0"/>
                          </a:solidFill>
                          <a:latin typeface="+mj-lt"/>
                        </a:rPr>
                        <a:t>Program</a:t>
                      </a:r>
                      <a:endParaRPr lang="en-US" sz="1600" b="0" i="0">
                        <a:solidFill>
                          <a:schemeClr val="bg1"/>
                        </a:solidFill>
                        <a:latin typeface="+mj-lt"/>
                      </a:endParaRP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600" b="0" i="0" kern="1500">
                          <a:solidFill>
                            <a:srgbClr val="0070C0"/>
                          </a:solidFill>
                          <a:latin typeface="+mn-lt"/>
                        </a:rPr>
                        <a:t>Q1 2024</a:t>
                      </a:r>
                      <a:endParaRPr lang="en-US" sz="1600" b="0" i="0" kern="1500">
                        <a:solidFill>
                          <a:srgbClr val="0070C0"/>
                        </a:solidFill>
                        <a:latin typeface="+mn-lt"/>
                        <a:ea typeface="+mn-ea"/>
                        <a:cs typeface="+mn-cs"/>
                      </a:endParaRPr>
                    </a:p>
                  </a:txBody>
                  <a:tcPr marL="45696" marR="45696" marT="45672" marB="45672"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600" b="0" i="0" kern="1500">
                          <a:solidFill>
                            <a:srgbClr val="0070C0"/>
                          </a:solidFill>
                          <a:latin typeface="+mn-lt"/>
                        </a:rPr>
                        <a:t>Q2 2024</a:t>
                      </a:r>
                      <a:endParaRPr lang="en-US" sz="1600" b="0" i="0" kern="1500">
                        <a:solidFill>
                          <a:srgbClr val="0070C0"/>
                        </a:solidFill>
                        <a:latin typeface="+mn-lt"/>
                        <a:ea typeface="+mn-ea"/>
                        <a:cs typeface="+mn-cs"/>
                      </a:endParaRP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600" b="0" i="0" kern="1500">
                          <a:solidFill>
                            <a:srgbClr val="0070C0"/>
                          </a:solidFill>
                          <a:latin typeface="+mn-lt"/>
                          <a:ea typeface="+mn-ea"/>
                          <a:cs typeface="+mn-cs"/>
                        </a:rPr>
                        <a:t>Q3 2024</a:t>
                      </a: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600" b="0" i="0" kern="1500">
                          <a:solidFill>
                            <a:srgbClr val="0070C0"/>
                          </a:solidFill>
                          <a:latin typeface="+mn-lt"/>
                          <a:ea typeface="+mn-ea"/>
                          <a:cs typeface="+mn-cs"/>
                        </a:rPr>
                        <a:t>Q4 2024</a:t>
                      </a: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042996">
                <a:tc>
                  <a:txBody>
                    <a:bodyPr/>
                    <a:lstStyle/>
                    <a:p>
                      <a:pPr marL="0" marR="0" lvl="0" indent="0" algn="ctr" rtl="0" eaLnBrk="1" fontAlgn="auto" latinLnBrk="0" hangingPunct="1">
                        <a:lnSpc>
                          <a:spcPct val="100000"/>
                        </a:lnSpc>
                        <a:spcBef>
                          <a:spcPts val="300"/>
                        </a:spcBef>
                        <a:spcAft>
                          <a:spcPts val="300"/>
                        </a:spcAft>
                        <a:buClrTx/>
                        <a:buSzTx/>
                        <a:buFont typeface="Arial" panose="020B0604020202020204" pitchFamily="34" charset="0"/>
                        <a:buNone/>
                      </a:pPr>
                      <a:r>
                        <a:rPr lang="en-US" sz="1100" b="0">
                          <a:solidFill>
                            <a:schemeClr val="tx1"/>
                          </a:solidFill>
                          <a:latin typeface="+mn-lt"/>
                        </a:rPr>
                        <a:t>Health Rewards</a:t>
                      </a:r>
                    </a:p>
                  </a:txBody>
                  <a:tcPr marL="91416" marR="91416" marT="45708" marB="45708"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4F0FD"/>
                    </a:solidFill>
                  </a:tcPr>
                </a:tc>
                <a:tc>
                  <a:txBody>
                    <a:bodyPr/>
                    <a:lstStyle/>
                    <a:p>
                      <a:pPr marL="171450" marR="0" lvl="0" indent="-171450" algn="l" rtl="0" eaLnBrk="1" fontAlgn="auto" latinLnBrk="0" hangingPunct="1">
                        <a:lnSpc>
                          <a:spcPct val="100000"/>
                        </a:lnSpc>
                        <a:spcBef>
                          <a:spcPts val="0"/>
                        </a:spcBef>
                        <a:spcAft>
                          <a:spcPts val="400"/>
                        </a:spcAft>
                        <a:buClr>
                          <a:schemeClr val="tx1"/>
                        </a:buClr>
                        <a:buSzTx/>
                        <a:buFont typeface="Arial" panose="020B0604020202020204" pitchFamily="34" charset="0"/>
                        <a:buChar char="•"/>
                      </a:pPr>
                      <a:r>
                        <a:rPr lang="en-US" sz="900" b="0" kern="1200">
                          <a:solidFill>
                            <a:schemeClr val="tx1"/>
                          </a:solidFill>
                          <a:latin typeface="+mj-lt"/>
                          <a:ea typeface="+mn-ea"/>
                          <a:cs typeface="+mn-cs"/>
                        </a:rPr>
                        <a:t>Launch a</a:t>
                      </a:r>
                      <a:r>
                        <a:rPr lang="en-US" sz="900" b="1" kern="1200">
                          <a:solidFill>
                            <a:schemeClr val="tx1"/>
                          </a:solidFill>
                          <a:latin typeface="+mj-lt"/>
                          <a:ea typeface="+mn-ea"/>
                          <a:cs typeface="+mn-cs"/>
                        </a:rPr>
                        <a:t> home screen NBA for Rewards at the Pharmacy reconsent</a:t>
                      </a:r>
                      <a:endParaRPr lang="en-US" sz="900" b="0" kern="1200">
                        <a:solidFill>
                          <a:schemeClr val="tx1"/>
                        </a:solidFill>
                        <a:latin typeface="+mj-lt"/>
                        <a:ea typeface="+mn-ea"/>
                        <a:cs typeface="+mn-cs"/>
                      </a:endParaRPr>
                    </a:p>
                    <a:p>
                      <a:pPr marL="171450" marR="0" lvl="0" indent="-171450" algn="l" defTabSz="457200" rtl="0" eaLnBrk="1" fontAlgn="auto" latinLnBrk="0" hangingPunct="1">
                        <a:lnSpc>
                          <a:spcPct val="100000"/>
                        </a:lnSpc>
                        <a:spcBef>
                          <a:spcPts val="0"/>
                        </a:spcBef>
                        <a:spcAft>
                          <a:spcPts val="400"/>
                        </a:spcAft>
                        <a:buClr>
                          <a:schemeClr val="tx1"/>
                        </a:buClr>
                        <a:buSzTx/>
                        <a:buFont typeface="Arial" panose="020B0604020202020204" pitchFamily="34" charset="0"/>
                        <a:buChar char="•"/>
                        <a:tabLst/>
                        <a:defRPr/>
                      </a:pPr>
                      <a:r>
                        <a:rPr lang="en-US" sz="900" b="1" kern="1200">
                          <a:solidFill>
                            <a:schemeClr val="tx1"/>
                          </a:solidFill>
                          <a:latin typeface="+mn-lt"/>
                          <a:ea typeface="+mn-ea"/>
                          <a:cs typeface="+mn-cs"/>
                        </a:rPr>
                        <a:t>Push notifications for PHR rewards </a:t>
                      </a:r>
                      <a:r>
                        <a:rPr lang="en-US" sz="900" b="0" kern="1200">
                          <a:solidFill>
                            <a:schemeClr val="tx1"/>
                          </a:solidFill>
                          <a:latin typeface="+mn-lt"/>
                          <a:ea typeface="+mn-ea"/>
                          <a:cs typeface="+mn-cs"/>
                        </a:rPr>
                        <a:t>and promotion of PHR enrollment in various pharmacy flows</a:t>
                      </a:r>
                    </a:p>
                    <a:p>
                      <a:pPr marL="171450" marR="0" lvl="0" indent="-171450" algn="l" rtl="0" eaLnBrk="1" fontAlgn="auto" latinLnBrk="0" hangingPunct="1">
                        <a:lnSpc>
                          <a:spcPct val="100000"/>
                        </a:lnSpc>
                        <a:spcBef>
                          <a:spcPts val="0"/>
                        </a:spcBef>
                        <a:spcAft>
                          <a:spcPts val="400"/>
                        </a:spcAft>
                        <a:buClr>
                          <a:schemeClr val="tx1"/>
                        </a:buClr>
                        <a:buSzTx/>
                        <a:buFont typeface="Arial" panose="020B0604020202020204" pitchFamily="34" charset="0"/>
                        <a:buChar char="•"/>
                      </a:pPr>
                      <a:endParaRPr lang="en-US" sz="900" b="0" kern="1200">
                        <a:solidFill>
                          <a:schemeClr val="tx1"/>
                        </a:solidFill>
                        <a:latin typeface="+mj-lt"/>
                        <a:ea typeface="+mn-ea"/>
                        <a:cs typeface="+mn-cs"/>
                      </a:endParaRP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fontAlgn="auto" latinLnBrk="0" hangingPunct="1">
                        <a:lnSpc>
                          <a:spcPct val="100000"/>
                        </a:lnSpc>
                        <a:spcBef>
                          <a:spcPts val="0"/>
                        </a:spcBef>
                        <a:spcAft>
                          <a:spcPts val="400"/>
                        </a:spcAft>
                        <a:buClr>
                          <a:schemeClr val="tx1"/>
                        </a:buClr>
                        <a:buSzTx/>
                        <a:buFont typeface="Arial" panose="020B0604020202020204" pitchFamily="34" charset="0"/>
                        <a:buChar char="•"/>
                      </a:pPr>
                      <a:r>
                        <a:rPr lang="en-US" sz="900" b="0" kern="1200">
                          <a:solidFill>
                            <a:schemeClr val="tx1"/>
                          </a:solidFill>
                          <a:latin typeface="+mj-lt"/>
                          <a:ea typeface="+mn-ea"/>
                          <a:cs typeface="+mn-cs"/>
                        </a:rPr>
                        <a:t>[RUNWAY] </a:t>
                      </a:r>
                      <a:r>
                        <a:rPr lang="en-US" sz="900" b="1" kern="1200">
                          <a:solidFill>
                            <a:schemeClr val="tx1"/>
                          </a:solidFill>
                          <a:latin typeface="+mj-lt"/>
                          <a:ea typeface="+mn-ea"/>
                          <a:cs typeface="+mn-cs"/>
                        </a:rPr>
                        <a:t>Reinforce PHR value</a:t>
                      </a:r>
                      <a:r>
                        <a:rPr lang="en-US" sz="900" b="0" kern="1200">
                          <a:solidFill>
                            <a:schemeClr val="tx1"/>
                          </a:solidFill>
                          <a:latin typeface="+mj-lt"/>
                          <a:ea typeface="+mn-ea"/>
                          <a:cs typeface="+mn-cs"/>
                        </a:rPr>
                        <a:t> through transactional messaging (refill, vaccines) </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fontAlgn="auto" latinLnBrk="0" hangingPunct="1">
                        <a:lnSpc>
                          <a:spcPct val="100000"/>
                        </a:lnSpc>
                        <a:spcBef>
                          <a:spcPts val="0"/>
                        </a:spcBef>
                        <a:spcAft>
                          <a:spcPts val="400"/>
                        </a:spcAft>
                        <a:buClr>
                          <a:schemeClr val="tx1"/>
                        </a:buClr>
                        <a:buSzTx/>
                        <a:buFont typeface="Arial" panose="020B0604020202020204" pitchFamily="34" charset="0"/>
                        <a:buChar char="•"/>
                      </a:pPr>
                      <a:r>
                        <a:rPr lang="en-US" sz="900" b="1" kern="1200">
                          <a:solidFill>
                            <a:schemeClr val="tx1"/>
                          </a:solidFill>
                          <a:latin typeface="+mj-lt"/>
                          <a:ea typeface="+mn-ea"/>
                          <a:cs typeface="+mn-cs"/>
                        </a:rPr>
                        <a:t>Incentivize digital behaviors </a:t>
                      </a:r>
                      <a:r>
                        <a:rPr lang="en-US" sz="900" b="0" kern="1200">
                          <a:solidFill>
                            <a:schemeClr val="tx1"/>
                          </a:solidFill>
                          <a:latin typeface="+mj-lt"/>
                          <a:ea typeface="+mn-ea"/>
                          <a:cs typeface="+mn-cs"/>
                        </a:rPr>
                        <a:t>(Fast pick up utilization) </a:t>
                      </a:r>
                    </a:p>
                    <a:p>
                      <a:pPr marL="171450" marR="0" lvl="0" indent="-171450" algn="l" defTabSz="457200" rtl="0" eaLnBrk="1" fontAlgn="auto" latinLnBrk="0" hangingPunct="1">
                        <a:lnSpc>
                          <a:spcPct val="100000"/>
                        </a:lnSpc>
                        <a:spcBef>
                          <a:spcPts val="0"/>
                        </a:spcBef>
                        <a:spcAft>
                          <a:spcPts val="400"/>
                        </a:spcAft>
                        <a:buClr>
                          <a:schemeClr val="tx1"/>
                        </a:buClr>
                        <a:buSzTx/>
                        <a:buFont typeface="Arial" panose="020B0604020202020204" pitchFamily="34" charset="0"/>
                        <a:buChar char="•"/>
                        <a:tabLst/>
                        <a:defRPr/>
                      </a:pPr>
                      <a:r>
                        <a:rPr lang="en-US" sz="900" b="0" kern="1200">
                          <a:solidFill>
                            <a:schemeClr val="tx1"/>
                          </a:solidFill>
                          <a:latin typeface="+mn-lt"/>
                          <a:ea typeface="+mn-ea"/>
                          <a:cs typeface="+mn-cs"/>
                        </a:rPr>
                        <a:t>Explore scaling </a:t>
                      </a:r>
                      <a:r>
                        <a:rPr lang="en-US" sz="900" b="1" kern="1200">
                          <a:solidFill>
                            <a:schemeClr val="tx1"/>
                          </a:solidFill>
                          <a:latin typeface="+mn-lt"/>
                          <a:ea typeface="+mn-ea"/>
                          <a:cs typeface="+mn-cs"/>
                        </a:rPr>
                        <a:t>Healthy Rewards to EC &amp; EC+</a:t>
                      </a:r>
                      <a:r>
                        <a:rPr lang="en-US" sz="900" b="0" kern="1200">
                          <a:solidFill>
                            <a:schemeClr val="tx1"/>
                          </a:solidFill>
                          <a:latin typeface="+mn-lt"/>
                          <a:ea typeface="+mn-ea"/>
                          <a:cs typeface="+mn-cs"/>
                        </a:rPr>
                        <a:t> members</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u="none" strike="noStrike" kern="1200" cap="none" spc="0" normalizeH="0" baseline="0" noProof="0">
                          <a:ln>
                            <a:noFill/>
                          </a:ln>
                          <a:solidFill>
                            <a:schemeClr val="tx1"/>
                          </a:solidFill>
                          <a:effectLst/>
                          <a:uLnTx/>
                          <a:uFillTx/>
                          <a:latin typeface="+mj-lt"/>
                        </a:rPr>
                        <a:t>View </a:t>
                      </a:r>
                      <a:r>
                        <a:rPr lang="en-US" sz="900" b="1" i="0" u="none" strike="noStrike" kern="1200" cap="none" spc="0" normalizeH="0" baseline="0" noProof="0">
                          <a:ln>
                            <a:noFill/>
                          </a:ln>
                          <a:solidFill>
                            <a:schemeClr val="tx1"/>
                          </a:solidFill>
                          <a:effectLst/>
                          <a:uLnTx/>
                          <a:uFillTx/>
                          <a:latin typeface="+mj-lt"/>
                        </a:rPr>
                        <a:t>integrated family rewards</a:t>
                      </a:r>
                      <a:r>
                        <a:rPr lang="en-US" sz="900" b="0" i="0" u="none" strike="noStrike" kern="1200" cap="none" spc="0" normalizeH="0" baseline="0" noProof="0">
                          <a:ln>
                            <a:noFill/>
                          </a:ln>
                          <a:solidFill>
                            <a:schemeClr val="tx1"/>
                          </a:solidFill>
                          <a:effectLst/>
                          <a:uLnTx/>
                          <a:uFillTx/>
                          <a:latin typeface="+mj-lt"/>
                        </a:rPr>
                        <a:t>, reward history, and balances </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28811454"/>
                  </a:ext>
                </a:extLst>
              </a:tr>
              <a:tr h="1578194">
                <a:tc>
                  <a:txBody>
                    <a:bodyPr/>
                    <a:lstStyle/>
                    <a:p>
                      <a:pPr marL="0" marR="0" lvl="0" indent="0" algn="ctr" rtl="0" eaLnBrk="1" fontAlgn="auto" latinLnBrk="0" hangingPunct="1">
                        <a:lnSpc>
                          <a:spcPct val="100000"/>
                        </a:lnSpc>
                        <a:spcBef>
                          <a:spcPts val="300"/>
                        </a:spcBef>
                        <a:spcAft>
                          <a:spcPts val="300"/>
                        </a:spcAft>
                        <a:buClrTx/>
                        <a:buSzTx/>
                        <a:buFont typeface="Arial" panose="020B0604020202020204" pitchFamily="34" charset="0"/>
                        <a:buNone/>
                      </a:pPr>
                      <a:r>
                        <a:rPr lang="en-US" sz="1100" b="0">
                          <a:solidFill>
                            <a:schemeClr val="tx1"/>
                          </a:solidFill>
                          <a:latin typeface="+mn-lt"/>
                        </a:rPr>
                        <a:t>Health Spending</a:t>
                      </a:r>
                    </a:p>
                  </a:txBody>
                  <a:tcPr marL="91416" marR="91416" marT="45708" marB="45708"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4F0FD"/>
                    </a:solidFill>
                  </a:tcPr>
                </a:tc>
                <a:tc>
                  <a:txBody>
                    <a:bodyPr/>
                    <a:lstStyle/>
                    <a:p>
                      <a:pPr marL="171450" lvl="0" indent="-171450" algn="l">
                        <a:lnSpc>
                          <a:spcPct val="100000"/>
                        </a:lnSpc>
                        <a:spcBef>
                          <a:spcPts val="0"/>
                        </a:spcBef>
                        <a:spcAft>
                          <a:spcPts val="400"/>
                        </a:spcAft>
                        <a:buSzTx/>
                        <a:buFont typeface="Arial"/>
                        <a:buChar char="•"/>
                      </a:pPr>
                      <a:r>
                        <a:rPr lang="en-US" sz="900" i="0" u="none" strike="noStrike" noProof="0">
                          <a:solidFill>
                            <a:schemeClr val="tx1"/>
                          </a:solidFill>
                          <a:latin typeface="+mj-lt"/>
                        </a:rPr>
                        <a:t>[RUNWAY] </a:t>
                      </a:r>
                      <a:r>
                        <a:rPr lang="en-US" sz="900" b="0" kern="1200">
                          <a:solidFill>
                            <a:schemeClr val="tx1"/>
                          </a:solidFill>
                          <a:latin typeface="+mn-lt"/>
                          <a:ea typeface="+mn-ea"/>
                          <a:cs typeface="+mn-cs"/>
                        </a:rPr>
                        <a:t>Discovery of Savings &amp; Balance Page and Cost &amp; Coverage integrated component</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457063" rtl="0" eaLnBrk="1" fontAlgn="auto" latinLnBrk="0" hangingPunct="1">
                        <a:lnSpc>
                          <a:spcPct val="100000"/>
                        </a:lnSpc>
                        <a:spcBef>
                          <a:spcPts val="0"/>
                        </a:spcBef>
                        <a:spcAft>
                          <a:spcPts val="400"/>
                        </a:spcAft>
                        <a:buClr>
                          <a:schemeClr val="tx1"/>
                        </a:buClr>
                        <a:buSzTx/>
                        <a:buFont typeface="Arial"/>
                        <a:buChar char="•"/>
                        <a:tabLst/>
                        <a:defRPr/>
                      </a:pPr>
                      <a:r>
                        <a:rPr lang="en-US" sz="900" b="0" kern="1200">
                          <a:solidFill>
                            <a:schemeClr val="tx1"/>
                          </a:solidFill>
                          <a:latin typeface="+mn-lt"/>
                          <a:ea typeface="+mn-ea"/>
                          <a:cs typeface="+mn-cs"/>
                        </a:rPr>
                        <a:t>User sees </a:t>
                      </a:r>
                      <a:r>
                        <a:rPr lang="en-US" sz="900" b="1" kern="1200">
                          <a:solidFill>
                            <a:schemeClr val="tx1"/>
                          </a:solidFill>
                          <a:latin typeface="+mn-lt"/>
                          <a:ea typeface="+mn-ea"/>
                          <a:cs typeface="+mn-cs"/>
                        </a:rPr>
                        <a:t>Rx co-pay cost for in-flight RX &amp; FS orders </a:t>
                      </a:r>
                      <a:r>
                        <a:rPr lang="en-US" sz="900" b="0" kern="1200">
                          <a:solidFill>
                            <a:schemeClr val="tx1"/>
                          </a:solidFill>
                          <a:latin typeface="+mn-lt"/>
                          <a:ea typeface="+mn-ea"/>
                          <a:cs typeface="+mn-cs"/>
                        </a:rPr>
                        <a:t>on the homescreen</a:t>
                      </a:r>
                      <a:endParaRPr lang="en-US" sz="900" b="0" i="0" u="none" strike="noStrike" kern="1200">
                        <a:solidFill>
                          <a:schemeClr val="tx1"/>
                        </a:solidFill>
                        <a:effectLst/>
                        <a:latin typeface="+mn-lt"/>
                        <a:ea typeface="+mn-ea"/>
                        <a:cs typeface="+mn-cs"/>
                      </a:endParaRPr>
                    </a:p>
                    <a:p>
                      <a:pPr marL="171450" marR="0" lvl="0" indent="-171450" algn="l" rtl="0" eaLnBrk="1" fontAlgn="auto" latinLnBrk="0" hangingPunct="1">
                        <a:lnSpc>
                          <a:spcPct val="100000"/>
                        </a:lnSpc>
                        <a:spcBef>
                          <a:spcPts val="0"/>
                        </a:spcBef>
                        <a:spcAft>
                          <a:spcPts val="400"/>
                        </a:spcAft>
                        <a:buClr>
                          <a:schemeClr val="tx1"/>
                        </a:buClr>
                        <a:buSzTx/>
                        <a:buFont typeface="Arial"/>
                        <a:buChar char="•"/>
                      </a:pPr>
                      <a:r>
                        <a:rPr lang="en-US" sz="900" b="0" kern="1200">
                          <a:solidFill>
                            <a:schemeClr val="tx2"/>
                          </a:solidFill>
                          <a:latin typeface="+mn-lt"/>
                          <a:ea typeface="+mn-ea"/>
                          <a:cs typeface="+mn-cs"/>
                        </a:rPr>
                        <a:t>[RUNWAY] Discovery to surface Aetna and NonCMK ID cards on block component</a:t>
                      </a:r>
                    </a:p>
                    <a:p>
                      <a:pPr marL="171450" marR="0" lvl="0" indent="-171450" algn="l" rtl="0" eaLnBrk="1" fontAlgn="auto" latinLnBrk="0" hangingPunct="1">
                        <a:lnSpc>
                          <a:spcPct val="100000"/>
                        </a:lnSpc>
                        <a:spcBef>
                          <a:spcPts val="0"/>
                        </a:spcBef>
                        <a:spcAft>
                          <a:spcPts val="400"/>
                        </a:spcAft>
                        <a:buClr>
                          <a:schemeClr val="tx1"/>
                        </a:buClr>
                        <a:buSzTx/>
                        <a:buFont typeface="Arial"/>
                        <a:buChar char="•"/>
                      </a:pPr>
                      <a:r>
                        <a:rPr lang="en-US" sz="900" b="0" kern="1200">
                          <a:solidFill>
                            <a:schemeClr val="tx2"/>
                          </a:solidFill>
                          <a:latin typeface="+mn-lt"/>
                          <a:ea typeface="+mn-ea"/>
                          <a:cs typeface="+mn-cs"/>
                        </a:rPr>
                        <a:t>Develop and launch integration of coupons/cash discount cards</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fontAlgn="auto" latinLnBrk="0" hangingPunct="1">
                        <a:lnSpc>
                          <a:spcPct val="100000"/>
                        </a:lnSpc>
                        <a:spcBef>
                          <a:spcPts val="0"/>
                        </a:spcBef>
                        <a:spcAft>
                          <a:spcPts val="400"/>
                        </a:spcAft>
                        <a:buClr>
                          <a:schemeClr val="tx1"/>
                        </a:buClr>
                        <a:buSzTx/>
                        <a:buFont typeface="Arial"/>
                        <a:buChar char="•"/>
                      </a:pPr>
                      <a:r>
                        <a:rPr lang="en-US" sz="900" b="0" i="0" u="none" strike="noStrike" kern="1200" noProof="0">
                          <a:solidFill>
                            <a:schemeClr val="tx1"/>
                          </a:solidFill>
                          <a:latin typeface="+mn-lt"/>
                          <a:ea typeface="+mn-ea"/>
                          <a:cs typeface="+mn-cs"/>
                        </a:rPr>
                        <a:t>Allow Aetna users to </a:t>
                      </a:r>
                      <a:r>
                        <a:rPr lang="en-US" sz="900" b="1" i="0" u="none" strike="noStrike" kern="1200" noProof="0">
                          <a:solidFill>
                            <a:schemeClr val="tx1"/>
                          </a:solidFill>
                          <a:latin typeface="+mn-lt"/>
                          <a:ea typeface="+mn-ea"/>
                          <a:cs typeface="+mn-cs"/>
                        </a:rPr>
                        <a:t>view their deductible information </a:t>
                      </a:r>
                      <a:r>
                        <a:rPr lang="en-US" sz="900" b="0" i="0" u="none" strike="noStrike" kern="1200" noProof="0">
                          <a:solidFill>
                            <a:schemeClr val="tx1"/>
                          </a:solidFill>
                          <a:latin typeface="+mn-lt"/>
                          <a:ea typeface="+mn-ea"/>
                          <a:cs typeface="+mn-cs"/>
                        </a:rPr>
                        <a:t>on the savings and balance page </a:t>
                      </a:r>
                      <a:endParaRPr lang="en-US" sz="900" i="0" u="none" strike="noStrike" kern="1200" noProof="0">
                        <a:solidFill>
                          <a:schemeClr val="tx1"/>
                        </a:solidFill>
                        <a:latin typeface="+mn-lt"/>
                        <a:ea typeface="+mn-ea"/>
                        <a:cs typeface="+mn-cs"/>
                      </a:endParaRPr>
                    </a:p>
                    <a:p>
                      <a:pPr marL="171450" lvl="0" indent="-171450" algn="l">
                        <a:lnSpc>
                          <a:spcPct val="100000"/>
                        </a:lnSpc>
                        <a:spcBef>
                          <a:spcPts val="0"/>
                        </a:spcBef>
                        <a:spcAft>
                          <a:spcPts val="400"/>
                        </a:spcAft>
                        <a:buSzTx/>
                        <a:buFont typeface="Arial"/>
                        <a:buChar char="•"/>
                      </a:pPr>
                      <a:r>
                        <a:rPr lang="en-US" sz="900" b="0" i="0" u="none" strike="noStrike" kern="1200" noProof="0">
                          <a:solidFill>
                            <a:schemeClr val="tx1"/>
                          </a:solidFill>
                          <a:latin typeface="+mn-lt"/>
                          <a:ea typeface="+mn-ea"/>
                          <a:cs typeface="+mn-cs"/>
                        </a:rPr>
                        <a:t>Allow Aetna users to </a:t>
                      </a:r>
                      <a:r>
                        <a:rPr lang="en-US" sz="900" b="1" i="0" u="none" strike="noStrike" kern="1200" noProof="0">
                          <a:solidFill>
                            <a:schemeClr val="tx1"/>
                          </a:solidFill>
                          <a:latin typeface="+mn-lt"/>
                          <a:ea typeface="+mn-ea"/>
                          <a:cs typeface="+mn-cs"/>
                        </a:rPr>
                        <a:t>view their HSA/FSA balance </a:t>
                      </a:r>
                      <a:r>
                        <a:rPr lang="en-US" sz="900" b="0" i="0" u="none" strike="noStrike" kern="1200" noProof="0">
                          <a:solidFill>
                            <a:schemeClr val="tx1"/>
                          </a:solidFill>
                          <a:latin typeface="+mn-lt"/>
                          <a:ea typeface="+mn-ea"/>
                          <a:cs typeface="+mn-cs"/>
                        </a:rPr>
                        <a:t>with access to eligible item catalog </a:t>
                      </a:r>
                      <a:endParaRPr lang="en-US" sz="900" i="0" u="none" strike="noStrike" kern="1200" noProof="0">
                        <a:solidFill>
                          <a:schemeClr val="tx1"/>
                        </a:solidFill>
                        <a:latin typeface="+mn-lt"/>
                        <a:ea typeface="+mn-ea"/>
                        <a:cs typeface="+mn-cs"/>
                      </a:endParaRPr>
                    </a:p>
                    <a:p>
                      <a:pPr marL="171450" lvl="0" indent="-171450" algn="l">
                        <a:lnSpc>
                          <a:spcPct val="100000"/>
                        </a:lnSpc>
                        <a:spcBef>
                          <a:spcPts val="0"/>
                        </a:spcBef>
                        <a:spcAft>
                          <a:spcPts val="400"/>
                        </a:spcAft>
                        <a:buSzTx/>
                        <a:buFont typeface="Arial"/>
                        <a:buChar char="•"/>
                      </a:pPr>
                      <a:r>
                        <a:rPr lang="en-US" sz="900" b="0" i="0" u="none" strike="noStrike" kern="1200" noProof="0">
                          <a:solidFill>
                            <a:schemeClr val="tx1"/>
                          </a:solidFill>
                          <a:latin typeface="+mn-lt"/>
                          <a:ea typeface="+mn-ea"/>
                          <a:cs typeface="+mn-cs"/>
                        </a:rPr>
                        <a:t>Create a </a:t>
                      </a:r>
                      <a:r>
                        <a:rPr lang="en-US" sz="900" b="1" i="0" u="none" strike="noStrike" kern="1200" noProof="0">
                          <a:solidFill>
                            <a:schemeClr val="tx1"/>
                          </a:solidFill>
                          <a:latin typeface="+mn-lt"/>
                          <a:ea typeface="+mn-ea"/>
                          <a:cs typeface="+mn-cs"/>
                        </a:rPr>
                        <a:t>centralized payment wallet </a:t>
                      </a:r>
                      <a:r>
                        <a:rPr lang="en-US" sz="900" b="0" i="0" u="none" strike="noStrike" kern="1200" noProof="0">
                          <a:solidFill>
                            <a:schemeClr val="tx1"/>
                          </a:solidFill>
                          <a:latin typeface="+mn-lt"/>
                          <a:ea typeface="+mn-ea"/>
                          <a:cs typeface="+mn-cs"/>
                        </a:rPr>
                        <a:t>that can be used across LOBs for EPP enabled cards </a:t>
                      </a:r>
                    </a:p>
                    <a:p>
                      <a:pPr marL="171450" marR="0" lvl="0" indent="-171450" algn="l" defTabSz="457200" rtl="0" eaLnBrk="1" fontAlgn="auto" latinLnBrk="0" hangingPunct="1">
                        <a:lnSpc>
                          <a:spcPct val="100000"/>
                        </a:lnSpc>
                        <a:spcBef>
                          <a:spcPts val="0"/>
                        </a:spcBef>
                        <a:spcAft>
                          <a:spcPts val="400"/>
                        </a:spcAft>
                        <a:buClrTx/>
                        <a:buSzTx/>
                        <a:buFont typeface="Arial"/>
                        <a:buChar char="•"/>
                        <a:tabLst/>
                        <a:defRPr/>
                      </a:pPr>
                      <a:r>
                        <a:rPr lang="en-US" sz="900" b="1" i="0" u="none" strike="noStrike" kern="1200" noProof="0">
                          <a:solidFill>
                            <a:schemeClr val="tx1"/>
                          </a:solidFill>
                          <a:latin typeface="+mn-lt"/>
                          <a:ea typeface="+mn-ea"/>
                          <a:cs typeface="+mn-cs"/>
                        </a:rPr>
                        <a:t>Launch an integrated savings &amp;  balance page </a:t>
                      </a:r>
                      <a:r>
                        <a:rPr lang="en-US" sz="900" b="0" i="0" u="none" strike="noStrike" kern="1200" noProof="0">
                          <a:solidFill>
                            <a:schemeClr val="tx1"/>
                          </a:solidFill>
                          <a:latin typeface="+mn-lt"/>
                          <a:ea typeface="+mn-ea"/>
                          <a:cs typeface="+mn-cs"/>
                        </a:rPr>
                        <a:t>that will give users access to view their Caremark deductible and check drug cost</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spcAft>
                          <a:spcPts val="400"/>
                        </a:spcAft>
                        <a:buFont typeface="Arial" panose="020B0604020202020204" pitchFamily="34" charset="0"/>
                        <a:buChar char="•"/>
                      </a:pPr>
                      <a:r>
                        <a:rPr lang="en-US" sz="900" b="0" kern="1200">
                          <a:solidFill>
                            <a:schemeClr val="tx1"/>
                          </a:solidFill>
                          <a:latin typeface="+mj-lt"/>
                          <a:ea typeface="+mn-ea"/>
                          <a:cs typeface="+mn-cs"/>
                        </a:rPr>
                        <a:t>All </a:t>
                      </a:r>
                      <a:r>
                        <a:rPr lang="en-US" sz="900" b="1" kern="1200">
                          <a:solidFill>
                            <a:schemeClr val="tx1"/>
                          </a:solidFill>
                          <a:latin typeface="+mj-lt"/>
                          <a:ea typeface="+mn-ea"/>
                          <a:cs typeface="+mn-cs"/>
                        </a:rPr>
                        <a:t>OTCHS members to see their plan balance </a:t>
                      </a:r>
                      <a:r>
                        <a:rPr lang="en-US" sz="900" b="0" kern="1200">
                          <a:solidFill>
                            <a:schemeClr val="tx1"/>
                          </a:solidFill>
                          <a:latin typeface="+mj-lt"/>
                          <a:ea typeface="+mn-ea"/>
                          <a:cs typeface="+mn-cs"/>
                        </a:rPr>
                        <a:t>with access to a contextual catalog </a:t>
                      </a:r>
                    </a:p>
                    <a:p>
                      <a:pPr marL="171450" indent="-171450">
                        <a:spcAft>
                          <a:spcPts val="400"/>
                        </a:spcAft>
                        <a:buFont typeface="Arial" panose="020B0604020202020204" pitchFamily="34" charset="0"/>
                        <a:buChar char="•"/>
                      </a:pPr>
                      <a:r>
                        <a:rPr lang="en-US" sz="900" b="1" kern="1200">
                          <a:solidFill>
                            <a:schemeClr val="tx1"/>
                          </a:solidFill>
                          <a:latin typeface="+mj-lt"/>
                          <a:ea typeface="+mn-ea"/>
                          <a:cs typeface="+mn-cs"/>
                        </a:rPr>
                        <a:t>Notify user if the price changed </a:t>
                      </a:r>
                      <a:r>
                        <a:rPr lang="en-US" sz="900" b="0" kern="1200">
                          <a:solidFill>
                            <a:schemeClr val="tx1"/>
                          </a:solidFill>
                          <a:latin typeface="+mj-lt"/>
                          <a:ea typeface="+mn-ea"/>
                          <a:cs typeface="+mn-cs"/>
                        </a:rPr>
                        <a:t>for an autofill RX  </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6960399"/>
                  </a:ext>
                </a:extLst>
              </a:tr>
            </a:tbl>
          </a:graphicData>
        </a:graphic>
      </p:graphicFrame>
      <p:sp>
        <p:nvSpPr>
          <p:cNvPr id="10" name="Title 1">
            <a:extLst>
              <a:ext uri="{FF2B5EF4-FFF2-40B4-BE49-F238E27FC236}">
                <a16:creationId xmlns:a16="http://schemas.microsoft.com/office/drawing/2014/main" id="{CB97144D-9E90-25A8-B2F0-4A1732AF85BC}"/>
              </a:ext>
            </a:extLst>
          </p:cNvPr>
          <p:cNvSpPr>
            <a:spLocks noGrp="1"/>
          </p:cNvSpPr>
          <p:nvPr>
            <p:ph type="title"/>
          </p:nvPr>
        </p:nvSpPr>
        <p:spPr>
          <a:xfrm>
            <a:off x="237744" y="118872"/>
            <a:ext cx="10963656" cy="713232"/>
          </a:xfrm>
        </p:spPr>
        <p:txBody>
          <a:bodyPr vert="horz"/>
          <a:lstStyle/>
          <a:p>
            <a:r>
              <a:rPr lang="en-US"/>
              <a:t>4Q Roadmap – Super App</a:t>
            </a:r>
          </a:p>
        </p:txBody>
      </p:sp>
    </p:spTree>
    <p:extLst>
      <p:ext uri="{BB962C8B-B14F-4D97-AF65-F5344CB8AC3E}">
        <p14:creationId xmlns:p14="http://schemas.microsoft.com/office/powerpoint/2010/main" val="1005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8E7694FC-77B9-4188-8BBD-A17ED49F765F}"/>
              </a:ext>
            </a:extLst>
          </p:cNvPr>
          <p:cNvGraphicFramePr>
            <a:graphicFrameLocks noChangeAspect="1"/>
          </p:cNvGraphicFramePr>
          <p:nvPr>
            <p:custDataLst>
              <p:tags r:id="rId1"/>
            </p:custDataLst>
          </p:nvPr>
        </p:nvGraphicFramePr>
        <p:xfrm>
          <a:off x="3175" y="2480"/>
          <a:ext cx="1588" cy="1588"/>
        </p:xfrm>
        <a:graphic>
          <a:graphicData uri="http://schemas.openxmlformats.org/presentationml/2006/ole">
            <mc:AlternateContent xmlns:mc="http://schemas.openxmlformats.org/markup-compatibility/2006">
              <mc:Choice xmlns:v="urn:schemas-microsoft-com:vml" Requires="v">
                <p:oleObj name="think-cell Slide" r:id="rId4" imgW="306" imgH="306" progId="TCLayout.ActiveDocument.1">
                  <p:embed/>
                </p:oleObj>
              </mc:Choice>
              <mc:Fallback>
                <p:oleObj name="think-cell Slide" r:id="rId4" imgW="306" imgH="306" progId="TCLayout.ActiveDocument.1">
                  <p:embed/>
                  <p:pic>
                    <p:nvPicPr>
                      <p:cNvPr id="5" name="Object 4" hidden="1">
                        <a:extLst>
                          <a:ext uri="{FF2B5EF4-FFF2-40B4-BE49-F238E27FC236}">
                            <a16:creationId xmlns:a16="http://schemas.microsoft.com/office/drawing/2014/main" id="{8E7694FC-77B9-4188-8BBD-A17ED49F765F}"/>
                          </a:ext>
                        </a:extLst>
                      </p:cNvPr>
                      <p:cNvPicPr/>
                      <p:nvPr/>
                    </p:nvPicPr>
                    <p:blipFill>
                      <a:blip r:embed="rId5"/>
                      <a:stretch>
                        <a:fillRect/>
                      </a:stretch>
                    </p:blipFill>
                    <p:spPr>
                      <a:xfrm>
                        <a:off x="3175" y="2480"/>
                        <a:ext cx="1588" cy="1588"/>
                      </a:xfrm>
                      <a:prstGeom prst="rect">
                        <a:avLst/>
                      </a:prstGeom>
                    </p:spPr>
                  </p:pic>
                </p:oleObj>
              </mc:Fallback>
            </mc:AlternateContent>
          </a:graphicData>
        </a:graphic>
      </p:graphicFrame>
      <p:graphicFrame>
        <p:nvGraphicFramePr>
          <p:cNvPr id="6" name="Table 5">
            <a:extLst>
              <a:ext uri="{FF2B5EF4-FFF2-40B4-BE49-F238E27FC236}">
                <a16:creationId xmlns:a16="http://schemas.microsoft.com/office/drawing/2014/main" id="{D1844B49-3A08-4841-8F3C-EADF0A814E33}"/>
              </a:ext>
            </a:extLst>
          </p:cNvPr>
          <p:cNvGraphicFramePr>
            <a:graphicFrameLocks noGrp="1"/>
          </p:cNvGraphicFramePr>
          <p:nvPr>
            <p:extLst>
              <p:ext uri="{D42A27DB-BD31-4B8C-83A1-F6EECF244321}">
                <p14:modId xmlns:p14="http://schemas.microsoft.com/office/powerpoint/2010/main" val="2707335139"/>
              </p:ext>
            </p:extLst>
          </p:nvPr>
        </p:nvGraphicFramePr>
        <p:xfrm>
          <a:off x="153946" y="520829"/>
          <a:ext cx="11884108" cy="6011421"/>
        </p:xfrm>
        <a:graphic>
          <a:graphicData uri="http://schemas.openxmlformats.org/drawingml/2006/table">
            <a:tbl>
              <a:tblPr firstRow="1" bandRow="1">
                <a:tableStyleId>{93296810-A885-4BE3-A3E7-6D5BEEA58F35}</a:tableStyleId>
              </a:tblPr>
              <a:tblGrid>
                <a:gridCol w="302843">
                  <a:extLst>
                    <a:ext uri="{9D8B030D-6E8A-4147-A177-3AD203B41FA5}">
                      <a16:colId xmlns:a16="http://schemas.microsoft.com/office/drawing/2014/main" val="2119296251"/>
                    </a:ext>
                  </a:extLst>
                </a:gridCol>
                <a:gridCol w="1244937">
                  <a:extLst>
                    <a:ext uri="{9D8B030D-6E8A-4147-A177-3AD203B41FA5}">
                      <a16:colId xmlns:a16="http://schemas.microsoft.com/office/drawing/2014/main" val="3751811469"/>
                    </a:ext>
                  </a:extLst>
                </a:gridCol>
                <a:gridCol w="2584082">
                  <a:extLst>
                    <a:ext uri="{9D8B030D-6E8A-4147-A177-3AD203B41FA5}">
                      <a16:colId xmlns:a16="http://schemas.microsoft.com/office/drawing/2014/main" val="859065572"/>
                    </a:ext>
                  </a:extLst>
                </a:gridCol>
                <a:gridCol w="3327104">
                  <a:extLst>
                    <a:ext uri="{9D8B030D-6E8A-4147-A177-3AD203B41FA5}">
                      <a16:colId xmlns:a16="http://schemas.microsoft.com/office/drawing/2014/main" val="3036161125"/>
                    </a:ext>
                  </a:extLst>
                </a:gridCol>
                <a:gridCol w="2243469">
                  <a:extLst>
                    <a:ext uri="{9D8B030D-6E8A-4147-A177-3AD203B41FA5}">
                      <a16:colId xmlns:a16="http://schemas.microsoft.com/office/drawing/2014/main" val="2062153288"/>
                    </a:ext>
                  </a:extLst>
                </a:gridCol>
                <a:gridCol w="2181673">
                  <a:extLst>
                    <a:ext uri="{9D8B030D-6E8A-4147-A177-3AD203B41FA5}">
                      <a16:colId xmlns:a16="http://schemas.microsoft.com/office/drawing/2014/main" val="1856653284"/>
                    </a:ext>
                  </a:extLst>
                </a:gridCol>
              </a:tblGrid>
              <a:tr h="182551">
                <a:tc gridSpan="2">
                  <a:txBody>
                    <a:bodyPr/>
                    <a:lstStyle/>
                    <a:p>
                      <a:pPr algn="ctr">
                        <a:lnSpc>
                          <a:spcPct val="100000"/>
                        </a:lnSpc>
                      </a:pPr>
                      <a:r>
                        <a:rPr lang="en-US" sz="800" b="0" i="0">
                          <a:solidFill>
                            <a:srgbClr val="0070C0"/>
                          </a:solidFill>
                          <a:latin typeface="+mj-lt"/>
                        </a:rPr>
                        <a:t>Program</a:t>
                      </a:r>
                    </a:p>
                  </a:txBody>
                  <a:tcPr marL="45696" marR="45696" marT="45672" marB="45672" anchor="ctr">
                    <a:lnL w="381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mpd="sng">
                      <a:noFill/>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800" b="0" i="0" kern="1500">
                          <a:solidFill>
                            <a:srgbClr val="0070C0"/>
                          </a:solidFill>
                          <a:latin typeface="+mj-lt"/>
                        </a:rPr>
                        <a:t>Q1 2024</a:t>
                      </a:r>
                      <a:endParaRPr lang="en-US" sz="800" b="0" i="0" kern="1500">
                        <a:solidFill>
                          <a:srgbClr val="0070C0"/>
                        </a:solidFill>
                        <a:latin typeface="+mj-lt"/>
                        <a:ea typeface="+mn-ea"/>
                        <a:cs typeface="+mn-cs"/>
                      </a:endParaRP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800" b="0" i="0" kern="1500">
                          <a:solidFill>
                            <a:srgbClr val="0070C0"/>
                          </a:solidFill>
                          <a:latin typeface="+mj-lt"/>
                        </a:rPr>
                        <a:t>Q2 2024</a:t>
                      </a:r>
                      <a:endParaRPr lang="en-US" sz="800" b="0" i="0" kern="1500">
                        <a:solidFill>
                          <a:srgbClr val="0070C0"/>
                        </a:solidFill>
                        <a:latin typeface="+mj-lt"/>
                        <a:ea typeface="+mn-ea"/>
                        <a:cs typeface="+mn-cs"/>
                      </a:endParaRP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800" b="0" i="0" kern="1500">
                          <a:solidFill>
                            <a:srgbClr val="0070C0"/>
                          </a:solidFill>
                          <a:latin typeface="+mj-lt"/>
                          <a:ea typeface="+mn-ea"/>
                          <a:cs typeface="+mn-cs"/>
                        </a:rPr>
                        <a:t>Q3 2024</a:t>
                      </a: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800" b="0" i="0" kern="1500">
                          <a:solidFill>
                            <a:srgbClr val="0070C0"/>
                          </a:solidFill>
                          <a:latin typeface="+mj-lt"/>
                          <a:ea typeface="+mn-ea"/>
                          <a:cs typeface="+mn-cs"/>
                        </a:rPr>
                        <a:t>Q4 2024</a:t>
                      </a:r>
                    </a:p>
                  </a:txBody>
                  <a:tcPr marL="45696" marR="45696" marT="45672" marB="4567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317546">
                <a:tc gridSpan="2">
                  <a:txBody>
                    <a:bodyPr/>
                    <a:lstStyle/>
                    <a:p>
                      <a:pPr marL="0" marR="0" lvl="0" indent="0" algn="ctr" rtl="0" eaLnBrk="1" fontAlgn="auto" latinLnBrk="0" hangingPunct="1">
                        <a:lnSpc>
                          <a:spcPct val="100000"/>
                        </a:lnSpc>
                        <a:spcBef>
                          <a:spcPts val="300"/>
                        </a:spcBef>
                        <a:spcAft>
                          <a:spcPts val="300"/>
                        </a:spcAft>
                        <a:buClrTx/>
                        <a:buSzTx/>
                        <a:buFont typeface="Arial" panose="020B0604020202020204" pitchFamily="34" charset="0"/>
                        <a:buNone/>
                      </a:pPr>
                      <a:r>
                        <a:rPr lang="en-US" sz="800" b="0">
                          <a:solidFill>
                            <a:schemeClr val="tx1"/>
                          </a:solidFill>
                          <a:latin typeface="+mn-lt"/>
                        </a:rPr>
                        <a:t>Adoption</a:t>
                      </a:r>
                    </a:p>
                  </a:txBody>
                  <a:tcPr marL="91416" marR="91416" marT="45708" marB="45708"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4F0FD"/>
                    </a:solidFill>
                  </a:tcPr>
                </a:tc>
                <a:tc hMerge="1">
                  <a:txBody>
                    <a:bodyPr/>
                    <a:lstStyle/>
                    <a:p>
                      <a:endParaRPr lang="en-US"/>
                    </a:p>
                  </a:txBody>
                  <a:tcPr/>
                </a:tc>
                <a:tc>
                  <a:txBody>
                    <a:bodyPr/>
                    <a:lstStyle/>
                    <a:p>
                      <a:pPr marL="171450" marR="0" lvl="0" indent="-171450" algn="l" rtl="0" eaLnBrk="1" fontAlgn="auto" latinLnBrk="0" hangingPunct="1">
                        <a:lnSpc>
                          <a:spcPct val="100000"/>
                        </a:lnSpc>
                        <a:spcBef>
                          <a:spcPts val="0"/>
                        </a:spcBef>
                        <a:spcAft>
                          <a:spcPts val="300"/>
                        </a:spcAft>
                        <a:buClr>
                          <a:schemeClr val="tx1"/>
                        </a:buClr>
                        <a:buSzTx/>
                        <a:buFont typeface="Arial,Sans-Serif" panose="020B0604020202020204" pitchFamily="34" charset="0"/>
                        <a:buChar char="•"/>
                      </a:pPr>
                      <a:r>
                        <a:rPr lang="en-US" sz="800" b="0" i="0" u="none" strike="noStrike" kern="1200" cap="none" spc="0" normalizeH="0" baseline="0" noProof="0">
                          <a:ln>
                            <a:noFill/>
                          </a:ln>
                          <a:solidFill>
                            <a:schemeClr val="tx1"/>
                          </a:solidFill>
                          <a:effectLst/>
                          <a:uLnTx/>
                          <a:uFillTx/>
                          <a:latin typeface="CVS Health Sans"/>
                        </a:rPr>
                        <a:t>Grow Push channel via improved </a:t>
                      </a:r>
                      <a:r>
                        <a:rPr lang="en-US" sz="800" b="1" i="0" u="none" strike="noStrike" kern="1200" cap="none" spc="0" normalizeH="0" baseline="0" noProof="0">
                          <a:ln>
                            <a:noFill/>
                          </a:ln>
                          <a:solidFill>
                            <a:schemeClr val="tx1"/>
                          </a:solidFill>
                          <a:effectLst/>
                          <a:uLnTx/>
                          <a:uFillTx/>
                          <a:latin typeface="CVS Health Sans"/>
                        </a:rPr>
                        <a:t>opt-in experience for customers </a:t>
                      </a:r>
                      <a:r>
                        <a:rPr lang="en-US" sz="800" b="0" i="0" u="none" strike="noStrike" kern="1200" cap="none" spc="0" normalizeH="0" baseline="0" noProof="0">
                          <a:ln>
                            <a:noFill/>
                          </a:ln>
                          <a:solidFill>
                            <a:schemeClr val="tx1"/>
                          </a:solidFill>
                          <a:effectLst/>
                          <a:uLnTx/>
                          <a:uFillTx/>
                          <a:latin typeface="CVS Health Sans"/>
                        </a:rPr>
                        <a:t>during onboarding flow and test &amp; learn progressive push prompt</a:t>
                      </a:r>
                      <a:endParaRPr lang="en-US" sz="800" b="0" i="0" u="none" strike="noStrike" kern="1200" cap="none" spc="0" normalizeH="0" baseline="0" noProof="0">
                        <a:ln>
                          <a:noFill/>
                        </a:ln>
                        <a:solidFill>
                          <a:srgbClr val="000000"/>
                        </a:solidFill>
                        <a:effectLst/>
                        <a:uLnTx/>
                        <a:uFillTx/>
                        <a:latin typeface="CVS Health Sans" panose="020B0504020202020204" pitchFamily="34" charset="0"/>
                      </a:endParaRPr>
                    </a:p>
                    <a:p>
                      <a:pPr marL="171450" marR="0" lvl="0" indent="-171450" algn="l">
                        <a:lnSpc>
                          <a:spcPct val="100000"/>
                        </a:lnSpc>
                        <a:spcBef>
                          <a:spcPts val="0"/>
                        </a:spcBef>
                        <a:spcAft>
                          <a:spcPts val="300"/>
                        </a:spcAft>
                        <a:buClr>
                          <a:srgbClr val="000000"/>
                        </a:buClr>
                        <a:buSzTx/>
                        <a:buFont typeface="Arial,Sans-Serif" panose="020B0604020202020204" pitchFamily="34" charset="0"/>
                        <a:buChar char="•"/>
                      </a:pPr>
                      <a:r>
                        <a:rPr lang="en-US" sz="800" b="1" i="0" u="none" strike="noStrike" kern="1200" cap="none" spc="0" normalizeH="0" baseline="0" noProof="0">
                          <a:ln>
                            <a:noFill/>
                          </a:ln>
                          <a:solidFill>
                            <a:schemeClr val="tx1"/>
                          </a:solidFill>
                          <a:effectLst/>
                          <a:uLnTx/>
                          <a:uFillTx/>
                          <a:latin typeface="CVS Health Sans"/>
                        </a:rPr>
                        <a:t>Drive app adoption </a:t>
                      </a:r>
                      <a:r>
                        <a:rPr lang="en-US" sz="800" b="0" i="0" u="none" strike="noStrike" kern="1200" cap="none" spc="0" normalizeH="0" baseline="0" noProof="0">
                          <a:ln>
                            <a:noFill/>
                          </a:ln>
                          <a:solidFill>
                            <a:schemeClr val="tx1"/>
                          </a:solidFill>
                          <a:effectLst/>
                          <a:uLnTx/>
                          <a:uFillTx/>
                          <a:latin typeface="CVS Health Sans"/>
                        </a:rPr>
                        <a:t>by adding smart app banners on cvs.com home and Rx home to encourage users to open or download the app</a:t>
                      </a:r>
                      <a:endParaRPr lang="en-US" sz="800">
                        <a:latin typeface="CVS Health Sans"/>
                      </a:endParaRP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fontAlgn="auto" latinLnBrk="0" hangingPunct="1">
                        <a:lnSpc>
                          <a:spcPct val="100000"/>
                        </a:lnSpc>
                        <a:spcBef>
                          <a:spcPts val="0"/>
                        </a:spcBef>
                        <a:spcAft>
                          <a:spcPts val="400"/>
                        </a:spcAft>
                        <a:buClr>
                          <a:schemeClr val="tx1"/>
                        </a:buClr>
                        <a:buSzTx/>
                        <a:buFont typeface="Arial,Sans-Serif" panose="020B0604020202020204" pitchFamily="34" charset="0"/>
                        <a:buChar char="•"/>
                      </a:pPr>
                      <a:r>
                        <a:rPr lang="en-US" sz="800" b="0" i="0" u="none" strike="noStrike" kern="1200" cap="none" spc="0" normalizeH="0" baseline="0" noProof="0">
                          <a:ln>
                            <a:noFill/>
                          </a:ln>
                          <a:solidFill>
                            <a:schemeClr val="tx1"/>
                          </a:solidFill>
                          <a:effectLst/>
                          <a:uLnTx/>
                          <a:uFillTx/>
                          <a:latin typeface="CVS Health Sans"/>
                        </a:rPr>
                        <a:t>Enable </a:t>
                      </a:r>
                      <a:r>
                        <a:rPr lang="en-US" sz="800" b="1" i="0" u="none" strike="noStrike" kern="1200" cap="none" spc="0" normalizeH="0" baseline="0" noProof="0">
                          <a:ln>
                            <a:noFill/>
                          </a:ln>
                          <a:solidFill>
                            <a:schemeClr val="tx1"/>
                          </a:solidFill>
                          <a:effectLst/>
                          <a:uLnTx/>
                          <a:uFillTx/>
                          <a:latin typeface="CVS Health Sans"/>
                        </a:rPr>
                        <a:t>HIPAA reconsent </a:t>
                      </a:r>
                      <a:r>
                        <a:rPr lang="en-US" sz="800" b="0" i="0" u="none" strike="noStrike" kern="1200" cap="none" spc="0" normalizeH="0" baseline="0" noProof="0">
                          <a:ln>
                            <a:noFill/>
                          </a:ln>
                          <a:solidFill>
                            <a:schemeClr val="tx1"/>
                          </a:solidFill>
                          <a:effectLst/>
                          <a:uLnTx/>
                          <a:uFillTx/>
                          <a:latin typeface="CVS Health Sans"/>
                        </a:rPr>
                        <a:t>notifications to promote PHR</a:t>
                      </a:r>
                      <a:endParaRPr lang="en-US" sz="800" b="0" i="0" u="none" strike="noStrike" kern="1200" cap="none" spc="0" normalizeH="0" baseline="0" noProof="0">
                        <a:ln>
                          <a:noFill/>
                        </a:ln>
                        <a:solidFill>
                          <a:srgbClr val="000000"/>
                        </a:solidFill>
                        <a:effectLst/>
                        <a:uLnTx/>
                        <a:uFillTx/>
                        <a:latin typeface="CVS Health Sans"/>
                      </a:endParaRPr>
                    </a:p>
                    <a:p>
                      <a:pPr marL="171450" marR="0" lvl="0" indent="-171450" algn="l">
                        <a:lnSpc>
                          <a:spcPct val="100000"/>
                        </a:lnSpc>
                        <a:spcBef>
                          <a:spcPts val="0"/>
                        </a:spcBef>
                        <a:spcAft>
                          <a:spcPts val="400"/>
                        </a:spcAft>
                        <a:buClr>
                          <a:srgbClr val="000000"/>
                        </a:buClr>
                        <a:buSzTx/>
                        <a:buFont typeface="Arial,Sans-Serif" panose="020B0604020202020204" pitchFamily="34" charset="0"/>
                        <a:buChar char="•"/>
                      </a:pPr>
                      <a:r>
                        <a:rPr lang="en-US" sz="800" b="0" i="0" u="none" strike="noStrike" kern="1200" cap="none" spc="0" normalizeH="0" baseline="0" noProof="0">
                          <a:ln>
                            <a:noFill/>
                          </a:ln>
                          <a:solidFill>
                            <a:schemeClr val="tx1"/>
                          </a:solidFill>
                          <a:effectLst/>
                          <a:uLnTx/>
                          <a:uFillTx/>
                          <a:latin typeface="CVS Health Sans"/>
                        </a:rPr>
                        <a:t>Drive app adoption by implementing  </a:t>
                      </a:r>
                      <a:r>
                        <a:rPr lang="en-US" sz="800" b="1" i="0" u="none" strike="noStrike" kern="1200" cap="none" spc="0" normalizeH="0" baseline="0" noProof="0">
                          <a:ln>
                            <a:noFill/>
                          </a:ln>
                          <a:solidFill>
                            <a:schemeClr val="tx1"/>
                          </a:solidFill>
                          <a:effectLst/>
                          <a:uLnTx/>
                          <a:uFillTx/>
                          <a:latin typeface="CVS Health Sans"/>
                        </a:rPr>
                        <a:t>long-term web messaging solution </a:t>
                      </a:r>
                      <a:r>
                        <a:rPr lang="en-US" sz="800" b="0" i="0" u="none" strike="noStrike" kern="1200" cap="none" spc="0" normalizeH="0" baseline="0" noProof="0">
                          <a:ln>
                            <a:noFill/>
                          </a:ln>
                          <a:solidFill>
                            <a:schemeClr val="tx1"/>
                          </a:solidFill>
                          <a:effectLst/>
                          <a:uLnTx/>
                          <a:uFillTx/>
                          <a:latin typeface="CVS Health Sans"/>
                        </a:rPr>
                        <a:t>with global header integration </a:t>
                      </a:r>
                    </a:p>
                    <a:p>
                      <a:pPr marL="171450" marR="0" lvl="0" indent="-171450" algn="l">
                        <a:lnSpc>
                          <a:spcPct val="100000"/>
                        </a:lnSpc>
                        <a:spcBef>
                          <a:spcPts val="0"/>
                        </a:spcBef>
                        <a:spcAft>
                          <a:spcPts val="400"/>
                        </a:spcAft>
                        <a:buClr>
                          <a:srgbClr val="000000"/>
                        </a:buClr>
                        <a:buSzTx/>
                        <a:buFont typeface="Arial,Sans-Serif" panose="020B0604020202020204" pitchFamily="34" charset="0"/>
                        <a:buChar char="•"/>
                      </a:pPr>
                      <a:r>
                        <a:rPr lang="en-US" sz="800" b="0" i="0" u="none" strike="noStrike" kern="1200" cap="none" spc="0" normalizeH="0" baseline="0" noProof="0">
                          <a:ln>
                            <a:noFill/>
                          </a:ln>
                          <a:solidFill>
                            <a:schemeClr val="tx1"/>
                          </a:solidFill>
                          <a:effectLst/>
                          <a:uLnTx/>
                          <a:uFillTx/>
                          <a:latin typeface="CVS Health Sans"/>
                        </a:rPr>
                        <a:t>Drive users from mWeb to the App via </a:t>
                      </a:r>
                      <a:r>
                        <a:rPr lang="en-US" sz="800" b="1" i="0" u="none" strike="noStrike" kern="1200" cap="none" spc="0" normalizeH="0" baseline="0" noProof="0">
                          <a:ln>
                            <a:noFill/>
                          </a:ln>
                          <a:solidFill>
                            <a:schemeClr val="tx1"/>
                          </a:solidFill>
                          <a:effectLst/>
                          <a:uLnTx/>
                          <a:uFillTx/>
                          <a:latin typeface="CVS Health Sans"/>
                        </a:rPr>
                        <a:t>S2C deep links in SMS &amp; other EC Email </a:t>
                      </a:r>
                      <a:r>
                        <a:rPr lang="en-US" sz="800" b="0" i="0" u="none" strike="noStrike" kern="1200" cap="none" spc="0" normalizeH="0" baseline="0" noProof="0">
                          <a:ln>
                            <a:noFill/>
                          </a:ln>
                          <a:solidFill>
                            <a:schemeClr val="tx1"/>
                          </a:solidFill>
                          <a:effectLst/>
                          <a:uLnTx/>
                          <a:uFillTx/>
                          <a:latin typeface="CVS Health Sans"/>
                        </a:rPr>
                        <a:t>use cases (Weekly Ad)</a:t>
                      </a:r>
                    </a:p>
                    <a:p>
                      <a:pPr marL="171450" marR="0" lvl="0" indent="-171450" algn="l">
                        <a:lnSpc>
                          <a:spcPct val="100000"/>
                        </a:lnSpc>
                        <a:spcBef>
                          <a:spcPts val="0"/>
                        </a:spcBef>
                        <a:spcAft>
                          <a:spcPts val="300"/>
                        </a:spcAft>
                        <a:buClr>
                          <a:srgbClr val="000000"/>
                        </a:buClr>
                        <a:buSzTx/>
                        <a:buFont typeface="Arial,Sans-Serif" panose="020B0604020202020204" pitchFamily="34" charset="0"/>
                        <a:buChar char="•"/>
                      </a:pPr>
                      <a:r>
                        <a:rPr lang="en-US" sz="800" b="0" i="0" u="none" strike="noStrike" kern="1200" cap="none" spc="0" normalizeH="0" baseline="0" noProof="0">
                          <a:ln>
                            <a:noFill/>
                          </a:ln>
                          <a:solidFill>
                            <a:schemeClr val="tx1"/>
                          </a:solidFill>
                          <a:effectLst/>
                          <a:uLnTx/>
                          <a:uFillTx/>
                          <a:latin typeface="CVS Health Sans"/>
                        </a:rPr>
                        <a:t>Drive Monthyl Active Users via Reactivation Triggers Tests</a:t>
                      </a:r>
                    </a:p>
                    <a:p>
                      <a:pPr marL="171450" marR="0" lvl="0" indent="-171450" algn="l">
                        <a:lnSpc>
                          <a:spcPct val="100000"/>
                        </a:lnSpc>
                        <a:spcBef>
                          <a:spcPts val="0"/>
                        </a:spcBef>
                        <a:spcAft>
                          <a:spcPts val="300"/>
                        </a:spcAft>
                        <a:buClr>
                          <a:srgbClr val="000000"/>
                        </a:buClr>
                        <a:buSzTx/>
                        <a:buFont typeface="Arial,Sans-Serif" panose="020B0604020202020204" pitchFamily="34" charset="0"/>
                        <a:buChar char="•"/>
                      </a:pPr>
                      <a:r>
                        <a:rPr lang="en-US" sz="800" b="0" i="0" u="none" strike="noStrike" kern="1200" cap="none" spc="0" normalizeH="0" baseline="0" noProof="0">
                          <a:ln>
                            <a:noFill/>
                          </a:ln>
                          <a:solidFill>
                            <a:schemeClr val="tx1"/>
                          </a:solidFill>
                          <a:effectLst/>
                          <a:uLnTx/>
                          <a:uFillTx/>
                          <a:latin typeface="CVS Health Sans"/>
                        </a:rPr>
                        <a:t>Drive new app downloads through in-store wifi captive portal Enable </a:t>
                      </a:r>
                      <a:r>
                        <a:rPr lang="en-US" sz="800" b="1" i="0" u="none" strike="noStrike" kern="1200" cap="none" spc="0" normalizeH="0" baseline="0" noProof="0">
                          <a:ln>
                            <a:noFill/>
                          </a:ln>
                          <a:solidFill>
                            <a:schemeClr val="tx1"/>
                          </a:solidFill>
                          <a:effectLst/>
                          <a:uLnTx/>
                          <a:uFillTx/>
                          <a:latin typeface="CVS Health Sans"/>
                        </a:rPr>
                        <a:t>progressive onboarding </a:t>
                      </a:r>
                      <a:r>
                        <a:rPr lang="en-US" sz="800" b="0" i="0" u="none" strike="noStrike" kern="1200" cap="none" spc="0" normalizeH="0" baseline="0" noProof="0">
                          <a:ln>
                            <a:noFill/>
                          </a:ln>
                          <a:solidFill>
                            <a:schemeClr val="tx1"/>
                          </a:solidFill>
                          <a:effectLst/>
                          <a:uLnTx/>
                          <a:uFillTx/>
                          <a:latin typeface="CVS Health Sans"/>
                        </a:rPr>
                        <a:t>Push and app messaging to drive profile completeness</a:t>
                      </a:r>
                      <a:endParaRPr lang="en-US" sz="800" b="0" i="0" u="none" strike="noStrike" kern="1200" cap="none" spc="0" normalizeH="0" baseline="0" noProof="0">
                        <a:ln>
                          <a:noFill/>
                        </a:ln>
                        <a:solidFill>
                          <a:srgbClr val="000000"/>
                        </a:solidFill>
                        <a:effectLst/>
                        <a:uLnTx/>
                        <a:uFillTx/>
                        <a:latin typeface="CVS Health Sans"/>
                      </a:endParaRPr>
                    </a:p>
                    <a:p>
                      <a:pPr marL="171450" marR="0" lvl="0" indent="-171450" algn="l">
                        <a:lnSpc>
                          <a:spcPct val="100000"/>
                        </a:lnSpc>
                        <a:spcBef>
                          <a:spcPts val="0"/>
                        </a:spcBef>
                        <a:spcAft>
                          <a:spcPts val="300"/>
                        </a:spcAft>
                        <a:buClr>
                          <a:srgbClr val="000000"/>
                        </a:buClr>
                        <a:buSzTx/>
                        <a:buFont typeface="Arial" panose="020B0604020202020204" pitchFamily="34" charset="0"/>
                        <a:buChar char="•"/>
                      </a:pPr>
                      <a:r>
                        <a:rPr lang="en-US" sz="800" b="1" i="0" u="none" strike="noStrike" kern="1200" cap="none" spc="0" normalizeH="0" baseline="0" noProof="0">
                          <a:ln>
                            <a:noFill/>
                          </a:ln>
                          <a:solidFill>
                            <a:schemeClr val="tx1"/>
                          </a:solidFill>
                          <a:effectLst/>
                          <a:uLnTx/>
                          <a:uFillTx/>
                          <a:latin typeface="CVS Health Sans"/>
                          <a:ea typeface="+mn-ea"/>
                          <a:cs typeface="+mn-cs"/>
                        </a:rPr>
                        <a:t>Drive new app downloads </a:t>
                      </a:r>
                      <a:r>
                        <a:rPr lang="en-US" sz="800" b="0" i="0" u="none" strike="noStrike" kern="1200" cap="none" spc="0" normalizeH="0" baseline="0" noProof="0">
                          <a:ln>
                            <a:noFill/>
                          </a:ln>
                          <a:solidFill>
                            <a:schemeClr val="tx1"/>
                          </a:solidFill>
                          <a:effectLst/>
                          <a:uLnTx/>
                          <a:uFillTx/>
                          <a:latin typeface="CVS Health Sans"/>
                          <a:ea typeface="+mn-ea"/>
                          <a:cs typeface="+mn-cs"/>
                        </a:rPr>
                        <a:t>via App store search optimization </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3355" marR="0" lvl="0" indent="-171450" algn="l" rtl="0" eaLnBrk="1" fontAlgn="auto" latinLnBrk="0" hangingPunct="1">
                        <a:lnSpc>
                          <a:spcPct val="100000"/>
                        </a:lnSpc>
                        <a:spcBef>
                          <a:spcPts val="0"/>
                        </a:spcBef>
                        <a:spcAft>
                          <a:spcPts val="300"/>
                        </a:spcAft>
                        <a:buClr>
                          <a:srgbClr val="000000"/>
                        </a:buClr>
                        <a:buSzTx/>
                        <a:buFont typeface="Arial,Sans-Serif" panose="020B0604020202020204" pitchFamily="34" charset="0"/>
                        <a:buChar char="•"/>
                      </a:pPr>
                      <a:r>
                        <a:rPr lang="en-US" sz="800" b="0" i="0" u="none" strike="noStrike" kern="1200" cap="none" spc="0" normalizeH="0" baseline="0" noProof="0">
                          <a:ln>
                            <a:noFill/>
                          </a:ln>
                          <a:solidFill>
                            <a:schemeClr val="tx1"/>
                          </a:solidFill>
                          <a:effectLst/>
                          <a:uLnTx/>
                          <a:uFillTx/>
                          <a:latin typeface="CVS Health Sans"/>
                        </a:rPr>
                        <a:t>Drive personalization in messaging by </a:t>
                      </a:r>
                      <a:r>
                        <a:rPr lang="en-US" sz="800" b="1" i="0" u="none" strike="noStrike" kern="1200" cap="none" spc="0" normalizeH="0" baseline="0" noProof="0">
                          <a:ln>
                            <a:noFill/>
                          </a:ln>
                          <a:solidFill>
                            <a:schemeClr val="tx1"/>
                          </a:solidFill>
                          <a:effectLst/>
                          <a:uLnTx/>
                          <a:uFillTx/>
                          <a:latin typeface="CVS Health Sans"/>
                        </a:rPr>
                        <a:t>implementing  communication  preferences</a:t>
                      </a:r>
                      <a:endParaRPr lang="en-US" sz="800" b="0" i="0" u="none" strike="noStrike" kern="1200" cap="none" spc="0" normalizeH="0" baseline="0" noProof="0">
                        <a:ln>
                          <a:noFill/>
                        </a:ln>
                        <a:solidFill>
                          <a:srgbClr val="000000"/>
                        </a:solidFill>
                        <a:effectLst/>
                        <a:uLnTx/>
                        <a:uFillTx/>
                        <a:latin typeface="CVS Health Sans"/>
                      </a:endParaRPr>
                    </a:p>
                    <a:p>
                      <a:pPr marL="173355" marR="0" lvl="0" indent="-171450" algn="l">
                        <a:lnSpc>
                          <a:spcPct val="100000"/>
                        </a:lnSpc>
                        <a:spcBef>
                          <a:spcPts val="0"/>
                        </a:spcBef>
                        <a:spcAft>
                          <a:spcPts val="300"/>
                        </a:spcAft>
                        <a:buClr>
                          <a:srgbClr val="000000"/>
                        </a:buClr>
                        <a:buSzTx/>
                        <a:buFont typeface="Arial,Sans-Serif" panose="020B0604020202020204" pitchFamily="34" charset="0"/>
                        <a:buChar char="•"/>
                      </a:pPr>
                      <a:r>
                        <a:rPr lang="en-US" sz="800" b="1" i="0" u="none" strike="noStrike" kern="1200" cap="none" spc="0" normalizeH="0" baseline="0" noProof="0">
                          <a:ln>
                            <a:noFill/>
                          </a:ln>
                          <a:solidFill>
                            <a:schemeClr val="tx1"/>
                          </a:solidFill>
                          <a:effectLst/>
                          <a:uLnTx/>
                          <a:uFillTx/>
                          <a:latin typeface="CVS Health Sans"/>
                        </a:rPr>
                        <a:t>Launch PHR adoption </a:t>
                      </a:r>
                      <a:r>
                        <a:rPr lang="en-US" sz="800" b="0" i="0" u="none" strike="noStrike" kern="1200" cap="none" spc="0" normalizeH="0" baseline="0" noProof="0">
                          <a:ln>
                            <a:noFill/>
                          </a:ln>
                          <a:solidFill>
                            <a:schemeClr val="tx1"/>
                          </a:solidFill>
                          <a:effectLst/>
                          <a:uLnTx/>
                          <a:uFillTx/>
                          <a:latin typeface="CVS Health Sans"/>
                        </a:rPr>
                        <a:t>campaign</a:t>
                      </a:r>
                      <a:endParaRPr lang="en-US" sz="800">
                        <a:latin typeface="CVS Health Sans"/>
                      </a:endParaRP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nSpc>
                          <a:spcPct val="100000"/>
                        </a:lnSpc>
                        <a:spcBef>
                          <a:spcPts val="0"/>
                        </a:spcBef>
                        <a:spcAft>
                          <a:spcPts val="300"/>
                        </a:spcAft>
                        <a:buFont typeface="Arial" panose="020B0604020202020204" pitchFamily="34" charset="0"/>
                        <a:buChar char="•"/>
                      </a:pPr>
                      <a:r>
                        <a:rPr lang="en-US" sz="800" b="0" i="0" u="none" strike="noStrike" kern="1200" cap="none" spc="0" normalizeH="0" baseline="0" noProof="0">
                          <a:ln>
                            <a:noFill/>
                          </a:ln>
                          <a:solidFill>
                            <a:schemeClr val="tx1"/>
                          </a:solidFill>
                          <a:effectLst/>
                          <a:uLnTx/>
                          <a:uFillTx/>
                          <a:latin typeface="CVS Health Sans"/>
                          <a:ea typeface="+mn-ea"/>
                          <a:cs typeface="+mn-cs"/>
                        </a:rPr>
                        <a:t>Enable new Push campaigns for to onboard new Caregivers via </a:t>
                      </a:r>
                      <a:r>
                        <a:rPr lang="en-US" sz="800" b="1" i="0" u="none" strike="noStrike" kern="1200" cap="none" spc="0" normalizeH="0" baseline="0" noProof="0">
                          <a:ln>
                            <a:noFill/>
                          </a:ln>
                          <a:solidFill>
                            <a:schemeClr val="tx1"/>
                          </a:solidFill>
                          <a:effectLst/>
                          <a:uLnTx/>
                          <a:uFillTx/>
                          <a:latin typeface="CVS Health Sans"/>
                          <a:ea typeface="+mn-ea"/>
                          <a:cs typeface="+mn-cs"/>
                        </a:rPr>
                        <a:t>Caregiving MLP experience</a:t>
                      </a:r>
                      <a:endParaRPr lang="en-US" sz="800" b="1" i="0" u="none" strike="noStrike" kern="1200" cap="none" spc="0" normalizeH="0" baseline="0">
                        <a:ln>
                          <a:noFill/>
                        </a:ln>
                        <a:solidFill>
                          <a:schemeClr val="tx1"/>
                        </a:solidFill>
                        <a:effectLst/>
                        <a:uLnTx/>
                        <a:uFillTx/>
                        <a:latin typeface="CVS Health Sans"/>
                        <a:ea typeface="+mn-ea"/>
                        <a:cs typeface="+mn-cs"/>
                      </a:endParaRP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7534537"/>
                  </a:ext>
                </a:extLst>
              </a:tr>
              <a:tr h="1761083">
                <a:tc rowSpan="2">
                  <a:txBody>
                    <a:bodyPr/>
                    <a:lstStyle/>
                    <a:p>
                      <a:pPr marL="0" marR="0" lvl="0" indent="0" algn="ctr" rtl="0" eaLnBrk="1" fontAlgn="auto" latinLnBrk="0" hangingPunct="1">
                        <a:lnSpc>
                          <a:spcPct val="100000"/>
                        </a:lnSpc>
                        <a:spcBef>
                          <a:spcPts val="300"/>
                        </a:spcBef>
                        <a:spcAft>
                          <a:spcPts val="300"/>
                        </a:spcAft>
                        <a:buClrTx/>
                        <a:buSzTx/>
                        <a:buFont typeface="Arial" panose="020B0604020202020204" pitchFamily="34" charset="0"/>
                        <a:buNone/>
                      </a:pPr>
                      <a:r>
                        <a:rPr lang="en-US" sz="800" b="0">
                          <a:solidFill>
                            <a:schemeClr val="tx1"/>
                          </a:solidFill>
                          <a:latin typeface="+mn-lt"/>
                        </a:rPr>
                        <a:t>Engagement</a:t>
                      </a:r>
                    </a:p>
                  </a:txBody>
                  <a:tcPr marL="91416" marR="91416" marT="45708" marB="45708" vert="vert270" anchor="ctr">
                    <a:lnL w="12700" cap="flat" cmpd="sng" algn="ctr">
                      <a:solidFill>
                        <a:schemeClr val="bg2"/>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4F0FD"/>
                    </a:solidFill>
                  </a:tcPr>
                </a:tc>
                <a:tc>
                  <a:txBody>
                    <a:bodyPr/>
                    <a:lstStyle/>
                    <a:p>
                      <a:pPr marL="0" marR="0" lvl="0" indent="0" algn="ctr" rtl="0" eaLnBrk="1" fontAlgn="auto" latinLnBrk="0" hangingPunct="1">
                        <a:lnSpc>
                          <a:spcPct val="100000"/>
                        </a:lnSpc>
                        <a:spcBef>
                          <a:spcPts val="300"/>
                        </a:spcBef>
                        <a:spcAft>
                          <a:spcPts val="300"/>
                        </a:spcAft>
                        <a:buClrTx/>
                        <a:buSzTx/>
                        <a:buFont typeface="Arial" panose="020B0604020202020204" pitchFamily="34" charset="0"/>
                        <a:buNone/>
                      </a:pPr>
                      <a:r>
                        <a:rPr lang="en-US" sz="800" b="0">
                          <a:solidFill>
                            <a:schemeClr val="tx1"/>
                          </a:solidFill>
                          <a:latin typeface="+mn-lt"/>
                        </a:rPr>
                        <a:t>Brilliant Basics Transactional</a:t>
                      </a:r>
                    </a:p>
                  </a:txBody>
                  <a:tcPr marL="91416" marR="91416" marT="45708" marB="45708"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4F0FD"/>
                    </a:solidFill>
                  </a:tcPr>
                </a:tc>
                <a:tc>
                  <a:txBody>
                    <a:bodyPr/>
                    <a:lstStyle/>
                    <a:p>
                      <a:pPr marL="171450" marR="0" lvl="0" indent="-171450" algn="l" rtl="0" eaLnBrk="1" fontAlgn="auto" latinLnBrk="0" hangingPunct="1">
                        <a:lnSpc>
                          <a:spcPct val="100000"/>
                        </a:lnSpc>
                        <a:spcBef>
                          <a:spcPts val="300"/>
                        </a:spcBef>
                        <a:spcAft>
                          <a:spcPts val="400"/>
                        </a:spcAft>
                        <a:buClr>
                          <a:schemeClr val="tx1"/>
                        </a:buClr>
                        <a:buSzTx/>
                        <a:buFont typeface="Arial,Sans-Serif" panose="020B0604020202020204" pitchFamily="34" charset="0"/>
                        <a:buChar char="•"/>
                      </a:pPr>
                      <a:r>
                        <a:rPr lang="en-US" sz="800" b="0" i="0" u="none" strike="noStrike" kern="1200" cap="none" spc="0" normalizeH="0" baseline="0" noProof="0">
                          <a:ln>
                            <a:noFill/>
                          </a:ln>
                          <a:solidFill>
                            <a:schemeClr val="tx1"/>
                          </a:solidFill>
                          <a:effectLst/>
                          <a:uLnTx/>
                          <a:uFillTx/>
                          <a:latin typeface="CVS Health Sans"/>
                        </a:rPr>
                        <a:t>Launch new Rx transaction campaigns by enabling Android for </a:t>
                      </a:r>
                      <a:r>
                        <a:rPr lang="en-US" sz="800" b="1" i="0" u="none" strike="noStrike" kern="1200" cap="none" spc="0" normalizeH="0" baseline="0" noProof="0">
                          <a:ln>
                            <a:noFill/>
                          </a:ln>
                          <a:solidFill>
                            <a:schemeClr val="tx1"/>
                          </a:solidFill>
                          <a:effectLst/>
                          <a:uLnTx/>
                          <a:uFillTx/>
                          <a:latin typeface="CVS Health Sans"/>
                        </a:rPr>
                        <a:t>Real time Order Ready, Action Notes, Rx Received push campaign</a:t>
                      </a:r>
                    </a:p>
                    <a:p>
                      <a:pPr marL="171450" marR="0" lvl="0" indent="-171450" algn="l">
                        <a:lnSpc>
                          <a:spcPct val="100000"/>
                        </a:lnSpc>
                        <a:spcBef>
                          <a:spcPts val="300"/>
                        </a:spcBef>
                        <a:spcAft>
                          <a:spcPts val="400"/>
                        </a:spcAft>
                        <a:buClr>
                          <a:srgbClr val="000000"/>
                        </a:buClr>
                        <a:buSzTx/>
                        <a:buFont typeface="Arial,Sans-Serif" panose="020B0604020202020204" pitchFamily="34" charset="0"/>
                        <a:buChar char="•"/>
                      </a:pPr>
                      <a:r>
                        <a:rPr lang="en-US" sz="800" b="0" i="0" u="none" strike="noStrike" kern="1200" cap="none" spc="0" normalizeH="0" baseline="0" noProof="0">
                          <a:ln>
                            <a:noFill/>
                          </a:ln>
                          <a:solidFill>
                            <a:schemeClr val="tx1"/>
                          </a:solidFill>
                          <a:effectLst/>
                          <a:uLnTx/>
                          <a:uFillTx/>
                          <a:latin typeface="CVS Health Sans"/>
                        </a:rPr>
                        <a:t>Launch </a:t>
                      </a:r>
                      <a:r>
                        <a:rPr lang="en-US" sz="800" b="1" i="0" u="none" strike="noStrike" kern="1200" cap="none" spc="0" normalizeH="0" baseline="0" noProof="0">
                          <a:ln>
                            <a:noFill/>
                          </a:ln>
                          <a:solidFill>
                            <a:schemeClr val="tx1"/>
                          </a:solidFill>
                          <a:effectLst/>
                          <a:uLnTx/>
                          <a:uFillTx/>
                          <a:latin typeface="CVS Health Sans"/>
                        </a:rPr>
                        <a:t>BOPIS Push </a:t>
                      </a:r>
                      <a:r>
                        <a:rPr lang="en-US" sz="800" b="0" i="0" u="none" strike="noStrike" kern="1200" cap="none" spc="0" normalizeH="0" baseline="0" noProof="0">
                          <a:ln>
                            <a:noFill/>
                          </a:ln>
                          <a:solidFill>
                            <a:schemeClr val="tx1"/>
                          </a:solidFill>
                          <a:effectLst/>
                          <a:uLnTx/>
                          <a:uFillTx/>
                          <a:latin typeface="CVS Health Sans"/>
                        </a:rPr>
                        <a:t>to help customers track their order</a:t>
                      </a:r>
                      <a:endParaRPr lang="en-US" sz="800" b="0" i="0" u="none" strike="noStrike" kern="1200" cap="none" spc="0" normalizeH="0" baseline="0" noProof="0">
                        <a:ln>
                          <a:noFill/>
                        </a:ln>
                        <a:solidFill>
                          <a:srgbClr val="000000"/>
                        </a:solidFill>
                        <a:effectLst/>
                        <a:uLnTx/>
                        <a:uFillTx/>
                        <a:latin typeface="CVS Health Sans"/>
                      </a:endParaRP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fontAlgn="auto" latinLnBrk="0" hangingPunct="1">
                        <a:lnSpc>
                          <a:spcPct val="100000"/>
                        </a:lnSpc>
                        <a:spcBef>
                          <a:spcPts val="0"/>
                        </a:spcBef>
                        <a:spcAft>
                          <a:spcPts val="0"/>
                        </a:spcAft>
                        <a:buClr>
                          <a:schemeClr val="tx1"/>
                        </a:buClr>
                        <a:buSzTx/>
                        <a:buFont typeface="Arial,Sans-Serif" panose="020B0604020202020204" pitchFamily="34" charset="0"/>
                        <a:buChar char="•"/>
                      </a:pPr>
                      <a:r>
                        <a:rPr lang="en-US" sz="800" b="0" i="0" u="none" strike="noStrike" kern="1200" cap="none" spc="0" normalizeH="0" baseline="0" noProof="0">
                          <a:ln>
                            <a:noFill/>
                          </a:ln>
                          <a:solidFill>
                            <a:schemeClr val="tx1"/>
                          </a:solidFill>
                          <a:effectLst/>
                          <a:uLnTx/>
                          <a:uFillTx/>
                          <a:latin typeface="CVS Health Sans"/>
                        </a:rPr>
                        <a:t>Drive self-service through enhanced </a:t>
                      </a:r>
                      <a:r>
                        <a:rPr lang="en-US" sz="800" b="1" i="0" u="none" strike="noStrike" kern="1200" cap="none" spc="0" normalizeH="0" baseline="0" noProof="0">
                          <a:ln>
                            <a:noFill/>
                          </a:ln>
                          <a:solidFill>
                            <a:schemeClr val="tx1"/>
                          </a:solidFill>
                          <a:effectLst/>
                          <a:uLnTx/>
                          <a:uFillTx/>
                          <a:latin typeface="CVS Health Sans"/>
                        </a:rPr>
                        <a:t>Rx </a:t>
                      </a:r>
                      <a:r>
                        <a:rPr lang="en-US" sz="800" b="1" i="0" u="none" strike="noStrike" kern="1200" cap="none" spc="0" normalizeH="0" baseline="0" noProof="0">
                          <a:ln>
                            <a:noFill/>
                          </a:ln>
                          <a:solidFill>
                            <a:schemeClr val="tx1"/>
                          </a:solidFill>
                          <a:effectLst/>
                          <a:uLnTx/>
                          <a:uFillTx/>
                          <a:latin typeface="CVS Health Sans"/>
                          <a:ea typeface="+mn-ea"/>
                          <a:cs typeface="+mn-cs"/>
                        </a:rPr>
                        <a:t>Action Notes experiences </a:t>
                      </a:r>
                      <a:r>
                        <a:rPr lang="en-US" sz="800" b="0" i="0" u="none" strike="noStrike" kern="1200" cap="none" spc="0" normalizeH="0" baseline="0" noProof="0">
                          <a:ln>
                            <a:noFill/>
                          </a:ln>
                          <a:solidFill>
                            <a:schemeClr val="tx1"/>
                          </a:solidFill>
                          <a:effectLst/>
                          <a:uLnTx/>
                          <a:uFillTx/>
                          <a:latin typeface="CVS Health Sans"/>
                        </a:rPr>
                        <a:t>(long term out of stock), </a:t>
                      </a:r>
                      <a:r>
                        <a:rPr lang="en-US" sz="800" b="1" i="0" u="none" strike="noStrike" kern="1200" cap="none" spc="0" normalizeH="0" baseline="0" noProof="0">
                          <a:ln>
                            <a:noFill/>
                          </a:ln>
                          <a:solidFill>
                            <a:schemeClr val="tx1"/>
                          </a:solidFill>
                          <a:effectLst/>
                          <a:uLnTx/>
                          <a:uFillTx/>
                          <a:latin typeface="CVS Health Sans"/>
                        </a:rPr>
                        <a:t>Rx Refill Reminder </a:t>
                      </a:r>
                    </a:p>
                    <a:p>
                      <a:pPr marL="171450" marR="0" lvl="0" indent="-171450" algn="l">
                        <a:lnSpc>
                          <a:spcPct val="100000"/>
                        </a:lnSpc>
                        <a:spcBef>
                          <a:spcPts val="0"/>
                        </a:spcBef>
                        <a:spcAft>
                          <a:spcPts val="0"/>
                        </a:spcAft>
                        <a:buClr>
                          <a:srgbClr val="000000"/>
                        </a:buClr>
                        <a:buSzTx/>
                        <a:buFont typeface="Arial" panose="020B0604020202020204" pitchFamily="34" charset="0"/>
                        <a:buChar char="•"/>
                      </a:pPr>
                      <a:r>
                        <a:rPr lang="en-US" sz="800" b="0" i="0" u="none" strike="noStrike" kern="1200" cap="none" spc="0" normalizeH="0" baseline="0" noProof="0">
                          <a:ln>
                            <a:noFill/>
                          </a:ln>
                          <a:solidFill>
                            <a:schemeClr val="tx1"/>
                          </a:solidFill>
                          <a:effectLst/>
                          <a:uLnTx/>
                          <a:uFillTx/>
                          <a:latin typeface="CVS Health Sans"/>
                          <a:ea typeface="+mn-ea"/>
                          <a:cs typeface="+mn-cs"/>
                        </a:rPr>
                        <a:t>Migrate RxR transaction campaigns from Firebase to Braze</a:t>
                      </a:r>
                    </a:p>
                    <a:p>
                      <a:pPr marL="171450" marR="0" lvl="0" indent="-171450" algn="l">
                        <a:lnSpc>
                          <a:spcPct val="100000"/>
                        </a:lnSpc>
                        <a:spcBef>
                          <a:spcPts val="0"/>
                        </a:spcBef>
                        <a:spcAft>
                          <a:spcPts val="0"/>
                        </a:spcAft>
                        <a:buClr>
                          <a:srgbClr val="000000"/>
                        </a:buClr>
                        <a:buSzTx/>
                        <a:buFont typeface="Arial,Sans-Serif" panose="020B0604020202020204" pitchFamily="34" charset="0"/>
                        <a:buChar char="•"/>
                      </a:pPr>
                      <a:r>
                        <a:rPr lang="en-US" sz="800" b="0" i="0" u="none" strike="noStrike" kern="1200" cap="none" spc="0" normalizeH="0" baseline="0" noProof="0">
                          <a:ln>
                            <a:noFill/>
                          </a:ln>
                          <a:solidFill>
                            <a:schemeClr val="tx1"/>
                          </a:solidFill>
                          <a:effectLst/>
                          <a:uLnTx/>
                          <a:uFillTx/>
                          <a:latin typeface="CVS Health Sans"/>
                        </a:rPr>
                        <a:t>Provide better customers tracking by enabling </a:t>
                      </a:r>
                      <a:r>
                        <a:rPr lang="en-US" sz="800" b="1" i="0" u="none" strike="noStrike" kern="1200" cap="none" spc="0" normalizeH="0" baseline="0" noProof="0">
                          <a:ln>
                            <a:noFill/>
                          </a:ln>
                          <a:solidFill>
                            <a:schemeClr val="tx1"/>
                          </a:solidFill>
                          <a:effectLst/>
                          <a:uLnTx/>
                          <a:uFillTx/>
                          <a:latin typeface="CVS Health Sans"/>
                        </a:rPr>
                        <a:t>Same Day Delivery Push</a:t>
                      </a:r>
                      <a:endParaRPr lang="en-US" sz="800" b="0" i="0" u="none" strike="noStrike" kern="1200" cap="none" spc="0" normalizeH="0" baseline="0" noProof="0">
                        <a:ln>
                          <a:noFill/>
                        </a:ln>
                        <a:solidFill>
                          <a:srgbClr val="000000"/>
                        </a:solidFill>
                        <a:effectLst/>
                        <a:uLnTx/>
                        <a:uFillTx/>
                        <a:latin typeface="CVS Health Sans"/>
                      </a:endParaRPr>
                    </a:p>
                    <a:p>
                      <a:pPr marL="171450" marR="0" lvl="0" indent="-171450" algn="l">
                        <a:lnSpc>
                          <a:spcPct val="100000"/>
                        </a:lnSpc>
                        <a:spcBef>
                          <a:spcPts val="0"/>
                        </a:spcBef>
                        <a:spcAft>
                          <a:spcPts val="0"/>
                        </a:spcAft>
                        <a:buClr>
                          <a:srgbClr val="000000"/>
                        </a:buClr>
                        <a:buSzTx/>
                        <a:buFont typeface="Arial,Sans-Serif" panose="020B0604020202020204" pitchFamily="34" charset="0"/>
                        <a:buChar char="•"/>
                      </a:pPr>
                      <a:r>
                        <a:rPr lang="en-US" sz="800" b="0" i="0" u="none" strike="noStrike" kern="1200" cap="none" spc="0" normalizeH="0" baseline="0" noProof="0">
                          <a:ln>
                            <a:noFill/>
                          </a:ln>
                          <a:solidFill>
                            <a:schemeClr val="tx1"/>
                          </a:solidFill>
                          <a:effectLst/>
                          <a:uLnTx/>
                          <a:uFillTx/>
                          <a:latin typeface="CVS Health Sans"/>
                        </a:rPr>
                        <a:t>Enable push campaign to support </a:t>
                      </a:r>
                      <a:r>
                        <a:rPr lang="en-US" sz="800" b="1" i="0" u="none" strike="noStrike" kern="1200" cap="none" spc="0" normalizeH="0" baseline="0" noProof="0">
                          <a:ln>
                            <a:noFill/>
                          </a:ln>
                          <a:solidFill>
                            <a:schemeClr val="tx1"/>
                          </a:solidFill>
                          <a:effectLst/>
                          <a:uLnTx/>
                          <a:uFillTx/>
                          <a:latin typeface="CVS Health Sans"/>
                        </a:rPr>
                        <a:t>Fast pick-up</a:t>
                      </a:r>
                      <a:endParaRPr lang="en-US" sz="800" b="0" i="0" u="none" strike="noStrike" kern="1200" cap="none" spc="0" normalizeH="0" baseline="0" noProof="0">
                        <a:ln>
                          <a:noFill/>
                        </a:ln>
                        <a:solidFill>
                          <a:schemeClr val="tx1"/>
                        </a:solidFill>
                        <a:effectLst/>
                        <a:uLnTx/>
                        <a:uFillTx/>
                        <a:latin typeface="CVS Health Sans"/>
                        <a:ea typeface="+mn-ea"/>
                        <a:cs typeface="+mn-cs"/>
                      </a:endParaRP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fontAlgn="auto" latinLnBrk="0" hangingPunct="1">
                        <a:lnSpc>
                          <a:spcPct val="100000"/>
                        </a:lnSpc>
                        <a:spcBef>
                          <a:spcPts val="300"/>
                        </a:spcBef>
                        <a:spcAft>
                          <a:spcPts val="300"/>
                        </a:spcAft>
                        <a:buClr>
                          <a:schemeClr val="tx1"/>
                        </a:buClr>
                        <a:buSzTx/>
                        <a:buFont typeface="Arial"/>
                        <a:buChar char="•"/>
                      </a:pPr>
                      <a:r>
                        <a:rPr lang="en-US" sz="800" b="0" i="0" u="none" strike="noStrike" kern="1200" cap="none" spc="0" normalizeH="0" baseline="0" noProof="0">
                          <a:ln>
                            <a:noFill/>
                          </a:ln>
                          <a:solidFill>
                            <a:schemeClr val="tx1"/>
                          </a:solidFill>
                          <a:effectLst/>
                          <a:uLnTx/>
                          <a:uFillTx/>
                          <a:latin typeface="CVS Health Sans"/>
                        </a:rPr>
                        <a:t>Drive </a:t>
                      </a:r>
                      <a:r>
                        <a:rPr lang="en-US" sz="800" b="1" i="0" u="none" strike="noStrike" kern="1200" cap="none" spc="0" normalizeH="0" baseline="0" noProof="0">
                          <a:ln>
                            <a:noFill/>
                          </a:ln>
                          <a:solidFill>
                            <a:schemeClr val="tx1"/>
                          </a:solidFill>
                          <a:effectLst/>
                          <a:uLnTx/>
                          <a:uFillTx/>
                          <a:latin typeface="CVS Health Sans"/>
                        </a:rPr>
                        <a:t>engagement for Health services </a:t>
                      </a:r>
                      <a:r>
                        <a:rPr lang="en-US" sz="800" b="0" i="0" u="none" strike="noStrike" kern="1200" cap="none" spc="0" normalizeH="0" baseline="0" noProof="0">
                          <a:ln>
                            <a:noFill/>
                          </a:ln>
                          <a:solidFill>
                            <a:schemeClr val="tx1"/>
                          </a:solidFill>
                          <a:effectLst/>
                          <a:uLnTx/>
                          <a:uFillTx/>
                          <a:latin typeface="CVS Health Sans"/>
                        </a:rPr>
                        <a:t>flow by enable new push campaigns for upcoming MinuteClinic </a:t>
                      </a:r>
                      <a:r>
                        <a:rPr lang="en-US" sz="800" b="1" i="0" u="none" strike="noStrike" kern="1200" cap="none" spc="0" normalizeH="0" baseline="0" noProof="0">
                          <a:ln>
                            <a:noFill/>
                          </a:ln>
                          <a:solidFill>
                            <a:schemeClr val="tx1"/>
                          </a:solidFill>
                          <a:effectLst/>
                          <a:uLnTx/>
                          <a:uFillTx/>
                          <a:latin typeface="CVS Health Sans"/>
                        </a:rPr>
                        <a:t>appointment scheduling </a:t>
                      </a:r>
                      <a:endParaRPr lang="en-US" sz="800" b="0" i="0" u="none" strike="noStrike" kern="1200" cap="none" spc="0" normalizeH="0" baseline="0" noProof="0">
                        <a:ln>
                          <a:noFill/>
                        </a:ln>
                        <a:solidFill>
                          <a:srgbClr val="000000"/>
                        </a:solidFill>
                        <a:effectLst/>
                        <a:uLnTx/>
                        <a:uFillTx/>
                        <a:latin typeface="CVS Health Sans"/>
                      </a:endParaRPr>
                    </a:p>
                    <a:p>
                      <a:pPr marL="171450" marR="0" lvl="0" indent="-171450" algn="l">
                        <a:lnSpc>
                          <a:spcPct val="100000"/>
                        </a:lnSpc>
                        <a:spcBef>
                          <a:spcPts val="300"/>
                        </a:spcBef>
                        <a:spcAft>
                          <a:spcPts val="300"/>
                        </a:spcAft>
                        <a:buClr>
                          <a:srgbClr val="000000"/>
                        </a:buClr>
                        <a:buSzTx/>
                        <a:buFont typeface="Arial,Sans-Serif"/>
                        <a:buChar char="•"/>
                      </a:pPr>
                      <a:r>
                        <a:rPr lang="en-US" sz="800" b="0" i="0" u="none" strike="noStrike" kern="1200" cap="none" spc="0" normalizeH="0" baseline="0" noProof="0">
                          <a:ln>
                            <a:noFill/>
                          </a:ln>
                          <a:solidFill>
                            <a:schemeClr val="tx1"/>
                          </a:solidFill>
                          <a:effectLst/>
                          <a:uLnTx/>
                          <a:uFillTx/>
                          <a:latin typeface="CVS Health Sans"/>
                        </a:rPr>
                        <a:t>Trigger Push Response to </a:t>
                      </a:r>
                      <a:r>
                        <a:rPr lang="en-US" sz="800" b="1" i="0" u="none" strike="noStrike" kern="1200" cap="none" spc="0" normalizeH="0" baseline="0" noProof="0">
                          <a:ln>
                            <a:noFill/>
                          </a:ln>
                          <a:solidFill>
                            <a:schemeClr val="tx1"/>
                          </a:solidFill>
                          <a:effectLst/>
                          <a:uLnTx/>
                          <a:uFillTx/>
                          <a:latin typeface="CVS Health Sans"/>
                        </a:rPr>
                        <a:t>Retail Rx Voicemails</a:t>
                      </a:r>
                      <a:endParaRPr lang="en-US" sz="800" b="1" i="0" u="none" strike="noStrike" kern="1200" cap="none" spc="0" normalizeH="0" baseline="0" noProof="0">
                        <a:ln>
                          <a:noFill/>
                        </a:ln>
                        <a:solidFill>
                          <a:srgbClr val="808080"/>
                        </a:solidFill>
                        <a:effectLst/>
                        <a:uLnTx/>
                        <a:uFillTx/>
                        <a:latin typeface="CVS Health Sans"/>
                      </a:endParaRPr>
                    </a:p>
                    <a:p>
                      <a:pPr marL="171450" marR="0" lvl="0" indent="-171450" algn="l">
                        <a:lnSpc>
                          <a:spcPct val="100000"/>
                        </a:lnSpc>
                        <a:spcBef>
                          <a:spcPts val="300"/>
                        </a:spcBef>
                        <a:spcAft>
                          <a:spcPts val="300"/>
                        </a:spcAft>
                        <a:buClr>
                          <a:srgbClr val="000000"/>
                        </a:buClr>
                        <a:buSzTx/>
                        <a:buFont typeface="Arial"/>
                        <a:buChar char="•"/>
                      </a:pPr>
                      <a:r>
                        <a:rPr lang="en-US" sz="800" b="0" i="0" u="none" strike="noStrike" kern="1200" cap="none" spc="0" normalizeH="0" baseline="0" noProof="0">
                          <a:ln>
                            <a:noFill/>
                          </a:ln>
                          <a:solidFill>
                            <a:schemeClr val="tx1"/>
                          </a:solidFill>
                          <a:effectLst/>
                          <a:uLnTx/>
                          <a:uFillTx/>
                          <a:latin typeface="CVS Health Sans"/>
                          <a:ea typeface="+mn-ea"/>
                          <a:cs typeface="+mn-cs"/>
                        </a:rPr>
                        <a:t>Launch </a:t>
                      </a:r>
                      <a:r>
                        <a:rPr lang="en-US" sz="800" b="1" i="0" u="none" strike="noStrike" kern="1200" cap="none" spc="0" normalizeH="0" baseline="0" noProof="0">
                          <a:ln>
                            <a:noFill/>
                          </a:ln>
                          <a:solidFill>
                            <a:schemeClr val="tx1"/>
                          </a:solidFill>
                          <a:effectLst/>
                          <a:uLnTx/>
                          <a:uFillTx/>
                          <a:latin typeface="CVS Health Sans"/>
                          <a:ea typeface="+mn-ea"/>
                          <a:cs typeface="+mn-cs"/>
                        </a:rPr>
                        <a:t>Auto refill reminder Push</a:t>
                      </a:r>
                    </a:p>
                    <a:p>
                      <a:pPr marL="171450" marR="0" lvl="0" indent="-171450" algn="l">
                        <a:lnSpc>
                          <a:spcPct val="100000"/>
                        </a:lnSpc>
                        <a:spcBef>
                          <a:spcPts val="600"/>
                        </a:spcBef>
                        <a:spcAft>
                          <a:spcPts val="0"/>
                        </a:spcAft>
                        <a:buClr>
                          <a:srgbClr val="000000"/>
                        </a:buClr>
                        <a:buSzTx/>
                        <a:buFont typeface="Arial"/>
                        <a:buChar char="•"/>
                      </a:pPr>
                      <a:r>
                        <a:rPr lang="en-US" sz="800" b="0" i="0" u="none" strike="noStrike" kern="1200" cap="none" spc="0" normalizeH="0" baseline="0" noProof="0">
                          <a:ln>
                            <a:noFill/>
                          </a:ln>
                          <a:solidFill>
                            <a:schemeClr val="tx1"/>
                          </a:solidFill>
                          <a:effectLst/>
                          <a:uLnTx/>
                          <a:uFillTx/>
                          <a:latin typeface="CVS Health Sans"/>
                          <a:ea typeface="+mn-ea"/>
                          <a:cs typeface="+mn-cs"/>
                        </a:rPr>
                        <a:t>Drive volume from </a:t>
                      </a:r>
                      <a:r>
                        <a:rPr lang="en-US" sz="800" b="1" i="0" u="none" strike="noStrike" kern="1200" cap="none" spc="0" normalizeH="0" baseline="0" noProof="0">
                          <a:ln>
                            <a:noFill/>
                          </a:ln>
                          <a:solidFill>
                            <a:schemeClr val="tx1"/>
                          </a:solidFill>
                          <a:effectLst/>
                          <a:uLnTx/>
                          <a:uFillTx/>
                          <a:latin typeface="CVS Health Sans"/>
                          <a:ea typeface="+mn-ea"/>
                          <a:cs typeface="+mn-cs"/>
                        </a:rPr>
                        <a:t>Rx SMS to Push </a:t>
                      </a:r>
                      <a:r>
                        <a:rPr lang="en-US" sz="800" b="0" i="0" u="none" strike="noStrike" kern="1200" cap="none" spc="0" normalizeH="0" baseline="0" noProof="0">
                          <a:ln>
                            <a:noFill/>
                          </a:ln>
                          <a:solidFill>
                            <a:schemeClr val="tx1"/>
                          </a:solidFill>
                          <a:effectLst/>
                          <a:uLnTx/>
                          <a:uFillTx/>
                          <a:latin typeface="CVS Health Sans"/>
                          <a:ea typeface="+mn-ea"/>
                          <a:cs typeface="+mn-cs"/>
                        </a:rPr>
                        <a:t>by laun</a:t>
                      </a:r>
                      <a:r>
                        <a:rPr lang="en-US" sz="800" b="0" i="0" u="none" strike="noStrike" kern="1200" cap="none" spc="0" normalizeH="0" baseline="0" noProof="0">
                          <a:ln>
                            <a:noFill/>
                          </a:ln>
                          <a:solidFill>
                            <a:schemeClr val="tx1"/>
                          </a:solidFill>
                          <a:effectLst/>
                          <a:uLnTx/>
                          <a:uFillTx/>
                          <a:latin typeface="CVS Health Sans"/>
                        </a:rPr>
                        <a:t>ching new campaigns:</a:t>
                      </a:r>
                      <a:endParaRPr lang="en-US" sz="800" b="0" i="0" u="none" strike="noStrike" kern="1200" cap="none" spc="0" normalizeH="0" baseline="0" noProof="0">
                        <a:ln>
                          <a:noFill/>
                        </a:ln>
                        <a:solidFill>
                          <a:srgbClr val="000000"/>
                        </a:solidFill>
                        <a:effectLst/>
                        <a:uLnTx/>
                        <a:uFillTx/>
                        <a:latin typeface="CVS Health Sans"/>
                      </a:endParaRPr>
                    </a:p>
                    <a:p>
                      <a:pPr marL="403225" lvl="0" indent="-171450">
                        <a:lnSpc>
                          <a:spcPct val="100000"/>
                        </a:lnSpc>
                        <a:spcBef>
                          <a:spcPts val="300"/>
                        </a:spcBef>
                        <a:spcAft>
                          <a:spcPts val="300"/>
                        </a:spcAft>
                        <a:buClr>
                          <a:srgbClr val="000000"/>
                        </a:buClr>
                        <a:buSzTx/>
                        <a:buFont typeface="Arial"/>
                        <a:buChar char="•"/>
                      </a:pPr>
                      <a:r>
                        <a:rPr lang="en-US" sz="800" b="0" i="0" u="none" strike="noStrike" kern="1200" cap="none" spc="0" normalizeH="0" baseline="0" noProof="0">
                          <a:ln>
                            <a:noFill/>
                          </a:ln>
                          <a:solidFill>
                            <a:schemeClr val="tx1"/>
                          </a:solidFill>
                          <a:effectLst/>
                          <a:uLnTx/>
                          <a:uFillTx/>
                          <a:latin typeface="CVS Health Sans"/>
                        </a:rPr>
                        <a:t>Video Counsel, Knowledge Check, Side Effect Outreach</a:t>
                      </a:r>
                    </a:p>
                    <a:p>
                      <a:pPr marL="403225" lvl="0" indent="-171450">
                        <a:lnSpc>
                          <a:spcPct val="100000"/>
                        </a:lnSpc>
                        <a:spcBef>
                          <a:spcPts val="300"/>
                        </a:spcBef>
                        <a:spcAft>
                          <a:spcPts val="300"/>
                        </a:spcAft>
                        <a:buClr>
                          <a:srgbClr val="000000"/>
                        </a:buClr>
                        <a:buSzTx/>
                        <a:buFont typeface="Arial"/>
                        <a:buChar char="•"/>
                      </a:pPr>
                      <a:r>
                        <a:rPr lang="en-US" sz="800" b="0" i="0" u="none" strike="noStrike" kern="1200" cap="none" spc="0" normalizeH="0" baseline="0" noProof="0">
                          <a:ln>
                            <a:noFill/>
                          </a:ln>
                          <a:solidFill>
                            <a:schemeClr val="tx1"/>
                          </a:solidFill>
                          <a:effectLst/>
                          <a:uLnTx/>
                          <a:uFillTx/>
                          <a:latin typeface="CVS Health Sans"/>
                        </a:rPr>
                        <a:t>90 Day, IMZ</a:t>
                      </a:r>
                      <a:endParaRPr lang="en-US" sz="800" b="0" i="0" u="none" strike="noStrike" kern="1200" cap="none" spc="0" normalizeH="0" baseline="0" noProof="0">
                        <a:ln>
                          <a:noFill/>
                        </a:ln>
                        <a:solidFill>
                          <a:schemeClr val="tx1"/>
                        </a:solidFill>
                        <a:effectLst/>
                        <a:uLnTx/>
                        <a:uFillTx/>
                        <a:latin typeface="CVS Health Sans"/>
                        <a:ea typeface="+mn-ea"/>
                        <a:cs typeface="+mn-cs"/>
                      </a:endParaRP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fontAlgn="ctr" latinLnBrk="0" hangingPunct="1">
                        <a:lnSpc>
                          <a:spcPct val="100000"/>
                        </a:lnSpc>
                        <a:spcBef>
                          <a:spcPts val="300"/>
                        </a:spcBef>
                        <a:spcAft>
                          <a:spcPts val="300"/>
                        </a:spcAft>
                        <a:buClr>
                          <a:srgbClr val="000000"/>
                        </a:buClr>
                        <a:buSzTx/>
                        <a:buFont typeface="Arial"/>
                        <a:buChar char="•"/>
                      </a:pPr>
                      <a:r>
                        <a:rPr lang="en-US" sz="800" b="0" i="0" u="none" strike="noStrike" kern="1200" cap="none" spc="0" normalizeH="0" baseline="0" noProof="0" dirty="0">
                          <a:ln>
                            <a:noFill/>
                          </a:ln>
                          <a:solidFill>
                            <a:schemeClr val="tx1"/>
                          </a:solidFill>
                          <a:effectLst/>
                          <a:uLnTx/>
                          <a:uFillTx/>
                          <a:latin typeface="CVS Health Sans"/>
                        </a:rPr>
                        <a:t>Send </a:t>
                      </a:r>
                      <a:r>
                        <a:rPr lang="en-US" sz="800" b="1" i="0" u="none" strike="noStrike" kern="1200" cap="none" spc="0" normalizeH="0" baseline="0" noProof="0" dirty="0">
                          <a:ln>
                            <a:noFill/>
                          </a:ln>
                          <a:solidFill>
                            <a:schemeClr val="tx1"/>
                          </a:solidFill>
                          <a:effectLst/>
                          <a:uLnTx/>
                          <a:uFillTx/>
                          <a:latin typeface="CVS Health Sans"/>
                        </a:rPr>
                        <a:t>post-visit care reminders and after visit summaries</a:t>
                      </a:r>
                      <a:r>
                        <a:rPr lang="en-US" sz="800" b="0" i="0" u="none" strike="noStrike" kern="1200" cap="none" spc="0" normalizeH="0" baseline="0" noProof="0" dirty="0">
                          <a:ln>
                            <a:noFill/>
                          </a:ln>
                          <a:solidFill>
                            <a:schemeClr val="tx1"/>
                          </a:solidFill>
                          <a:effectLst/>
                          <a:uLnTx/>
                          <a:uFillTx/>
                          <a:latin typeface="CVS Health Sans"/>
                        </a:rPr>
                        <a:t> for Minute Clinic Appointments</a:t>
                      </a:r>
                      <a:endParaRPr lang="en-US" sz="800" dirty="0"/>
                    </a:p>
                    <a:p>
                      <a:pPr marL="171450" marR="0" lvl="0" indent="-171450" algn="l">
                        <a:lnSpc>
                          <a:spcPct val="100000"/>
                        </a:lnSpc>
                        <a:spcBef>
                          <a:spcPts val="600"/>
                        </a:spcBef>
                        <a:spcAft>
                          <a:spcPts val="0"/>
                        </a:spcAft>
                        <a:buClr>
                          <a:srgbClr val="000000"/>
                        </a:buClr>
                        <a:buSzTx/>
                        <a:buFont typeface="Arial"/>
                        <a:buChar char="•"/>
                      </a:pPr>
                      <a:r>
                        <a:rPr lang="en-US" sz="800" b="0" i="0" u="none" strike="noStrike" kern="1200" cap="none" spc="0" normalizeH="0" baseline="0" noProof="0" dirty="0">
                          <a:ln>
                            <a:noFill/>
                          </a:ln>
                          <a:solidFill>
                            <a:schemeClr val="tx1"/>
                          </a:solidFill>
                          <a:effectLst/>
                          <a:highlight>
                            <a:srgbClr val="FFFF00"/>
                          </a:highlight>
                          <a:uLnTx/>
                          <a:uFillTx/>
                          <a:latin typeface="CVS Health Sans"/>
                        </a:rPr>
                        <a:t>Bring push to par with SMS by launching </a:t>
                      </a:r>
                      <a:r>
                        <a:rPr lang="en-US" sz="800" b="1" i="0" u="none" strike="noStrike" kern="1200" cap="none" spc="0" normalizeH="0" baseline="0" noProof="0" dirty="0">
                          <a:ln>
                            <a:noFill/>
                          </a:ln>
                          <a:solidFill>
                            <a:schemeClr val="tx1"/>
                          </a:solidFill>
                          <a:effectLst/>
                          <a:highlight>
                            <a:srgbClr val="FFFF00"/>
                          </a:highlight>
                          <a:uLnTx/>
                          <a:uFillTx/>
                          <a:latin typeface="CVS Health Sans"/>
                        </a:rPr>
                        <a:t>Specialty and Caremark Order status push notifications</a:t>
                      </a:r>
                    </a:p>
                    <a:p>
                      <a:pPr marL="628650" marR="0" lvl="1" indent="-171450" algn="l">
                        <a:lnSpc>
                          <a:spcPct val="100000"/>
                        </a:lnSpc>
                        <a:spcBef>
                          <a:spcPts val="600"/>
                        </a:spcBef>
                        <a:spcAft>
                          <a:spcPts val="0"/>
                        </a:spcAft>
                        <a:buClr>
                          <a:srgbClr val="000000"/>
                        </a:buClr>
                        <a:buSzTx/>
                        <a:buFont typeface="Arial"/>
                        <a:buChar char="•"/>
                      </a:pPr>
                      <a:r>
                        <a:rPr lang="en-US" sz="800" b="0" i="0" u="none" strike="noStrike" kern="1200" cap="none" spc="0" normalizeH="0" baseline="0" noProof="0" dirty="0">
                          <a:ln>
                            <a:noFill/>
                          </a:ln>
                          <a:solidFill>
                            <a:schemeClr val="tx1"/>
                          </a:solidFill>
                          <a:effectLst/>
                          <a:highlight>
                            <a:srgbClr val="FFFF00"/>
                          </a:highlight>
                          <a:uLnTx/>
                          <a:uFillTx/>
                          <a:latin typeface="CVS Health Sans"/>
                        </a:rPr>
                        <a:t>Launch Specialty transactional Push campaigns for Order Received, Order Ready</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28811454"/>
                  </a:ext>
                </a:extLst>
              </a:tr>
              <a:tr h="1226229">
                <a:tc vMerge="1">
                  <a:txBody>
                    <a:bodyPr/>
                    <a:lstStyle/>
                    <a:p>
                      <a:pPr marL="0" marR="0" lvl="0" indent="0" algn="ctr" rtl="0" eaLnBrk="1" fontAlgn="auto" latinLnBrk="0" hangingPunct="1">
                        <a:lnSpc>
                          <a:spcPct val="100000"/>
                        </a:lnSpc>
                        <a:spcBef>
                          <a:spcPts val="300"/>
                        </a:spcBef>
                        <a:spcAft>
                          <a:spcPts val="300"/>
                        </a:spcAft>
                        <a:buClrTx/>
                        <a:buSzTx/>
                        <a:buFont typeface="Arial" panose="020B0604020202020204" pitchFamily="34" charset="0"/>
                        <a:buNone/>
                      </a:pPr>
                      <a:r>
                        <a:rPr lang="en-US" sz="900" b="1">
                          <a:solidFill>
                            <a:schemeClr val="tx1"/>
                          </a:solidFill>
                          <a:latin typeface="+mj-lt"/>
                        </a:rPr>
                        <a:t>Engagement: Premium Experience Engagement</a:t>
                      </a:r>
                    </a:p>
                  </a:txBody>
                  <a:tcPr marL="91416" marR="91416" marT="45708" marB="4570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4F0FD"/>
                    </a:solidFill>
                  </a:tcPr>
                </a:tc>
                <a:tc>
                  <a:txBody>
                    <a:bodyPr/>
                    <a:lstStyle/>
                    <a:p>
                      <a:pPr marL="0" marR="0" lvl="0" indent="0" algn="ctr" rtl="0" eaLnBrk="1" fontAlgn="auto" latinLnBrk="0" hangingPunct="1">
                        <a:lnSpc>
                          <a:spcPct val="100000"/>
                        </a:lnSpc>
                        <a:spcBef>
                          <a:spcPts val="300"/>
                        </a:spcBef>
                        <a:spcAft>
                          <a:spcPts val="300"/>
                        </a:spcAft>
                        <a:buClrTx/>
                        <a:buSzTx/>
                        <a:buFont typeface="Arial" panose="020B0604020202020204" pitchFamily="34" charset="0"/>
                        <a:buNone/>
                      </a:pPr>
                      <a:r>
                        <a:rPr lang="en-US" sz="800" b="0">
                          <a:solidFill>
                            <a:schemeClr val="tx1"/>
                          </a:solidFill>
                          <a:latin typeface="+mn-lt"/>
                        </a:rPr>
                        <a:t>Premium Experience Engagement</a:t>
                      </a:r>
                    </a:p>
                  </a:txBody>
                  <a:tcPr marL="91416" marR="91416" marT="45708" marB="45708"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4F0FD"/>
                    </a:solidFill>
                  </a:tcPr>
                </a:tc>
                <a:tc>
                  <a:txBody>
                    <a:bodyPr/>
                    <a:lstStyle/>
                    <a:p>
                      <a:pPr marL="171450" marR="0" lvl="0" indent="-171450" algn="l" rtl="0" eaLnBrk="1" fontAlgn="auto" latinLnBrk="0" hangingPunct="1">
                        <a:lnSpc>
                          <a:spcPct val="100000"/>
                        </a:lnSpc>
                        <a:spcBef>
                          <a:spcPts val="300"/>
                        </a:spcBef>
                        <a:spcAft>
                          <a:spcPts val="300"/>
                        </a:spcAft>
                        <a:buClr>
                          <a:schemeClr val="tx1"/>
                        </a:buClr>
                        <a:buSzTx/>
                        <a:buFont typeface="Arial,Sans-Serif" panose="020B0604020202020204" pitchFamily="34" charset="0"/>
                        <a:buChar char="•"/>
                      </a:pPr>
                      <a:r>
                        <a:rPr lang="en-US" sz="800" b="1" i="0" u="none" strike="noStrike" kern="1200" noProof="0">
                          <a:solidFill>
                            <a:schemeClr val="tx1"/>
                          </a:solidFill>
                          <a:latin typeface="CVS Health Sans"/>
                          <a:ea typeface="+mn-ea"/>
                          <a:cs typeface="+mn-cs"/>
                        </a:rPr>
                        <a:t>Shift user traffic from mWeb to app </a:t>
                      </a:r>
                      <a:r>
                        <a:rPr lang="en-US" sz="800" b="0" i="0" u="none" strike="noStrike" kern="1200" noProof="0">
                          <a:solidFill>
                            <a:schemeClr val="tx1"/>
                          </a:solidFill>
                          <a:latin typeface="CVS Health Sans"/>
                          <a:ea typeface="+mn-ea"/>
                          <a:cs typeface="+mn-cs"/>
                        </a:rPr>
                        <a:t>by creating deep links for current high volume </a:t>
                      </a:r>
                      <a:r>
                        <a:rPr lang="en-US" sz="800" b="1" i="0" u="none" strike="noStrike" kern="1200" noProof="0">
                          <a:solidFill>
                            <a:schemeClr val="tx1"/>
                          </a:solidFill>
                          <a:latin typeface="CVS Health Sans"/>
                          <a:ea typeface="+mn-ea"/>
                          <a:cs typeface="+mn-cs"/>
                        </a:rPr>
                        <a:t>Rx</a:t>
                      </a:r>
                      <a:r>
                        <a:rPr lang="en-US" sz="800" b="0" i="0" u="none" strike="noStrike" kern="1200" noProof="0">
                          <a:solidFill>
                            <a:schemeClr val="tx1"/>
                          </a:solidFill>
                          <a:latin typeface="CVS Health Sans"/>
                          <a:ea typeface="+mn-ea"/>
                          <a:cs typeface="+mn-cs"/>
                        </a:rPr>
                        <a:t> </a:t>
                      </a:r>
                      <a:r>
                        <a:rPr lang="en-US" sz="800" b="1" i="0" u="none" strike="noStrike" kern="1200" noProof="0">
                          <a:solidFill>
                            <a:schemeClr val="tx1"/>
                          </a:solidFill>
                          <a:latin typeface="CVS Health Sans"/>
                          <a:ea typeface="+mn-ea"/>
                          <a:cs typeface="+mn-cs"/>
                        </a:rPr>
                        <a:t>Transactional SMS and S2C Email</a:t>
                      </a:r>
                      <a:r>
                        <a:rPr lang="en-US" sz="800" b="0" i="0" u="none" strike="noStrike" kern="1200" noProof="0">
                          <a:solidFill>
                            <a:schemeClr val="tx1"/>
                          </a:solidFill>
                          <a:latin typeface="CVS Health Sans"/>
                          <a:ea typeface="+mn-ea"/>
                          <a:cs typeface="+mn-cs"/>
                        </a:rPr>
                        <a:t> campaigns</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457200"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tabLst/>
                        <a:defRPr/>
                      </a:pPr>
                      <a:r>
                        <a:rPr lang="en-US" sz="800" b="0" i="0" u="none" strike="noStrike" kern="1200" cap="none" spc="0" normalizeH="0" baseline="0" noProof="0">
                          <a:ln>
                            <a:noFill/>
                          </a:ln>
                          <a:solidFill>
                            <a:schemeClr val="tx1"/>
                          </a:solidFill>
                          <a:effectLst/>
                          <a:uLnTx/>
                          <a:uFillTx/>
                          <a:latin typeface="+mn-lt"/>
                          <a:ea typeface="+mn-ea"/>
                          <a:cs typeface="+mn-cs"/>
                        </a:rPr>
                        <a:t>Shift user traffic from mWeb to app by creating deep links for </a:t>
                      </a:r>
                      <a:r>
                        <a:rPr lang="en-US" sz="800" b="1" i="0" u="none" strike="noStrike" kern="1200" cap="none" spc="0" normalizeH="0" baseline="0" noProof="0">
                          <a:ln>
                            <a:noFill/>
                          </a:ln>
                          <a:solidFill>
                            <a:schemeClr val="tx1"/>
                          </a:solidFill>
                          <a:effectLst/>
                          <a:uLnTx/>
                          <a:uFillTx/>
                          <a:latin typeface="+mn-lt"/>
                          <a:ea typeface="+mn-ea"/>
                          <a:cs typeface="+mn-cs"/>
                        </a:rPr>
                        <a:t>Health Services high volume SMS and Email </a:t>
                      </a:r>
                      <a:r>
                        <a:rPr lang="en-US" sz="800" b="0" i="0" u="none" strike="noStrike" kern="1200" cap="none" spc="0" normalizeH="0" baseline="0" noProof="0">
                          <a:ln>
                            <a:noFill/>
                          </a:ln>
                          <a:solidFill>
                            <a:schemeClr val="tx1"/>
                          </a:solidFill>
                          <a:effectLst/>
                          <a:uLnTx/>
                          <a:uFillTx/>
                          <a:latin typeface="+mn-lt"/>
                          <a:ea typeface="+mn-ea"/>
                          <a:cs typeface="+mn-cs"/>
                        </a:rPr>
                        <a:t>campaigns</a:t>
                      </a:r>
                      <a:endParaRPr lang="en-US" sz="800" b="0" i="0" u="none" strike="noStrike" kern="1200" noProof="0">
                        <a:solidFill>
                          <a:schemeClr val="tx1"/>
                        </a:solidFill>
                        <a:latin typeface="CVS Health Sans"/>
                      </a:endParaRPr>
                    </a:p>
                    <a:p>
                      <a:pPr marL="171450" marR="0" lvl="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US" sz="800" b="0" i="0" u="none" strike="noStrike" kern="1200" noProof="0">
                          <a:solidFill>
                            <a:schemeClr val="tx1"/>
                          </a:solidFill>
                          <a:latin typeface="CVS Health Sans"/>
                        </a:rPr>
                        <a:t>Enable newer capabilities  to drive continuous engagement</a:t>
                      </a:r>
                      <a:endParaRPr lang="en-US" sz="800" b="0" i="0" u="none" strike="noStrike" kern="1200" noProof="0">
                        <a:solidFill>
                          <a:srgbClr val="000000"/>
                        </a:solidFill>
                        <a:latin typeface="CVS Health Sans"/>
                      </a:endParaRPr>
                    </a:p>
                    <a:p>
                      <a:pPr marL="514350" marR="0" lvl="1" indent="-225425" algn="l">
                        <a:lnSpc>
                          <a:spcPct val="100000"/>
                        </a:lnSpc>
                        <a:spcBef>
                          <a:spcPts val="0"/>
                        </a:spcBef>
                        <a:spcAft>
                          <a:spcPts val="0"/>
                        </a:spcAft>
                        <a:buClr>
                          <a:srgbClr val="000000"/>
                        </a:buClr>
                        <a:buSzTx/>
                        <a:buFont typeface="Courier New,monospace" panose="020B0604020202020204" pitchFamily="34" charset="0"/>
                        <a:buChar char="o"/>
                      </a:pPr>
                      <a:r>
                        <a:rPr lang="en-US" sz="800" b="1" i="0" u="none" strike="noStrike" kern="1200" noProof="0">
                          <a:solidFill>
                            <a:schemeClr val="tx1"/>
                          </a:solidFill>
                          <a:latin typeface="CVS Health Sans"/>
                        </a:rPr>
                        <a:t>Live Activity </a:t>
                      </a:r>
                      <a:r>
                        <a:rPr lang="en-US" sz="800" b="0" i="0" u="none" strike="noStrike" kern="1200" noProof="0">
                          <a:solidFill>
                            <a:schemeClr val="tx1"/>
                          </a:solidFill>
                          <a:latin typeface="CVS Health Sans"/>
                        </a:rPr>
                        <a:t>tracking</a:t>
                      </a:r>
                      <a:endParaRPr lang="en-US" sz="800" b="0" i="0" u="none" strike="noStrike" kern="1200" noProof="0">
                        <a:solidFill>
                          <a:srgbClr val="000000"/>
                        </a:solidFill>
                        <a:latin typeface="CVS Health Sans"/>
                      </a:endParaRPr>
                    </a:p>
                    <a:p>
                      <a:pPr marL="514350" marR="0" lvl="1" indent="-225425" algn="l">
                        <a:lnSpc>
                          <a:spcPct val="100000"/>
                        </a:lnSpc>
                        <a:spcBef>
                          <a:spcPts val="0"/>
                        </a:spcBef>
                        <a:spcAft>
                          <a:spcPts val="0"/>
                        </a:spcAft>
                        <a:buClr>
                          <a:srgbClr val="000000"/>
                        </a:buClr>
                        <a:buSzTx/>
                        <a:buFont typeface="Courier New,monospace" panose="020B0604020202020204" pitchFamily="34" charset="0"/>
                        <a:buChar char="o"/>
                      </a:pPr>
                      <a:r>
                        <a:rPr lang="en-US" sz="800" b="1" i="0" u="none" strike="noStrike" kern="1200" noProof="0">
                          <a:solidFill>
                            <a:schemeClr val="tx1"/>
                          </a:solidFill>
                          <a:latin typeface="CVS Health Sans"/>
                        </a:rPr>
                        <a:t>Action buttons </a:t>
                      </a:r>
                      <a:r>
                        <a:rPr lang="en-US" sz="800" b="0" i="0" u="none" strike="noStrike" kern="1200" noProof="0">
                          <a:solidFill>
                            <a:schemeClr val="tx1"/>
                          </a:solidFill>
                          <a:latin typeface="CVS Health Sans"/>
                        </a:rPr>
                        <a:t>for surveys</a:t>
                      </a:r>
                      <a:endParaRPr lang="en-US" sz="800" b="0" i="0" u="none" strike="noStrike" kern="1200" noProof="0">
                        <a:solidFill>
                          <a:srgbClr val="000000"/>
                        </a:solidFill>
                        <a:latin typeface="CVS Health Sans"/>
                      </a:endParaRPr>
                    </a:p>
                    <a:p>
                      <a:pPr marL="514350" marR="0" lvl="1" indent="-225425" algn="l">
                        <a:lnSpc>
                          <a:spcPct val="100000"/>
                        </a:lnSpc>
                        <a:spcBef>
                          <a:spcPts val="0"/>
                        </a:spcBef>
                        <a:spcAft>
                          <a:spcPts val="0"/>
                        </a:spcAft>
                        <a:buClr>
                          <a:srgbClr val="000000"/>
                        </a:buClr>
                        <a:buSzTx/>
                        <a:buFont typeface="Courier New,monospace" panose="020B0604020202020204" pitchFamily="34" charset="0"/>
                        <a:buChar char="o"/>
                      </a:pPr>
                      <a:r>
                        <a:rPr lang="en-US" sz="800" b="1" i="0" u="none" strike="noStrike" kern="1200" noProof="0">
                          <a:solidFill>
                            <a:schemeClr val="tx1"/>
                          </a:solidFill>
                          <a:latin typeface="CVS Health Sans"/>
                        </a:rPr>
                        <a:t>Med adherence</a:t>
                      </a:r>
                      <a:r>
                        <a:rPr lang="en-US" sz="800" b="0" i="0" u="none" strike="noStrike" kern="1200" noProof="0">
                          <a:solidFill>
                            <a:schemeClr val="tx1"/>
                          </a:solidFill>
                          <a:latin typeface="CVS Health Sans"/>
                        </a:rPr>
                        <a:t> widget</a:t>
                      </a:r>
                    </a:p>
                    <a:p>
                      <a:pPr marL="514350" marR="0" lvl="1" indent="-225425" algn="l">
                        <a:lnSpc>
                          <a:spcPct val="100000"/>
                        </a:lnSpc>
                        <a:spcBef>
                          <a:spcPts val="0"/>
                        </a:spcBef>
                        <a:spcAft>
                          <a:spcPts val="0"/>
                        </a:spcAft>
                        <a:buClr>
                          <a:srgbClr val="000000"/>
                        </a:buClr>
                        <a:buSzTx/>
                        <a:buFont typeface="Courier New,monospace" panose="020B0604020202020204" pitchFamily="34" charset="0"/>
                        <a:buChar char="o"/>
                      </a:pPr>
                      <a:r>
                        <a:rPr lang="en-US" sz="800" b="0" i="0" u="none" strike="noStrike" kern="1200" noProof="0">
                          <a:solidFill>
                            <a:schemeClr val="tx1"/>
                          </a:solidFill>
                          <a:latin typeface="CVS Health Sans"/>
                        </a:rPr>
                        <a:t>Educational model push campaign for </a:t>
                      </a:r>
                      <a:r>
                        <a:rPr lang="en-US" sz="800" b="1" i="0" u="none" strike="noStrike" kern="1200" noProof="0">
                          <a:solidFill>
                            <a:schemeClr val="tx1"/>
                          </a:solidFill>
                          <a:latin typeface="CVS Health Sans"/>
                        </a:rPr>
                        <a:t>search widget </a:t>
                      </a:r>
                      <a:r>
                        <a:rPr lang="en-US" sz="800" b="0" i="0" u="none" strike="noStrike" kern="1200" noProof="0">
                          <a:solidFill>
                            <a:schemeClr val="tx1"/>
                          </a:solidFill>
                          <a:latin typeface="CVS Health Sans"/>
                        </a:rPr>
                        <a:t>and natural language search</a:t>
                      </a:r>
                    </a:p>
                    <a:p>
                      <a:pPr marL="514350" marR="0" lvl="1" indent="-225425" algn="l">
                        <a:lnSpc>
                          <a:spcPct val="100000"/>
                        </a:lnSpc>
                        <a:spcBef>
                          <a:spcPts val="0"/>
                        </a:spcBef>
                        <a:spcAft>
                          <a:spcPts val="0"/>
                        </a:spcAft>
                        <a:buClr>
                          <a:srgbClr val="000000"/>
                        </a:buClr>
                        <a:buSzTx/>
                        <a:buFont typeface="Courier New,monospace" panose="020B0604020202020204" pitchFamily="34" charset="0"/>
                        <a:buChar char="o"/>
                      </a:pPr>
                      <a:r>
                        <a:rPr lang="en-US" sz="800" b="0" i="0" u="none" strike="noStrike" kern="1200" noProof="0">
                          <a:solidFill>
                            <a:schemeClr val="tx1"/>
                          </a:solidFill>
                          <a:latin typeface="CVS Health Sans"/>
                        </a:rPr>
                        <a:t>Contextual push campaigns for </a:t>
                      </a:r>
                      <a:r>
                        <a:rPr lang="en-US" sz="800" b="1" i="0" u="none" strike="noStrike" kern="1200" noProof="0">
                          <a:solidFill>
                            <a:schemeClr val="tx1"/>
                          </a:solidFill>
                          <a:latin typeface="CVS Health Sans"/>
                        </a:rPr>
                        <a:t>gap in care program</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fontAlgn="auto" latinLnBrk="0" hangingPunct="1">
                        <a:lnSpc>
                          <a:spcPct val="100000"/>
                        </a:lnSpc>
                        <a:spcBef>
                          <a:spcPts val="300"/>
                        </a:spcBef>
                        <a:spcAft>
                          <a:spcPts val="300"/>
                        </a:spcAft>
                        <a:buClr>
                          <a:schemeClr val="tx1"/>
                        </a:buClr>
                        <a:buSzTx/>
                        <a:buFont typeface="Arial,Sans-Serif" panose="020B0604020202020204" pitchFamily="34" charset="0"/>
                        <a:buChar char="•"/>
                      </a:pPr>
                      <a:r>
                        <a:rPr lang="en-US" sz="800" b="1" i="0" u="none" strike="noStrike" kern="1200" cap="none" spc="0" normalizeH="0" baseline="0" noProof="0">
                          <a:ln>
                            <a:noFill/>
                          </a:ln>
                          <a:solidFill>
                            <a:schemeClr val="tx1"/>
                          </a:solidFill>
                          <a:effectLst/>
                          <a:uLnTx/>
                          <a:uFillTx/>
                          <a:latin typeface="CVS Health Sans"/>
                        </a:rPr>
                        <a:t>Launch PHR adoption </a:t>
                      </a:r>
                      <a:r>
                        <a:rPr lang="en-US" sz="800" b="0" i="0" u="none" strike="noStrike" kern="1200" cap="none" spc="0" normalizeH="0" baseline="0" noProof="0">
                          <a:ln>
                            <a:noFill/>
                          </a:ln>
                          <a:solidFill>
                            <a:schemeClr val="tx1"/>
                          </a:solidFill>
                          <a:effectLst/>
                          <a:uLnTx/>
                          <a:uFillTx/>
                          <a:latin typeface="CVS Health Sans"/>
                        </a:rPr>
                        <a:t>campaign</a:t>
                      </a:r>
                      <a:endParaRPr lang="en-US" sz="800" b="0" i="0" u="none" strike="noStrike" kern="1200" cap="none" spc="0" normalizeH="0" baseline="0" noProof="0">
                        <a:ln>
                          <a:noFill/>
                        </a:ln>
                        <a:solidFill>
                          <a:srgbClr val="000000"/>
                        </a:solidFill>
                        <a:effectLst/>
                        <a:uLnTx/>
                        <a:uFillTx/>
                        <a:latin typeface="CVS Health Sans"/>
                      </a:endParaRPr>
                    </a:p>
                    <a:p>
                      <a:pPr marL="171450" marR="0" lvl="0" indent="-171450" algn="l">
                        <a:lnSpc>
                          <a:spcPct val="100000"/>
                        </a:lnSpc>
                        <a:spcBef>
                          <a:spcPts val="300"/>
                        </a:spcBef>
                        <a:spcAft>
                          <a:spcPts val="0"/>
                        </a:spcAft>
                        <a:buClr>
                          <a:srgbClr val="000000"/>
                        </a:buClr>
                        <a:buSzTx/>
                        <a:buFont typeface="Arial,Sans-Serif" panose="020B0604020202020204" pitchFamily="34" charset="0"/>
                        <a:buChar char="•"/>
                      </a:pPr>
                      <a:r>
                        <a:rPr lang="en-US" sz="800" b="0" i="0" u="none" strike="noStrike" kern="1200" cap="none" spc="0" normalizeH="0" baseline="0" noProof="0">
                          <a:ln>
                            <a:noFill/>
                          </a:ln>
                          <a:solidFill>
                            <a:schemeClr val="tx1"/>
                          </a:solidFill>
                          <a:effectLst/>
                          <a:uLnTx/>
                          <a:uFillTx/>
                          <a:latin typeface="CVS Health Sans"/>
                        </a:rPr>
                        <a:t>Extend engagement by </a:t>
                      </a:r>
                      <a:r>
                        <a:rPr lang="en-US" sz="800" b="1" i="0" u="none" strike="noStrike" kern="1200" cap="none" spc="0" normalizeH="0" baseline="0" noProof="0">
                          <a:ln>
                            <a:noFill/>
                          </a:ln>
                          <a:solidFill>
                            <a:schemeClr val="tx1"/>
                          </a:solidFill>
                          <a:effectLst/>
                          <a:uLnTx/>
                          <a:uFillTx/>
                          <a:latin typeface="CVS Health Sans"/>
                        </a:rPr>
                        <a:t>activating in-store mode through geolocation </a:t>
                      </a:r>
                    </a:p>
                    <a:p>
                      <a:pPr marL="171450" marR="0" lvl="0" indent="-171450" algn="l">
                        <a:lnSpc>
                          <a:spcPct val="100000"/>
                        </a:lnSpc>
                        <a:spcBef>
                          <a:spcPts val="300"/>
                        </a:spcBef>
                        <a:spcAft>
                          <a:spcPts val="0"/>
                        </a:spcAft>
                        <a:buClr>
                          <a:srgbClr val="000000"/>
                        </a:buClr>
                        <a:buSzTx/>
                        <a:buFont typeface="Arial,Sans-Serif" panose="020B0604020202020204" pitchFamily="34" charset="0"/>
                        <a:buChar char="•"/>
                      </a:pPr>
                      <a:r>
                        <a:rPr lang="en-US" sz="800" b="0" i="0" u="none" strike="noStrike" kern="1200" cap="none" spc="0" normalizeH="0" baseline="0" noProof="0">
                          <a:ln>
                            <a:noFill/>
                          </a:ln>
                          <a:solidFill>
                            <a:schemeClr val="tx1"/>
                          </a:solidFill>
                          <a:effectLst/>
                          <a:uLnTx/>
                          <a:uFillTx/>
                          <a:latin typeface="CVS Health Sans"/>
                          <a:ea typeface="+mn-ea"/>
                          <a:cs typeface="+mn-cs"/>
                        </a:rPr>
                        <a:t>Rewarding health Rewards- Live Activity and Push campaign</a:t>
                      </a:r>
                    </a:p>
                    <a:p>
                      <a:pPr marL="171450" marR="0" lvl="0" indent="-171450" algn="l">
                        <a:lnSpc>
                          <a:spcPct val="100000"/>
                        </a:lnSpc>
                        <a:spcBef>
                          <a:spcPts val="300"/>
                        </a:spcBef>
                        <a:spcAft>
                          <a:spcPts val="0"/>
                        </a:spcAft>
                        <a:buClr>
                          <a:srgbClr val="000000"/>
                        </a:buClr>
                        <a:buSzTx/>
                        <a:buFont typeface="Arial" panose="020B0604020202020204" pitchFamily="34" charset="0"/>
                        <a:buChar char="•"/>
                      </a:pPr>
                      <a:r>
                        <a:rPr lang="en-US" sz="800" b="0" i="0" u="none" strike="noStrike" kern="1200" cap="none" spc="0" normalizeH="0" baseline="0" noProof="0">
                          <a:ln>
                            <a:noFill/>
                          </a:ln>
                          <a:solidFill>
                            <a:schemeClr val="tx1"/>
                          </a:solidFill>
                          <a:effectLst/>
                          <a:uLnTx/>
                          <a:uFillTx/>
                          <a:latin typeface="CVS Health Sans"/>
                          <a:ea typeface="+mn-ea"/>
                          <a:cs typeface="+mn-cs"/>
                        </a:rPr>
                        <a:t>Health Spending- Proactive drug price awareness (educational modal)</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fontAlgn="auto" latinLnBrk="0" hangingPunct="1">
                        <a:lnSpc>
                          <a:spcPct val="100000"/>
                        </a:lnSpc>
                        <a:spcBef>
                          <a:spcPts val="300"/>
                        </a:spcBef>
                        <a:spcAft>
                          <a:spcPts val="300"/>
                        </a:spcAft>
                        <a:buClr>
                          <a:srgbClr val="000000"/>
                        </a:buClr>
                        <a:buSzTx/>
                        <a:buFont typeface="Arial,Sans-Serif" panose="020B0604020202020204" pitchFamily="34" charset="0"/>
                        <a:buChar char="•"/>
                      </a:pPr>
                      <a:r>
                        <a:rPr lang="en-US" sz="800" b="0" i="0" u="none" strike="noStrike" kern="1200" noProof="0">
                          <a:solidFill>
                            <a:schemeClr val="tx1"/>
                          </a:solidFill>
                          <a:latin typeface="CVS Health Sans"/>
                        </a:rPr>
                        <a:t>Drive engagement to </a:t>
                      </a:r>
                      <a:r>
                        <a:rPr lang="en-US" sz="800" b="1" i="0" u="none" strike="noStrike" kern="1200" noProof="0">
                          <a:solidFill>
                            <a:schemeClr val="tx1"/>
                          </a:solidFill>
                          <a:latin typeface="CVS Health Sans"/>
                        </a:rPr>
                        <a:t>enterprise health services </a:t>
                      </a:r>
                      <a:r>
                        <a:rPr lang="en-US" sz="800" b="0" i="0" u="none" strike="noStrike" kern="1200" noProof="0">
                          <a:solidFill>
                            <a:schemeClr val="tx1"/>
                          </a:solidFill>
                          <a:latin typeface="CVS Health Sans"/>
                        </a:rPr>
                        <a:t>via Push/App messaging campaigns for Oak Street and Signify Health</a:t>
                      </a:r>
                      <a:endParaRPr lang="en-US" sz="800" b="0" i="0" u="none" strike="noStrike" kern="1200" noProof="0">
                        <a:solidFill>
                          <a:srgbClr val="000000"/>
                        </a:solidFill>
                        <a:latin typeface="CVS Health Sans"/>
                      </a:endParaRPr>
                    </a:p>
                    <a:p>
                      <a:pPr marL="171450" marR="0" lvl="0" indent="-171450" algn="l">
                        <a:lnSpc>
                          <a:spcPct val="100000"/>
                        </a:lnSpc>
                        <a:spcBef>
                          <a:spcPts val="300"/>
                        </a:spcBef>
                        <a:spcAft>
                          <a:spcPts val="300"/>
                        </a:spcAft>
                        <a:buClr>
                          <a:srgbClr val="000000"/>
                        </a:buClr>
                        <a:buSzTx/>
                        <a:buFont typeface="Arial,Sans-Serif" panose="020B0604020202020204" pitchFamily="34" charset="0"/>
                        <a:buChar char="•"/>
                      </a:pPr>
                      <a:r>
                        <a:rPr lang="en-US" sz="800" b="0" i="0" u="none" strike="noStrike" kern="1200" noProof="0">
                          <a:solidFill>
                            <a:schemeClr val="tx1"/>
                          </a:solidFill>
                          <a:latin typeface="CVS Health Sans"/>
                        </a:rPr>
                        <a:t>Extend engagement by </a:t>
                      </a:r>
                      <a:r>
                        <a:rPr lang="en-US" sz="800" b="1" i="0" u="none" strike="noStrike" kern="1200" noProof="0">
                          <a:solidFill>
                            <a:schemeClr val="tx1"/>
                          </a:solidFill>
                          <a:latin typeface="CVS Health Sans"/>
                        </a:rPr>
                        <a:t>activating in-store mode through geolocation </a:t>
                      </a:r>
                    </a:p>
                    <a:p>
                      <a:pPr marL="171450" marR="0" lvl="0" indent="-171450" algn="l">
                        <a:lnSpc>
                          <a:spcPct val="100000"/>
                        </a:lnSpc>
                        <a:spcBef>
                          <a:spcPts val="300"/>
                        </a:spcBef>
                        <a:spcAft>
                          <a:spcPts val="300"/>
                        </a:spcAft>
                        <a:buClr>
                          <a:srgbClr val="000000"/>
                        </a:buClr>
                        <a:buSzTx/>
                        <a:buFont typeface="Arial" panose="020B0604020202020204" pitchFamily="34" charset="0"/>
                        <a:buChar char="•"/>
                      </a:pPr>
                      <a:r>
                        <a:rPr lang="en-US" sz="800" b="0" i="0" u="none" strike="noStrike" kern="1200" noProof="0">
                          <a:solidFill>
                            <a:schemeClr val="tx1"/>
                          </a:solidFill>
                          <a:latin typeface="CVS Health Sans"/>
                          <a:ea typeface="+mn-ea"/>
                          <a:cs typeface="+mn-cs"/>
                        </a:rPr>
                        <a:t>Health Spending -Checkout and payment enhancement awareness via educational modals</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6960399"/>
                  </a:ext>
                </a:extLst>
              </a:tr>
              <a:tr h="956628">
                <a:tc gridSpan="2">
                  <a:txBody>
                    <a:bodyPr/>
                    <a:lstStyle/>
                    <a:p>
                      <a:pPr marL="0" marR="0" lvl="0" indent="0" algn="ctr" rtl="0" eaLnBrk="1" fontAlgn="auto" latinLnBrk="0" hangingPunct="1">
                        <a:lnSpc>
                          <a:spcPct val="100000"/>
                        </a:lnSpc>
                        <a:spcBef>
                          <a:spcPts val="300"/>
                        </a:spcBef>
                        <a:spcAft>
                          <a:spcPts val="300"/>
                        </a:spcAft>
                        <a:buClrTx/>
                        <a:buSzTx/>
                        <a:buFont typeface="Arial" panose="020B0604020202020204" pitchFamily="34" charset="0"/>
                        <a:buNone/>
                      </a:pPr>
                      <a:r>
                        <a:rPr lang="en-US" sz="800" b="0">
                          <a:solidFill>
                            <a:schemeClr val="tx1"/>
                          </a:solidFill>
                          <a:latin typeface="+mn-lt"/>
                        </a:rPr>
                        <a:t>Messaging Platform Modernization</a:t>
                      </a:r>
                    </a:p>
                  </a:txBody>
                  <a:tcPr marL="91416" marR="91416" marT="45708" marB="45708"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4F0FD"/>
                    </a:solidFill>
                  </a:tcPr>
                </a:tc>
                <a:tc hMerge="1">
                  <a:txBody>
                    <a:bodyPr/>
                    <a:lstStyle/>
                    <a:p>
                      <a:endParaRPr lang="en-US"/>
                    </a:p>
                  </a:txBody>
                  <a:tcPr/>
                </a:tc>
                <a:tc>
                  <a:txBody>
                    <a:bodyPr/>
                    <a:lstStyle/>
                    <a:p>
                      <a:pPr marL="171450" marR="0" lvl="0" indent="-171450" algn="l" rtl="0" eaLnBrk="1" fontAlgn="ctr" latinLnBrk="0" hangingPunct="1">
                        <a:lnSpc>
                          <a:spcPct val="100000"/>
                        </a:lnSpc>
                        <a:spcBef>
                          <a:spcPts val="0"/>
                        </a:spcBef>
                        <a:spcAft>
                          <a:spcPts val="400"/>
                        </a:spcAft>
                        <a:buClr>
                          <a:srgbClr val="000000"/>
                        </a:buClr>
                        <a:buSzTx/>
                        <a:buFont typeface="Arial"/>
                        <a:buChar char="•"/>
                      </a:pPr>
                      <a:r>
                        <a:rPr lang="en-US" sz="800" b="0" i="0" u="none" strike="noStrike" kern="1200" cap="none" spc="0" normalizeH="0" baseline="0" noProof="0">
                          <a:ln>
                            <a:noFill/>
                          </a:ln>
                          <a:solidFill>
                            <a:schemeClr val="tx1"/>
                          </a:solidFill>
                          <a:effectLst/>
                          <a:uLnTx/>
                          <a:uFillTx/>
                          <a:latin typeface="CVS Health Sans"/>
                        </a:rPr>
                        <a:t>Create </a:t>
                      </a:r>
                      <a:r>
                        <a:rPr lang="en-US" sz="800" b="1" i="0" u="none" strike="noStrike" kern="1200" cap="none" spc="0" normalizeH="0" baseline="0" noProof="0">
                          <a:ln>
                            <a:noFill/>
                          </a:ln>
                          <a:solidFill>
                            <a:schemeClr val="tx1"/>
                          </a:solidFill>
                          <a:effectLst/>
                          <a:uLnTx/>
                          <a:uFillTx/>
                          <a:latin typeface="CVS Health Sans"/>
                        </a:rPr>
                        <a:t>single messaging platform </a:t>
                      </a:r>
                      <a:r>
                        <a:rPr lang="en-US" sz="800" b="0" i="0" u="none" strike="noStrike" kern="1200" cap="none" spc="0" normalizeH="0" baseline="0" noProof="0">
                          <a:ln>
                            <a:noFill/>
                          </a:ln>
                          <a:solidFill>
                            <a:schemeClr val="tx1"/>
                          </a:solidFill>
                          <a:effectLst/>
                          <a:uLnTx/>
                          <a:uFillTx/>
                          <a:latin typeface="CVS Health Sans"/>
                        </a:rPr>
                        <a:t>by migrating Rx campaigns from Firebase over to Braze platform</a:t>
                      </a:r>
                      <a:endParaRPr lang="en-US" sz="800" b="0" i="0" u="none" strike="noStrike" kern="1200" cap="none" spc="0" normalizeH="0" baseline="0" noProof="0">
                        <a:ln>
                          <a:noFill/>
                        </a:ln>
                        <a:solidFill>
                          <a:srgbClr val="000000"/>
                        </a:solidFill>
                        <a:effectLst/>
                        <a:uLnTx/>
                        <a:uFillTx/>
                        <a:latin typeface="CVS Health Sans"/>
                      </a:endParaRPr>
                    </a:p>
                    <a:p>
                      <a:pPr marL="171450" lvl="0" indent="-171450" algn="l">
                        <a:lnSpc>
                          <a:spcPct val="100000"/>
                        </a:lnSpc>
                        <a:spcBef>
                          <a:spcPts val="0"/>
                        </a:spcBef>
                        <a:spcAft>
                          <a:spcPts val="0"/>
                        </a:spcAft>
                        <a:buSzTx/>
                        <a:buFont typeface="Arial"/>
                        <a:buChar char="•"/>
                      </a:pPr>
                      <a:r>
                        <a:rPr lang="en-US" sz="800" b="0" i="0" u="none" strike="noStrike" kern="1200" cap="none" spc="0" normalizeH="0" baseline="0" noProof="0">
                          <a:ln>
                            <a:noFill/>
                          </a:ln>
                          <a:solidFill>
                            <a:schemeClr val="tx1"/>
                          </a:solidFill>
                          <a:effectLst/>
                          <a:uLnTx/>
                          <a:uFillTx/>
                          <a:latin typeface="CVS Health Sans"/>
                          <a:ea typeface="+mn-ea"/>
                          <a:cs typeface="+mn-cs"/>
                        </a:rPr>
                        <a:t>Update Braze Custom Attributes &amp; Events to Enable New Campaigns</a:t>
                      </a:r>
                      <a:endParaRPr lang="en-US" sz="800" b="0" i="0" u="none" strike="noStrike" kern="1200" cap="none" spc="0" normalizeH="0" baseline="0">
                        <a:ln>
                          <a:noFill/>
                        </a:ln>
                        <a:solidFill>
                          <a:schemeClr val="tx1"/>
                        </a:solidFill>
                        <a:effectLst/>
                        <a:uLnTx/>
                        <a:uFillTx/>
                        <a:latin typeface="CVS Health Sans"/>
                        <a:ea typeface="+mn-ea"/>
                        <a:cs typeface="+mn-cs"/>
                      </a:endParaRPr>
                    </a:p>
                    <a:p>
                      <a:pPr marL="171450" lvl="0" indent="-171450" algn="l">
                        <a:lnSpc>
                          <a:spcPct val="100000"/>
                        </a:lnSpc>
                        <a:spcBef>
                          <a:spcPts val="0"/>
                        </a:spcBef>
                        <a:spcAft>
                          <a:spcPts val="0"/>
                        </a:spcAft>
                        <a:buSzTx/>
                        <a:buFont typeface="Arial"/>
                        <a:buChar char="•"/>
                      </a:pPr>
                      <a:r>
                        <a:rPr lang="en-US" sz="800" b="0" i="0" u="none" strike="noStrike" kern="1200" cap="none" spc="0" normalizeH="0" baseline="0" noProof="0">
                          <a:ln>
                            <a:noFill/>
                          </a:ln>
                          <a:solidFill>
                            <a:schemeClr val="tx1"/>
                          </a:solidFill>
                          <a:effectLst/>
                          <a:uLnTx/>
                          <a:uFillTx/>
                          <a:latin typeface="CVS Health Sans"/>
                          <a:ea typeface="+mn-ea"/>
                          <a:cs typeface="+mn-cs"/>
                        </a:rPr>
                        <a:t>Orchestration Layer Design</a:t>
                      </a:r>
                    </a:p>
                    <a:p>
                      <a:pPr marL="171450" lvl="0" indent="-171450" algn="l">
                        <a:lnSpc>
                          <a:spcPct val="100000"/>
                        </a:lnSpc>
                        <a:spcBef>
                          <a:spcPts val="0"/>
                        </a:spcBef>
                        <a:spcAft>
                          <a:spcPts val="0"/>
                        </a:spcAft>
                        <a:buSzTx/>
                        <a:buFont typeface="Arial"/>
                        <a:buChar char="•"/>
                      </a:pPr>
                      <a:r>
                        <a:rPr lang="en-US" sz="800" b="0" i="0" u="none" strike="noStrike" kern="1200" cap="none" spc="0" normalizeH="0" baseline="0" noProof="0">
                          <a:ln>
                            <a:noFill/>
                          </a:ln>
                          <a:solidFill>
                            <a:schemeClr val="tx1"/>
                          </a:solidFill>
                          <a:effectLst/>
                          <a:uLnTx/>
                          <a:uFillTx/>
                          <a:latin typeface="CVS Health Sans"/>
                          <a:ea typeface="+mn-ea"/>
                          <a:cs typeface="+mn-cs"/>
                        </a:rPr>
                        <a:t>Purchase Tracking for Mobile Messaging</a:t>
                      </a:r>
                      <a:endParaRPr lang="en-US" sz="800" b="0" i="0" u="none" strike="noStrike" kern="1200" cap="none" spc="0" normalizeH="0" baseline="0">
                        <a:ln>
                          <a:noFill/>
                        </a:ln>
                        <a:solidFill>
                          <a:schemeClr val="tx1"/>
                        </a:solidFill>
                        <a:effectLst/>
                        <a:uLnTx/>
                        <a:uFillTx/>
                        <a:latin typeface="CVS Health Sans"/>
                        <a:ea typeface="+mn-ea"/>
                        <a:cs typeface="+mn-cs"/>
                      </a:endParaRPr>
                    </a:p>
                    <a:p>
                      <a:pPr marL="171450" lvl="0" indent="-171450" algn="l">
                        <a:lnSpc>
                          <a:spcPct val="100000"/>
                        </a:lnSpc>
                        <a:spcBef>
                          <a:spcPts val="0"/>
                        </a:spcBef>
                        <a:spcAft>
                          <a:spcPts val="0"/>
                        </a:spcAft>
                        <a:buSzTx/>
                        <a:buFont typeface="Arial"/>
                        <a:buChar char="•"/>
                      </a:pPr>
                      <a:r>
                        <a:rPr lang="en-US" sz="800" b="0" i="0" u="none" strike="noStrike" kern="1200" cap="none" spc="0" normalizeH="0" baseline="0" noProof="0">
                          <a:ln>
                            <a:noFill/>
                          </a:ln>
                          <a:solidFill>
                            <a:schemeClr val="tx1"/>
                          </a:solidFill>
                          <a:effectLst/>
                          <a:uLnTx/>
                          <a:uFillTx/>
                          <a:latin typeface="CVS Health Sans"/>
                          <a:ea typeface="+mn-ea"/>
                          <a:cs typeface="+mn-cs"/>
                        </a:rPr>
                        <a:t>Common Destination Routing &amp; Adapters</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fontAlgn="auto" latinLnBrk="0" hangingPunct="1">
                        <a:lnSpc>
                          <a:spcPct val="100000"/>
                        </a:lnSpc>
                        <a:spcBef>
                          <a:spcPts val="0"/>
                        </a:spcBef>
                        <a:spcAft>
                          <a:spcPts val="400"/>
                        </a:spcAft>
                        <a:buClr>
                          <a:schemeClr val="tx1"/>
                        </a:buClr>
                        <a:buSzTx/>
                        <a:buFont typeface="Arial"/>
                        <a:buChar char="•"/>
                      </a:pPr>
                      <a:r>
                        <a:rPr lang="en-US" sz="800" b="0" i="0" u="none" strike="noStrike" kern="1200" cap="none" spc="0" normalizeH="0" baseline="0" noProof="0">
                          <a:ln>
                            <a:noFill/>
                          </a:ln>
                          <a:solidFill>
                            <a:schemeClr val="tx1"/>
                          </a:solidFill>
                          <a:effectLst/>
                          <a:uLnTx/>
                          <a:uFillTx/>
                          <a:latin typeface="CVS Health Sans"/>
                        </a:rPr>
                        <a:t>Implementation of </a:t>
                      </a:r>
                      <a:r>
                        <a:rPr lang="en-US" sz="800" b="1" i="0" u="none" strike="noStrike" kern="1200" cap="none" spc="0" normalizeH="0" baseline="0" noProof="0">
                          <a:ln>
                            <a:noFill/>
                          </a:ln>
                          <a:solidFill>
                            <a:schemeClr val="tx1"/>
                          </a:solidFill>
                          <a:effectLst/>
                          <a:uLnTx/>
                          <a:uFillTx/>
                          <a:latin typeface="CVS Health Sans"/>
                        </a:rPr>
                        <a:t>Push/NBA Orchestration layer</a:t>
                      </a:r>
                      <a:r>
                        <a:rPr lang="en-US" sz="800" b="0" i="0" u="none" strike="noStrike" kern="1200" cap="none" spc="0" normalizeH="0" baseline="0" noProof="0">
                          <a:ln>
                            <a:noFill/>
                          </a:ln>
                          <a:solidFill>
                            <a:schemeClr val="tx1"/>
                          </a:solidFill>
                          <a:effectLst/>
                          <a:uLnTx/>
                          <a:uFillTx/>
                          <a:latin typeface="CVS Health Sans"/>
                        </a:rPr>
                        <a:t> to govern coordinated delivery of Push &amp; in-app NBA content to customers</a:t>
                      </a:r>
                    </a:p>
                    <a:p>
                      <a:pPr marL="171450" marR="0" lvl="0" indent="-171450" algn="l">
                        <a:lnSpc>
                          <a:spcPct val="100000"/>
                        </a:lnSpc>
                        <a:spcBef>
                          <a:spcPts val="0"/>
                        </a:spcBef>
                        <a:spcAft>
                          <a:spcPts val="400"/>
                        </a:spcAft>
                        <a:buClr>
                          <a:srgbClr val="000000"/>
                        </a:buClr>
                        <a:buSzTx/>
                        <a:buFont typeface="Arial"/>
                        <a:buChar char="•"/>
                      </a:pPr>
                      <a:r>
                        <a:rPr lang="en-US" sz="800" b="0" i="0" u="none" strike="noStrike" kern="1200" cap="none" spc="0" normalizeH="0" baseline="0" noProof="0">
                          <a:ln>
                            <a:noFill/>
                          </a:ln>
                          <a:solidFill>
                            <a:schemeClr val="tx1"/>
                          </a:solidFill>
                          <a:effectLst/>
                          <a:uLnTx/>
                          <a:uFillTx/>
                          <a:latin typeface="CVS Health Sans"/>
                          <a:ea typeface="+mn-ea"/>
                          <a:cs typeface="+mn-cs"/>
                        </a:rPr>
                        <a:t>Improve analytics for Braze campaigns bypassing CMT campaign ID from currents over to Snowflake</a:t>
                      </a:r>
                    </a:p>
                    <a:p>
                      <a:pPr marL="171450" marR="0" lvl="0" indent="-171450" algn="l">
                        <a:lnSpc>
                          <a:spcPct val="100000"/>
                        </a:lnSpc>
                        <a:spcBef>
                          <a:spcPts val="0"/>
                        </a:spcBef>
                        <a:spcAft>
                          <a:spcPts val="400"/>
                        </a:spcAft>
                        <a:buClr>
                          <a:srgbClr val="000000"/>
                        </a:buClr>
                        <a:buSzTx/>
                        <a:buFont typeface="Arial"/>
                        <a:buChar char="•"/>
                      </a:pPr>
                      <a:r>
                        <a:rPr lang="en-US" sz="800" b="0" i="0" u="none" strike="noStrike" kern="1200" cap="none" spc="0" normalizeH="0" baseline="0" noProof="0">
                          <a:ln>
                            <a:noFill/>
                          </a:ln>
                          <a:solidFill>
                            <a:srgbClr val="000000"/>
                          </a:solidFill>
                          <a:effectLst/>
                          <a:uLnTx/>
                          <a:uFillTx/>
                          <a:latin typeface="CVS Health Sans"/>
                          <a:ea typeface="+mn-ea"/>
                          <a:cs typeface="+mn-cs"/>
                        </a:rPr>
                        <a:t>Enhancing campaign creation using Adobe tools</a:t>
                      </a:r>
                      <a:endParaRPr lang="en-US" sz="800" b="0" i="0" u="none" strike="noStrike" kern="1200" cap="none" spc="0" normalizeH="0" baseline="0">
                        <a:ln>
                          <a:noFill/>
                        </a:ln>
                        <a:solidFill>
                          <a:srgbClr val="000000"/>
                        </a:solidFill>
                        <a:effectLst/>
                        <a:uLnTx/>
                        <a:uFillTx/>
                        <a:latin typeface="CVS Health Sans"/>
                        <a:ea typeface="+mn-ea"/>
                        <a:cs typeface="+mn-cs"/>
                      </a:endParaRPr>
                    </a:p>
                    <a:p>
                      <a:pPr marL="171450" marR="0" lvl="0" indent="-171450" algn="l">
                        <a:lnSpc>
                          <a:spcPct val="100000"/>
                        </a:lnSpc>
                        <a:spcBef>
                          <a:spcPts val="0"/>
                        </a:spcBef>
                        <a:spcAft>
                          <a:spcPts val="400"/>
                        </a:spcAft>
                        <a:buClr>
                          <a:srgbClr val="000000"/>
                        </a:buClr>
                        <a:buSzTx/>
                        <a:buFont typeface="Arial"/>
                        <a:buChar char="•"/>
                      </a:pPr>
                      <a:r>
                        <a:rPr lang="en-US" sz="800" b="0" i="0" u="none" strike="noStrike" kern="1200" cap="none" spc="0" normalizeH="0" baseline="0" noProof="0">
                          <a:ln>
                            <a:noFill/>
                          </a:ln>
                          <a:solidFill>
                            <a:srgbClr val="000000"/>
                          </a:solidFill>
                          <a:effectLst/>
                          <a:uLnTx/>
                          <a:uFillTx/>
                          <a:latin typeface="CVS Health Sans"/>
                          <a:ea typeface="+mn-ea"/>
                          <a:cs typeface="+mn-cs"/>
                        </a:rPr>
                        <a:t>Common Destination Routing Adapters: Account + Health</a:t>
                      </a: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fontAlgn="auto" latinLnBrk="0" hangingPunct="1">
                        <a:lnSpc>
                          <a:spcPct val="100000"/>
                        </a:lnSpc>
                        <a:spcBef>
                          <a:spcPts val="0"/>
                        </a:spcBef>
                        <a:spcAft>
                          <a:spcPts val="400"/>
                        </a:spcAft>
                        <a:buClr>
                          <a:schemeClr val="tx1"/>
                        </a:buClr>
                        <a:buSzTx/>
                        <a:buFont typeface="Arial,Sans-Serif"/>
                        <a:buChar char="•"/>
                      </a:pPr>
                      <a:r>
                        <a:rPr lang="en-US" sz="800" b="0" i="0" u="none" strike="noStrike" kern="1200" noProof="0">
                          <a:solidFill>
                            <a:schemeClr val="tx1"/>
                          </a:solidFill>
                          <a:latin typeface="CVS Health Sans"/>
                        </a:rPr>
                        <a:t>Drive campaign efficiency via </a:t>
                      </a:r>
                      <a:r>
                        <a:rPr lang="en-US" sz="800" b="1" i="0" u="none" strike="noStrike" kern="1200" noProof="0">
                          <a:solidFill>
                            <a:schemeClr val="tx1"/>
                          </a:solidFill>
                          <a:latin typeface="CVS Health Sans"/>
                        </a:rPr>
                        <a:t>self-serve messaging platform </a:t>
                      </a:r>
                      <a:r>
                        <a:rPr lang="en-US" sz="800" b="0" i="0" u="none" strike="noStrike" kern="1200" noProof="0">
                          <a:solidFill>
                            <a:schemeClr val="tx1"/>
                          </a:solidFill>
                          <a:latin typeface="CVS Health Sans"/>
                        </a:rPr>
                        <a:t>in Braze </a:t>
                      </a:r>
                      <a:endParaRPr lang="en-US" sz="800">
                        <a:latin typeface="CVS Health Sans"/>
                      </a:endParaRP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nSpc>
                          <a:spcPct val="100000"/>
                        </a:lnSpc>
                        <a:buFont typeface="Arial" panose="020B0604020202020204" pitchFamily="34" charset="0"/>
                        <a:buChar char="•"/>
                      </a:pPr>
                      <a:endParaRPr lang="en-US" sz="800" b="0" kern="1200" dirty="0">
                        <a:solidFill>
                          <a:schemeClr val="tx1"/>
                        </a:solidFill>
                        <a:latin typeface="CVS Health Sans" panose="020B0504020202020204" pitchFamily="34" charset="0"/>
                        <a:ea typeface="+mn-ea"/>
                        <a:cs typeface="+mn-cs"/>
                      </a:endParaRPr>
                    </a:p>
                  </a:txBody>
                  <a:tcPr marL="91416" marR="91416" marT="45708" marB="45708">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96149080"/>
                  </a:ext>
                </a:extLst>
              </a:tr>
            </a:tbl>
          </a:graphicData>
        </a:graphic>
      </p:graphicFrame>
      <p:sp>
        <p:nvSpPr>
          <p:cNvPr id="7" name="Title 1">
            <a:extLst>
              <a:ext uri="{FF2B5EF4-FFF2-40B4-BE49-F238E27FC236}">
                <a16:creationId xmlns:a16="http://schemas.microsoft.com/office/drawing/2014/main" id="{FC505238-E6EA-FA23-F720-37452F7DA53A}"/>
              </a:ext>
            </a:extLst>
          </p:cNvPr>
          <p:cNvSpPr txBox="1">
            <a:spLocks/>
          </p:cNvSpPr>
          <p:nvPr/>
        </p:nvSpPr>
        <p:spPr>
          <a:xfrm>
            <a:off x="237744" y="118872"/>
            <a:ext cx="10963656" cy="713232"/>
          </a:xfrm>
          <a:prstGeom prst="rect">
            <a:avLst/>
          </a:prstGeom>
        </p:spPr>
        <p:txBody>
          <a:bodyPr vert="horz" lIns="0" tIns="0" rIns="0" bIns="0" rtlCol="0" anchor="t" anchorCtr="0">
            <a:noAutofit/>
          </a:bodyPr>
          <a:lstStyle>
            <a:lvl1pPr algn="l" defTabSz="457200" rtl="0" eaLnBrk="1" latinLnBrk="0" hangingPunct="1">
              <a:lnSpc>
                <a:spcPct val="90000"/>
              </a:lnSpc>
              <a:spcBef>
                <a:spcPct val="0"/>
              </a:spcBef>
              <a:buNone/>
              <a:defRPr sz="2600" b="1" kern="1200">
                <a:solidFill>
                  <a:schemeClr val="tx1"/>
                </a:solidFill>
                <a:latin typeface="CVS Health Sans" panose="020B0504020202020204" pitchFamily="34" charset="0"/>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lang="en-US"/>
              <a:t>4Q Roadmap – Super App</a:t>
            </a:r>
            <a:endParaRPr kumimoji="0" lang="en-US" sz="2600" b="1" i="0" u="none" strike="noStrike" kern="1200" cap="none" spc="0" normalizeH="0" baseline="0" noProof="0">
              <a:ln>
                <a:noFill/>
              </a:ln>
              <a:solidFill>
                <a:srgbClr val="000000"/>
              </a:solidFill>
              <a:effectLst/>
              <a:uLnTx/>
              <a:uFillTx/>
              <a:latin typeface="CVS Health Sans" panose="020B0504020202020204" pitchFamily="34" charset="0"/>
              <a:ea typeface="+mj-ea"/>
              <a:cs typeface="+mj-cs"/>
            </a:endParaRPr>
          </a:p>
        </p:txBody>
      </p:sp>
    </p:spTree>
    <p:extLst>
      <p:ext uri="{BB962C8B-B14F-4D97-AF65-F5344CB8AC3E}">
        <p14:creationId xmlns:p14="http://schemas.microsoft.com/office/powerpoint/2010/main" val="1920215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0A3046B8-4E8C-4429-8A92-00138BD74414}"/>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7" name="think-cell data - do not delete" hidden="1">
                        <a:extLst>
                          <a:ext uri="{FF2B5EF4-FFF2-40B4-BE49-F238E27FC236}">
                            <a16:creationId xmlns:a16="http://schemas.microsoft.com/office/drawing/2014/main" id="{0A3046B8-4E8C-4429-8A92-00138BD7441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A9A3C13-D431-5B5B-E3E8-4EDE204D89C2}"/>
              </a:ext>
            </a:extLst>
          </p:cNvPr>
          <p:cNvSpPr>
            <a:spLocks noGrp="1"/>
          </p:cNvSpPr>
          <p:nvPr>
            <p:ph type="title"/>
          </p:nvPr>
        </p:nvSpPr>
        <p:spPr>
          <a:xfrm>
            <a:off x="557928" y="530351"/>
            <a:ext cx="10738257" cy="340452"/>
          </a:xfrm>
        </p:spPr>
        <p:txBody>
          <a:bodyPr vert="horz"/>
          <a:lstStyle/>
          <a:p>
            <a:r>
              <a:rPr lang="en-US">
                <a:solidFill>
                  <a:srgbClr val="0A4B8C"/>
                </a:solidFill>
                <a:latin typeface="CVS Health Sans" panose="020B0504020202020204"/>
              </a:rPr>
              <a:t>App onboarding </a:t>
            </a:r>
            <a:r>
              <a:rPr lang="en-US">
                <a:solidFill>
                  <a:srgbClr val="3F3F3F"/>
                </a:solidFill>
                <a:latin typeface="CVS Health Sans" panose="020B0504020202020204"/>
              </a:rPr>
              <a:t>| Our approach reflects best-in-class practices and significantly reduces steps to access an integrated experience</a:t>
            </a:r>
          </a:p>
        </p:txBody>
      </p:sp>
      <p:sp>
        <p:nvSpPr>
          <p:cNvPr id="32" name="TextBox 31">
            <a:extLst>
              <a:ext uri="{FF2B5EF4-FFF2-40B4-BE49-F238E27FC236}">
                <a16:creationId xmlns:a16="http://schemas.microsoft.com/office/drawing/2014/main" id="{7FEA3A61-4F01-158A-7485-FD3FD19E72DD}"/>
              </a:ext>
            </a:extLst>
          </p:cNvPr>
          <p:cNvSpPr txBox="1"/>
          <p:nvPr/>
        </p:nvSpPr>
        <p:spPr>
          <a:xfrm>
            <a:off x="12976623" y="5771719"/>
            <a:ext cx="65" cy="215444"/>
          </a:xfrm>
          <a:prstGeom prst="rect">
            <a:avLst/>
          </a:prstGeom>
          <a:noFill/>
        </p:spPr>
        <p:txBody>
          <a:bodyPr wrap="none" lIns="0" tIns="0" rIns="0" bIns="0" rtlCol="0">
            <a:spAutoFit/>
          </a:bodyPr>
          <a:lstStyle/>
          <a:p>
            <a:endParaRPr lang="en-US" sz="1400">
              <a:solidFill>
                <a:schemeClr val="tx2"/>
              </a:solidFill>
            </a:endParaRPr>
          </a:p>
        </p:txBody>
      </p:sp>
      <p:grpSp>
        <p:nvGrpSpPr>
          <p:cNvPr id="18" name="Group 17">
            <a:extLst>
              <a:ext uri="{FF2B5EF4-FFF2-40B4-BE49-F238E27FC236}">
                <a16:creationId xmlns:a16="http://schemas.microsoft.com/office/drawing/2014/main" id="{643830B2-D13E-75FF-9906-42CD7DE68B0F}"/>
              </a:ext>
            </a:extLst>
          </p:cNvPr>
          <p:cNvGrpSpPr/>
          <p:nvPr/>
        </p:nvGrpSpPr>
        <p:grpSpPr>
          <a:xfrm>
            <a:off x="476315" y="1565939"/>
            <a:ext cx="5662188" cy="4139595"/>
            <a:chOff x="6133102" y="1565939"/>
            <a:chExt cx="5662188" cy="4139595"/>
          </a:xfrm>
        </p:grpSpPr>
        <p:sp>
          <p:nvSpPr>
            <p:cNvPr id="8" name="TextBox 7">
              <a:extLst>
                <a:ext uri="{FF2B5EF4-FFF2-40B4-BE49-F238E27FC236}">
                  <a16:creationId xmlns:a16="http://schemas.microsoft.com/office/drawing/2014/main" id="{677EEBAC-DC6A-3C05-10D4-F11DD79903EF}"/>
                </a:ext>
              </a:extLst>
            </p:cNvPr>
            <p:cNvSpPr txBox="1"/>
            <p:nvPr/>
          </p:nvSpPr>
          <p:spPr>
            <a:xfrm>
              <a:off x="6199967" y="1565939"/>
              <a:ext cx="5595323" cy="4139595"/>
            </a:xfrm>
            <a:prstGeom prst="rect">
              <a:avLst/>
            </a:prstGeom>
            <a:noFill/>
          </p:spPr>
          <p:txBody>
            <a:bodyPr wrap="square" lIns="0" tIns="0" rIns="0" bIns="0" rtlCol="0" anchor="t">
              <a:spAutoFit/>
            </a:bodyPr>
            <a:lstStyle/>
            <a:p>
              <a:r>
                <a:rPr lang="en-US" sz="1600" b="1" dirty="0">
                  <a:solidFill>
                    <a:srgbClr val="0A4B8C"/>
                  </a:solidFill>
                  <a:latin typeface="CVS Health Sans"/>
                </a:rPr>
                <a:t>MVP experience launching in Q2 2024</a:t>
              </a:r>
              <a:br>
                <a:rPr lang="en-US" sz="1600" b="1" dirty="0">
                  <a:solidFill>
                    <a:srgbClr val="0A4B8C"/>
                  </a:solidFill>
                  <a:latin typeface="CVS Health Sans"/>
                </a:rPr>
              </a:br>
              <a:endParaRPr lang="en-US" sz="1600" b="1" dirty="0">
                <a:solidFill>
                  <a:srgbClr val="0070C0"/>
                </a:solidFill>
                <a:latin typeface="CVS Health Sans"/>
              </a:endParaRPr>
            </a:p>
            <a:p>
              <a:r>
                <a:rPr lang="en-US" sz="1400" dirty="0">
                  <a:solidFill>
                    <a:schemeClr val="tx1">
                      <a:lumMod val="95000"/>
                      <a:lumOff val="5000"/>
                    </a:schemeClr>
                  </a:solidFill>
                  <a:latin typeface="CVS Health Sans"/>
                </a:rPr>
                <a:t>Enhance the customer’s first interaction with the CVS app </a:t>
              </a:r>
              <a:br>
                <a:rPr lang="en-US" sz="1400" dirty="0">
                  <a:solidFill>
                    <a:schemeClr val="tx1">
                      <a:lumMod val="95000"/>
                      <a:lumOff val="5000"/>
                    </a:schemeClr>
                  </a:solidFill>
                  <a:latin typeface="CVS Health Sans"/>
                </a:rPr>
              </a:br>
              <a:r>
                <a:rPr lang="en-US" sz="1400" dirty="0">
                  <a:solidFill>
                    <a:schemeClr val="tx1">
                      <a:lumMod val="95000"/>
                      <a:lumOff val="5000"/>
                    </a:schemeClr>
                  </a:solidFill>
                  <a:latin typeface="CVS Health Sans"/>
                </a:rPr>
                <a:t>by introducing an onboarding experience to drive </a:t>
              </a:r>
              <a:br>
                <a:rPr lang="en-US" sz="1400" dirty="0">
                  <a:solidFill>
                    <a:schemeClr val="tx1">
                      <a:lumMod val="95000"/>
                      <a:lumOff val="5000"/>
                    </a:schemeClr>
                  </a:solidFill>
                  <a:latin typeface="CVS Health Sans"/>
                </a:rPr>
              </a:br>
              <a:r>
                <a:rPr lang="en-US" sz="1400" dirty="0">
                  <a:solidFill>
                    <a:schemeClr val="tx1">
                      <a:lumMod val="95000"/>
                      <a:lumOff val="5000"/>
                    </a:schemeClr>
                  </a:solidFill>
                  <a:latin typeface="CVS Health Sans"/>
                </a:rPr>
                <a:t>new user engagement.</a:t>
              </a:r>
            </a:p>
            <a:p>
              <a:endParaRPr lang="en-US" sz="1400" dirty="0">
                <a:solidFill>
                  <a:schemeClr val="tx1">
                    <a:lumMod val="95000"/>
                    <a:lumOff val="5000"/>
                  </a:schemeClr>
                </a:solidFill>
                <a:latin typeface="CVS Health Sans"/>
                <a:cs typeface="Arial"/>
              </a:endParaRPr>
            </a:p>
            <a:p>
              <a:pPr marL="352425" indent="-342900">
                <a:spcAft>
                  <a:spcPts val="1600"/>
                </a:spcAft>
                <a:buFont typeface="Arial"/>
                <a:buChar char="•"/>
              </a:pPr>
              <a:r>
                <a:rPr lang="en-US" sz="1400" dirty="0">
                  <a:solidFill>
                    <a:schemeClr val="tx1">
                      <a:lumMod val="95000"/>
                      <a:lumOff val="5000"/>
                    </a:schemeClr>
                  </a:solidFill>
                  <a:latin typeface="CVS Health Sans"/>
                </a:rPr>
                <a:t>Welcome customers into the CVS app</a:t>
              </a:r>
            </a:p>
            <a:p>
              <a:pPr marL="352425" indent="-342900">
                <a:spcAft>
                  <a:spcPts val="1600"/>
                </a:spcAft>
                <a:buFont typeface="Arial"/>
                <a:buChar char="•"/>
              </a:pPr>
              <a:r>
                <a:rPr lang="en-US" sz="1400" dirty="0">
                  <a:solidFill>
                    <a:schemeClr val="tx1">
                      <a:lumMod val="95000"/>
                      <a:lumOff val="5000"/>
                    </a:schemeClr>
                  </a:solidFill>
                  <a:latin typeface="CVS Health Sans"/>
                </a:rPr>
                <a:t>Driving recognition via sign in and account creation</a:t>
              </a:r>
              <a:endParaRPr lang="en-US" sz="1400" dirty="0">
                <a:solidFill>
                  <a:schemeClr val="tx1">
                    <a:lumMod val="95000"/>
                    <a:lumOff val="5000"/>
                  </a:schemeClr>
                </a:solidFill>
                <a:cs typeface="Arial"/>
              </a:endParaRPr>
            </a:p>
            <a:p>
              <a:pPr marL="352425" indent="-342900">
                <a:spcAft>
                  <a:spcPts val="600"/>
                </a:spcAft>
                <a:buFont typeface="Arial"/>
                <a:buChar char="•"/>
              </a:pPr>
              <a:r>
                <a:rPr lang="en-US" sz="1400" dirty="0">
                  <a:solidFill>
                    <a:schemeClr val="tx1">
                      <a:lumMod val="95000"/>
                      <a:lumOff val="5000"/>
                    </a:schemeClr>
                  </a:solidFill>
                  <a:latin typeface="CVS Health Sans"/>
                </a:rPr>
                <a:t>Streamline Pharmacy (</a:t>
              </a:r>
              <a:r>
                <a:rPr lang="en-US" sz="1400" b="1" dirty="0">
                  <a:solidFill>
                    <a:srgbClr val="0B315E"/>
                  </a:solidFill>
                  <a:latin typeface="CVS Health Sans"/>
                </a:rPr>
                <a:t>cross LOB</a:t>
              </a:r>
              <a:r>
                <a:rPr lang="en-US" sz="1400" dirty="0">
                  <a:solidFill>
                    <a:schemeClr val="tx1">
                      <a:lumMod val="95000"/>
                      <a:lumOff val="5000"/>
                    </a:schemeClr>
                  </a:solidFill>
                  <a:latin typeface="CVS Health Sans"/>
                </a:rPr>
                <a:t>) and Loyalty onboarding </a:t>
              </a:r>
              <a:br>
                <a:rPr lang="en-US" sz="1400" dirty="0">
                  <a:solidFill>
                    <a:schemeClr val="tx1">
                      <a:lumMod val="95000"/>
                      <a:lumOff val="5000"/>
                    </a:schemeClr>
                  </a:solidFill>
                  <a:latin typeface="CVS Health Sans"/>
                </a:rPr>
              </a:br>
              <a:r>
                <a:rPr lang="en-US" sz="1400" dirty="0">
                  <a:solidFill>
                    <a:schemeClr val="tx1">
                      <a:lumMod val="95000"/>
                      <a:lumOff val="5000"/>
                    </a:schemeClr>
                  </a:solidFill>
                  <a:latin typeface="CVS Health Sans"/>
                </a:rPr>
                <a:t>to drive a first visit engagement</a:t>
              </a:r>
              <a:endParaRPr lang="en-US" sz="1400" dirty="0">
                <a:solidFill>
                  <a:schemeClr val="tx1">
                    <a:lumMod val="95000"/>
                    <a:lumOff val="5000"/>
                  </a:schemeClr>
                </a:solidFill>
                <a:cs typeface="Arial"/>
              </a:endParaRPr>
            </a:p>
            <a:p>
              <a:pPr marL="573088" lvl="1" indent="-231775">
                <a:spcAft>
                  <a:spcPts val="600"/>
                </a:spcAft>
                <a:buFont typeface="Arial" panose="020B0604020202020204" pitchFamily="34" charset="0"/>
                <a:buChar char="•"/>
              </a:pPr>
              <a:r>
                <a:rPr lang="en-US" sz="1400" dirty="0">
                  <a:solidFill>
                    <a:schemeClr val="tx1">
                      <a:lumMod val="95000"/>
                      <a:lumOff val="5000"/>
                    </a:schemeClr>
                  </a:solidFill>
                  <a:latin typeface="CVS Health Sans"/>
                  <a:cs typeface="Arial"/>
                </a:rPr>
                <a:t>Look up and connect prescriptions using minimal PII</a:t>
              </a:r>
              <a:endParaRPr lang="en-US" sz="1400" dirty="0">
                <a:solidFill>
                  <a:schemeClr val="tx1">
                    <a:lumMod val="95000"/>
                    <a:lumOff val="5000"/>
                  </a:schemeClr>
                </a:solidFill>
                <a:cs typeface="Arial"/>
              </a:endParaRPr>
            </a:p>
            <a:p>
              <a:pPr marL="573088" lvl="1" indent="-231775">
                <a:spcAft>
                  <a:spcPts val="600"/>
                </a:spcAft>
                <a:buFont typeface="Arial" panose="020B0604020202020204" pitchFamily="34" charset="0"/>
                <a:buChar char="•"/>
              </a:pPr>
              <a:r>
                <a:rPr lang="en-US" sz="1400" dirty="0">
                  <a:solidFill>
                    <a:schemeClr val="tx1">
                      <a:lumMod val="95000"/>
                      <a:lumOff val="5000"/>
                    </a:schemeClr>
                  </a:solidFill>
                  <a:highlight>
                    <a:srgbClr val="FFFF00"/>
                  </a:highlight>
                  <a:latin typeface="CVS Health Sans"/>
                  <a:cs typeface="Courier New"/>
                </a:rPr>
                <a:t>Collect</a:t>
              </a:r>
              <a:r>
                <a:rPr lang="en-US" sz="1400" dirty="0">
                  <a:solidFill>
                    <a:schemeClr val="tx1">
                      <a:lumMod val="95000"/>
                      <a:lumOff val="5000"/>
                    </a:schemeClr>
                  </a:solidFill>
                  <a:highlight>
                    <a:srgbClr val="FFFF00"/>
                  </a:highlight>
                  <a:latin typeface="CVS Health Sans"/>
                </a:rPr>
                <a:t> </a:t>
              </a:r>
              <a:r>
                <a:rPr lang="en-US" sz="1400" b="1" dirty="0">
                  <a:solidFill>
                    <a:srgbClr val="0B315E"/>
                  </a:solidFill>
                  <a:highlight>
                    <a:srgbClr val="FFFF00"/>
                  </a:highlight>
                  <a:latin typeface="CVS Health Sans"/>
                </a:rPr>
                <a:t>Retail </a:t>
              </a:r>
              <a:r>
                <a:rPr lang="en-US" sz="1400" dirty="0">
                  <a:solidFill>
                    <a:schemeClr val="tx1">
                      <a:lumMod val="95000"/>
                      <a:lumOff val="5000"/>
                    </a:schemeClr>
                  </a:solidFill>
                  <a:highlight>
                    <a:srgbClr val="FFFF00"/>
                  </a:highlight>
                  <a:latin typeface="CVS Health Sans"/>
                </a:rPr>
                <a:t>+ </a:t>
              </a:r>
              <a:r>
                <a:rPr lang="en-US" sz="1400" b="1" dirty="0">
                  <a:solidFill>
                    <a:srgbClr val="0B315E"/>
                  </a:solidFill>
                  <a:highlight>
                    <a:srgbClr val="FFFF00"/>
                  </a:highlight>
                  <a:latin typeface="CVS Health Sans"/>
                </a:rPr>
                <a:t>Specialty</a:t>
              </a:r>
              <a:r>
                <a:rPr lang="en-US" sz="1400" dirty="0">
                  <a:solidFill>
                    <a:schemeClr val="tx1">
                      <a:lumMod val="95000"/>
                      <a:lumOff val="5000"/>
                    </a:schemeClr>
                  </a:solidFill>
                  <a:highlight>
                    <a:srgbClr val="FFFF00"/>
                  </a:highlight>
                  <a:latin typeface="CVS Health Sans"/>
                </a:rPr>
                <a:t> + </a:t>
              </a:r>
              <a:r>
                <a:rPr lang="en-US" sz="1400" b="1" dirty="0">
                  <a:solidFill>
                    <a:srgbClr val="0B315E"/>
                  </a:solidFill>
                  <a:highlight>
                    <a:srgbClr val="FFFF00"/>
                  </a:highlight>
                  <a:latin typeface="CVS Health Sans"/>
                </a:rPr>
                <a:t>Caremark </a:t>
              </a:r>
              <a:r>
                <a:rPr lang="en-US" sz="1400" dirty="0">
                  <a:solidFill>
                    <a:srgbClr val="2D2D2E"/>
                  </a:solidFill>
                  <a:highlight>
                    <a:srgbClr val="FFFF00"/>
                  </a:highlight>
                  <a:latin typeface="CVS Health Sans"/>
                </a:rPr>
                <a:t>as one </a:t>
              </a:r>
              <a:r>
                <a:rPr lang="en-US" sz="1400" dirty="0">
                  <a:solidFill>
                    <a:schemeClr val="tx1">
                      <a:lumMod val="95000"/>
                      <a:lumOff val="5000"/>
                    </a:schemeClr>
                  </a:solidFill>
                  <a:highlight>
                    <a:srgbClr val="FFFF00"/>
                  </a:highlight>
                  <a:latin typeface="CVS Health Sans"/>
                </a:rPr>
                <a:t>consent </a:t>
              </a:r>
              <a:br>
                <a:rPr lang="en-US" sz="1400" dirty="0">
                  <a:solidFill>
                    <a:schemeClr val="tx1">
                      <a:lumMod val="95000"/>
                      <a:lumOff val="5000"/>
                    </a:schemeClr>
                  </a:solidFill>
                  <a:highlight>
                    <a:srgbClr val="FFFF00"/>
                  </a:highlight>
                  <a:latin typeface="CVS Health Sans"/>
                </a:rPr>
              </a:br>
              <a:r>
                <a:rPr lang="en-US" sz="1400" dirty="0">
                  <a:solidFill>
                    <a:schemeClr val="tx1">
                      <a:lumMod val="95000"/>
                      <a:lumOff val="5000"/>
                    </a:schemeClr>
                  </a:solidFill>
                  <a:highlight>
                    <a:srgbClr val="FFFF00"/>
                  </a:highlight>
                  <a:latin typeface="CVS Health Sans"/>
                </a:rPr>
                <a:t>to support an integrated pharmacy experience </a:t>
              </a:r>
              <a:endParaRPr lang="en-US" sz="1400" dirty="0">
                <a:solidFill>
                  <a:schemeClr val="tx1">
                    <a:lumMod val="95000"/>
                    <a:lumOff val="5000"/>
                  </a:schemeClr>
                </a:solidFill>
                <a:highlight>
                  <a:srgbClr val="FFFF00"/>
                </a:highlight>
                <a:cs typeface="Arial"/>
              </a:endParaRPr>
            </a:p>
            <a:p>
              <a:pPr marL="573088" lvl="1" indent="-231775">
                <a:spcAft>
                  <a:spcPts val="1600"/>
                </a:spcAft>
                <a:buFont typeface="Arial" panose="020B0604020202020204" pitchFamily="34" charset="0"/>
                <a:buChar char="•"/>
              </a:pPr>
              <a:r>
                <a:rPr lang="en-US" sz="1400" dirty="0">
                  <a:solidFill>
                    <a:schemeClr val="tx1">
                      <a:lumMod val="95000"/>
                      <a:lumOff val="5000"/>
                    </a:schemeClr>
                  </a:solidFill>
                  <a:latin typeface="CVS Health Sans"/>
                  <a:cs typeface="Courier New"/>
                </a:rPr>
                <a:t>Link or enroll users in </a:t>
              </a:r>
              <a:r>
                <a:rPr lang="en-US" sz="1400" b="1" dirty="0" err="1">
                  <a:solidFill>
                    <a:srgbClr val="0B315E"/>
                  </a:solidFill>
                  <a:latin typeface="CVS Health Sans"/>
                </a:rPr>
                <a:t>ExtraCare</a:t>
              </a:r>
              <a:endParaRPr lang="en-US" sz="1400" b="1" dirty="0">
                <a:solidFill>
                  <a:srgbClr val="0B315E"/>
                </a:solidFill>
                <a:cs typeface="Arial"/>
              </a:endParaRPr>
            </a:p>
            <a:p>
              <a:pPr marL="352425" indent="-342900">
                <a:spcAft>
                  <a:spcPts val="2400"/>
                </a:spcAft>
                <a:buFont typeface="Arial"/>
                <a:buChar char="•"/>
              </a:pPr>
              <a:r>
                <a:rPr lang="en-US" sz="1400" dirty="0">
                  <a:solidFill>
                    <a:schemeClr val="tx1">
                      <a:lumMod val="95000"/>
                      <a:lumOff val="5000"/>
                    </a:schemeClr>
                  </a:solidFill>
                  <a:latin typeface="CVS Health Sans"/>
                </a:rPr>
                <a:t>Drive push opt-in to increase repeat engagement </a:t>
              </a:r>
            </a:p>
          </p:txBody>
        </p:sp>
        <p:sp>
          <p:nvSpPr>
            <p:cNvPr id="5" name="Oval 4">
              <a:extLst>
                <a:ext uri="{FF2B5EF4-FFF2-40B4-BE49-F238E27FC236}">
                  <a16:creationId xmlns:a16="http://schemas.microsoft.com/office/drawing/2014/main" id="{61582CFA-DE31-4323-471E-F7932A0318CA}"/>
                </a:ext>
              </a:extLst>
            </p:cNvPr>
            <p:cNvSpPr/>
            <p:nvPr/>
          </p:nvSpPr>
          <p:spPr bwMode="gray">
            <a:xfrm>
              <a:off x="6133102" y="2879670"/>
              <a:ext cx="228600" cy="228600"/>
            </a:xfrm>
            <a:prstGeom prst="ellipse">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a:solidFill>
                    <a:schemeClr val="bg1"/>
                  </a:solidFill>
                  <a:latin typeface="CVS Health Sans" panose="020B0504020202020204" pitchFamily="34" charset="0"/>
                </a:rPr>
                <a:t>1</a:t>
              </a:r>
            </a:p>
          </p:txBody>
        </p:sp>
        <p:sp>
          <p:nvSpPr>
            <p:cNvPr id="6" name="Oval 5">
              <a:extLst>
                <a:ext uri="{FF2B5EF4-FFF2-40B4-BE49-F238E27FC236}">
                  <a16:creationId xmlns:a16="http://schemas.microsoft.com/office/drawing/2014/main" id="{E58E3FDA-4D85-55C8-CBF2-7B9DE3B8AAEC}"/>
                </a:ext>
              </a:extLst>
            </p:cNvPr>
            <p:cNvSpPr/>
            <p:nvPr/>
          </p:nvSpPr>
          <p:spPr bwMode="gray">
            <a:xfrm>
              <a:off x="6145836" y="3296651"/>
              <a:ext cx="228600" cy="228600"/>
            </a:xfrm>
            <a:prstGeom prst="ellipse">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a:solidFill>
                    <a:schemeClr val="bg1"/>
                  </a:solidFill>
                  <a:latin typeface="CVS Health Sans" panose="020B0504020202020204" pitchFamily="34" charset="0"/>
                </a:rPr>
                <a:t>2</a:t>
              </a:r>
            </a:p>
          </p:txBody>
        </p:sp>
        <p:sp>
          <p:nvSpPr>
            <p:cNvPr id="10" name="Oval 9">
              <a:extLst>
                <a:ext uri="{FF2B5EF4-FFF2-40B4-BE49-F238E27FC236}">
                  <a16:creationId xmlns:a16="http://schemas.microsoft.com/office/drawing/2014/main" id="{A46BD234-A820-5B1F-5957-19A73AD96CEA}"/>
                </a:ext>
              </a:extLst>
            </p:cNvPr>
            <p:cNvSpPr/>
            <p:nvPr/>
          </p:nvSpPr>
          <p:spPr bwMode="gray">
            <a:xfrm>
              <a:off x="6133102" y="3687419"/>
              <a:ext cx="228600" cy="228600"/>
            </a:xfrm>
            <a:prstGeom prst="ellipse">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a:solidFill>
                    <a:schemeClr val="bg1"/>
                  </a:solidFill>
                  <a:latin typeface="CVS Health Sans" panose="020B0504020202020204" pitchFamily="34" charset="0"/>
                </a:rPr>
                <a:t>3</a:t>
              </a:r>
            </a:p>
          </p:txBody>
        </p:sp>
        <p:sp>
          <p:nvSpPr>
            <p:cNvPr id="16" name="Oval 15">
              <a:extLst>
                <a:ext uri="{FF2B5EF4-FFF2-40B4-BE49-F238E27FC236}">
                  <a16:creationId xmlns:a16="http://schemas.microsoft.com/office/drawing/2014/main" id="{FAAA8A82-F567-540F-C39A-384F0497080E}"/>
                </a:ext>
              </a:extLst>
            </p:cNvPr>
            <p:cNvSpPr/>
            <p:nvPr/>
          </p:nvSpPr>
          <p:spPr bwMode="gray">
            <a:xfrm>
              <a:off x="6172116" y="5424217"/>
              <a:ext cx="228600" cy="228600"/>
            </a:xfrm>
            <a:prstGeom prst="ellipse">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a:solidFill>
                    <a:schemeClr val="bg1"/>
                  </a:solidFill>
                  <a:latin typeface="CVS Health Sans" panose="020B0504020202020204" pitchFamily="34" charset="0"/>
                </a:rPr>
                <a:t>4</a:t>
              </a:r>
            </a:p>
          </p:txBody>
        </p:sp>
      </p:grpSp>
      <p:grpSp>
        <p:nvGrpSpPr>
          <p:cNvPr id="9" name="Group 8">
            <a:extLst>
              <a:ext uri="{FF2B5EF4-FFF2-40B4-BE49-F238E27FC236}">
                <a16:creationId xmlns:a16="http://schemas.microsoft.com/office/drawing/2014/main" id="{D053EF9D-E84A-40FF-84B0-BB111E7AB1C7}"/>
              </a:ext>
            </a:extLst>
          </p:cNvPr>
          <p:cNvGrpSpPr/>
          <p:nvPr/>
        </p:nvGrpSpPr>
        <p:grpSpPr>
          <a:xfrm>
            <a:off x="6166354" y="1350387"/>
            <a:ext cx="5628622" cy="4682227"/>
            <a:chOff x="295567" y="1482020"/>
            <a:chExt cx="5628622" cy="4682227"/>
          </a:xfrm>
        </p:grpSpPr>
        <p:pic>
          <p:nvPicPr>
            <p:cNvPr id="12" name="Picture 11" descr="A red heart with black text&#10;&#10;Description automatically generated">
              <a:extLst>
                <a:ext uri="{FF2B5EF4-FFF2-40B4-BE49-F238E27FC236}">
                  <a16:creationId xmlns:a16="http://schemas.microsoft.com/office/drawing/2014/main" id="{3ED03109-5523-9BFD-5CE3-5133A8551C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5206" y="1739523"/>
              <a:ext cx="1522252" cy="3291465"/>
            </a:xfrm>
            <a:prstGeom prst="rect">
              <a:avLst/>
            </a:prstGeom>
          </p:spPr>
        </p:pic>
        <p:pic>
          <p:nvPicPr>
            <p:cNvPr id="26" name="Picture 25">
              <a:extLst>
                <a:ext uri="{FF2B5EF4-FFF2-40B4-BE49-F238E27FC236}">
                  <a16:creationId xmlns:a16="http://schemas.microsoft.com/office/drawing/2014/main" id="{D4C5C20E-F423-BB2C-EE89-F160D92C9111}"/>
                </a:ext>
              </a:extLst>
            </p:cNvPr>
            <p:cNvPicPr>
              <a:picLocks noChangeAspect="1"/>
            </p:cNvPicPr>
            <p:nvPr/>
          </p:nvPicPr>
          <p:blipFill>
            <a:blip r:embed="rId6"/>
            <a:stretch>
              <a:fillRect/>
            </a:stretch>
          </p:blipFill>
          <p:spPr>
            <a:xfrm>
              <a:off x="4147093" y="1728242"/>
              <a:ext cx="1546142" cy="3347912"/>
            </a:xfrm>
            <a:prstGeom prst="rect">
              <a:avLst/>
            </a:prstGeom>
          </p:spPr>
        </p:pic>
        <p:pic>
          <p:nvPicPr>
            <p:cNvPr id="14" name="Picture 13" descr="A picture containing graphical user interface&#10;&#10;Description automatically generated">
              <a:extLst>
                <a:ext uri="{FF2B5EF4-FFF2-40B4-BE49-F238E27FC236}">
                  <a16:creationId xmlns:a16="http://schemas.microsoft.com/office/drawing/2014/main" id="{499B49A4-8968-10F3-51D0-6FC641B8CF3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16200000">
              <a:off x="3024858" y="2359162"/>
              <a:ext cx="3776472" cy="2022190"/>
            </a:xfrm>
            <a:prstGeom prst="rect">
              <a:avLst/>
            </a:prstGeom>
          </p:spPr>
        </p:pic>
        <p:sp>
          <p:nvSpPr>
            <p:cNvPr id="7" name="Rounded Rectangle 6">
              <a:extLst>
                <a:ext uri="{FF2B5EF4-FFF2-40B4-BE49-F238E27FC236}">
                  <a16:creationId xmlns:a16="http://schemas.microsoft.com/office/drawing/2014/main" id="{5EC438B2-EB96-ABE1-719A-8F668DD99BF4}"/>
                </a:ext>
              </a:extLst>
            </p:cNvPr>
            <p:cNvSpPr/>
            <p:nvPr/>
          </p:nvSpPr>
          <p:spPr bwMode="gray">
            <a:xfrm>
              <a:off x="484937" y="5461545"/>
              <a:ext cx="5439060" cy="702702"/>
            </a:xfrm>
            <a:prstGeom prst="roundRect">
              <a:avLst>
                <a:gd name="adj" fmla="val 10319"/>
              </a:avLst>
            </a:prstGeom>
            <a:solidFill>
              <a:srgbClr val="487A10"/>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pic>
          <p:nvPicPr>
            <p:cNvPr id="4" name="Picture 3">
              <a:extLst>
                <a:ext uri="{FF2B5EF4-FFF2-40B4-BE49-F238E27FC236}">
                  <a16:creationId xmlns:a16="http://schemas.microsoft.com/office/drawing/2014/main" id="{3234A9B0-4A96-AAE1-D72C-E5CAA9599DB4}"/>
                </a:ext>
              </a:extLst>
            </p:cNvPr>
            <p:cNvPicPr>
              <a:picLocks noChangeAspect="1"/>
            </p:cNvPicPr>
            <p:nvPr/>
          </p:nvPicPr>
          <p:blipFill rotWithShape="1">
            <a:blip r:embed="rId8"/>
            <a:srcRect b="6140"/>
            <a:stretch/>
          </p:blipFill>
          <p:spPr>
            <a:xfrm>
              <a:off x="2341618" y="1739523"/>
              <a:ext cx="1564670" cy="3336631"/>
            </a:xfrm>
            <a:prstGeom prst="rect">
              <a:avLst/>
            </a:prstGeom>
            <a:ln>
              <a:noFill/>
            </a:ln>
          </p:spPr>
        </p:pic>
        <p:sp>
          <p:nvSpPr>
            <p:cNvPr id="23" name="TextBox 22">
              <a:extLst>
                <a:ext uri="{FF2B5EF4-FFF2-40B4-BE49-F238E27FC236}">
                  <a16:creationId xmlns:a16="http://schemas.microsoft.com/office/drawing/2014/main" id="{13ACB373-0803-7C72-BFAA-7A69E990D620}"/>
                </a:ext>
              </a:extLst>
            </p:cNvPr>
            <p:cNvSpPr txBox="1"/>
            <p:nvPr/>
          </p:nvSpPr>
          <p:spPr>
            <a:xfrm>
              <a:off x="476315" y="5199265"/>
              <a:ext cx="1686687" cy="246221"/>
            </a:xfrm>
            <a:prstGeom prst="rect">
              <a:avLst/>
            </a:prstGeom>
            <a:noFill/>
          </p:spPr>
          <p:txBody>
            <a:bodyPr wrap="square" lIns="0" tIns="0" rIns="0" bIns="0" rtlCol="0" anchor="t">
              <a:spAutoFit/>
            </a:bodyPr>
            <a:lstStyle/>
            <a:p>
              <a:pPr algn="ctr"/>
              <a:r>
                <a:rPr lang="en-US" sz="800">
                  <a:solidFill>
                    <a:srgbClr val="2D2D2E"/>
                  </a:solidFill>
                  <a:latin typeface="CVS Health Sans"/>
                </a:rPr>
                <a:t>Welcome animation</a:t>
              </a:r>
            </a:p>
            <a:p>
              <a:pPr marL="285750" indent="-285750" algn="ctr">
                <a:buFont typeface="Arial" panose="020B0604020202020204" pitchFamily="34" charset="0"/>
                <a:buChar char="•"/>
              </a:pPr>
              <a:endParaRPr lang="en-US" sz="800">
                <a:solidFill>
                  <a:srgbClr val="2D2D2E"/>
                </a:solidFill>
                <a:latin typeface="CVS Health Sans" panose="020B0504020202020204" pitchFamily="34" charset="0"/>
              </a:endParaRPr>
            </a:p>
          </p:txBody>
        </p:sp>
        <p:sp>
          <p:nvSpPr>
            <p:cNvPr id="24" name="TextBox 23">
              <a:extLst>
                <a:ext uri="{FF2B5EF4-FFF2-40B4-BE49-F238E27FC236}">
                  <a16:creationId xmlns:a16="http://schemas.microsoft.com/office/drawing/2014/main" id="{905D6B1B-698A-FCBF-9961-277C8313F499}"/>
                </a:ext>
              </a:extLst>
            </p:cNvPr>
            <p:cNvSpPr txBox="1"/>
            <p:nvPr/>
          </p:nvSpPr>
          <p:spPr>
            <a:xfrm>
              <a:off x="2263666" y="5199265"/>
              <a:ext cx="1686687" cy="246221"/>
            </a:xfrm>
            <a:prstGeom prst="rect">
              <a:avLst/>
            </a:prstGeom>
            <a:noFill/>
          </p:spPr>
          <p:txBody>
            <a:bodyPr wrap="square" lIns="0" tIns="0" rIns="0" bIns="0" rtlCol="0" anchor="t">
              <a:spAutoFit/>
            </a:bodyPr>
            <a:lstStyle/>
            <a:p>
              <a:pPr algn="ctr"/>
              <a:r>
                <a:rPr lang="en-US" sz="800">
                  <a:solidFill>
                    <a:srgbClr val="2D2D2E"/>
                  </a:solidFill>
                  <a:latin typeface="CVS Health Sans"/>
                </a:rPr>
                <a:t>Leads with recognition</a:t>
              </a:r>
            </a:p>
            <a:p>
              <a:pPr marL="285750" indent="-285750" algn="ctr">
                <a:buFont typeface="Arial" panose="020B0604020202020204" pitchFamily="34" charset="0"/>
                <a:buChar char="•"/>
              </a:pPr>
              <a:endParaRPr lang="en-US" sz="800">
                <a:solidFill>
                  <a:srgbClr val="2D2D2E"/>
                </a:solidFill>
                <a:latin typeface="CVS Health Sans" panose="020B0504020202020204" pitchFamily="34" charset="0"/>
              </a:endParaRPr>
            </a:p>
          </p:txBody>
        </p:sp>
        <p:sp>
          <p:nvSpPr>
            <p:cNvPr id="25" name="TextBox 24">
              <a:extLst>
                <a:ext uri="{FF2B5EF4-FFF2-40B4-BE49-F238E27FC236}">
                  <a16:creationId xmlns:a16="http://schemas.microsoft.com/office/drawing/2014/main" id="{78F45D52-6D51-54C9-0A6B-5CEEA1477D06}"/>
                </a:ext>
              </a:extLst>
            </p:cNvPr>
            <p:cNvSpPr txBox="1"/>
            <p:nvPr/>
          </p:nvSpPr>
          <p:spPr>
            <a:xfrm>
              <a:off x="4073413" y="5199265"/>
              <a:ext cx="1686687" cy="246221"/>
            </a:xfrm>
            <a:prstGeom prst="rect">
              <a:avLst/>
            </a:prstGeom>
            <a:noFill/>
          </p:spPr>
          <p:txBody>
            <a:bodyPr wrap="square" lIns="0" tIns="0" rIns="0" bIns="0" rtlCol="0" anchor="t">
              <a:spAutoFit/>
            </a:bodyPr>
            <a:lstStyle/>
            <a:p>
              <a:pPr algn="ctr"/>
              <a:r>
                <a:rPr lang="en-US" sz="800">
                  <a:solidFill>
                    <a:srgbClr val="2D2D2E"/>
                  </a:solidFill>
                  <a:latin typeface="CVS Health Sans"/>
                </a:rPr>
                <a:t>RX tie look up and ICE consent</a:t>
              </a:r>
            </a:p>
            <a:p>
              <a:pPr marL="285750" indent="-285750" algn="ctr">
                <a:buFont typeface="Arial" panose="020B0604020202020204" pitchFamily="34" charset="0"/>
                <a:buChar char="•"/>
              </a:pPr>
              <a:endParaRPr lang="en-US" sz="800">
                <a:solidFill>
                  <a:srgbClr val="2D2D2E"/>
                </a:solidFill>
                <a:latin typeface="CVS Health Sans" panose="020B0504020202020204" pitchFamily="34" charset="0"/>
              </a:endParaRPr>
            </a:p>
          </p:txBody>
        </p:sp>
        <p:pic>
          <p:nvPicPr>
            <p:cNvPr id="13" name="Picture 12" descr="A picture containing graphical user interface&#10;&#10;Description automatically generated">
              <a:extLst>
                <a:ext uri="{FF2B5EF4-FFF2-40B4-BE49-F238E27FC236}">
                  <a16:creationId xmlns:a16="http://schemas.microsoft.com/office/drawing/2014/main" id="{9A7F0E8B-0B49-E82B-3133-94C94476556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16200000">
              <a:off x="1228712" y="2359161"/>
              <a:ext cx="3776472" cy="2022190"/>
            </a:xfrm>
            <a:prstGeom prst="rect">
              <a:avLst/>
            </a:prstGeom>
          </p:spPr>
        </p:pic>
        <p:sp>
          <p:nvSpPr>
            <p:cNvPr id="3" name="TextBox 2">
              <a:extLst>
                <a:ext uri="{FF2B5EF4-FFF2-40B4-BE49-F238E27FC236}">
                  <a16:creationId xmlns:a16="http://schemas.microsoft.com/office/drawing/2014/main" id="{0ACF7DAA-0A25-1A05-80A7-38A901DAE876}"/>
                </a:ext>
              </a:extLst>
            </p:cNvPr>
            <p:cNvSpPr txBox="1"/>
            <p:nvPr/>
          </p:nvSpPr>
          <p:spPr>
            <a:xfrm>
              <a:off x="1138293" y="5617952"/>
              <a:ext cx="4714107" cy="400110"/>
            </a:xfrm>
            <a:prstGeom prst="rect">
              <a:avLst/>
            </a:prstGeom>
            <a:noFill/>
          </p:spPr>
          <p:txBody>
            <a:bodyPr wrap="square" lIns="0" tIns="0" rIns="0" bIns="0" rtlCol="0" anchor="t">
              <a:spAutoFit/>
            </a:bodyPr>
            <a:lstStyle/>
            <a:p>
              <a:r>
                <a:rPr lang="en-US" sz="1300" b="1">
                  <a:solidFill>
                    <a:schemeClr val="bg1"/>
                  </a:solidFill>
                  <a:latin typeface="CVS Health Sans"/>
                </a:rPr>
                <a:t>56% reduction in steps </a:t>
              </a:r>
              <a:r>
                <a:rPr lang="en-US" sz="1300">
                  <a:solidFill>
                    <a:schemeClr val="bg1"/>
                  </a:solidFill>
                  <a:latin typeface="CVS Health Sans"/>
                </a:rPr>
                <a:t>to onboard into a new digital </a:t>
              </a:r>
              <a:br>
                <a:rPr lang="en-US" sz="1300">
                  <a:solidFill>
                    <a:schemeClr val="bg1"/>
                  </a:solidFill>
                  <a:latin typeface="CVS Health Sans"/>
                </a:rPr>
              </a:br>
              <a:r>
                <a:rPr lang="en-US" sz="1300">
                  <a:solidFill>
                    <a:schemeClr val="bg1"/>
                  </a:solidFill>
                  <a:latin typeface="CVS Health Sans"/>
                </a:rPr>
                <a:t>account with prescriptions and an ExtraCare card connected</a:t>
              </a:r>
            </a:p>
          </p:txBody>
        </p:sp>
        <p:sp>
          <p:nvSpPr>
            <p:cNvPr id="11" name="Oval 10">
              <a:extLst>
                <a:ext uri="{FF2B5EF4-FFF2-40B4-BE49-F238E27FC236}">
                  <a16:creationId xmlns:a16="http://schemas.microsoft.com/office/drawing/2014/main" id="{41827BCF-BE3C-A7B1-04BD-1AD39E34F3CC}"/>
                </a:ext>
              </a:extLst>
            </p:cNvPr>
            <p:cNvSpPr/>
            <p:nvPr/>
          </p:nvSpPr>
          <p:spPr bwMode="gray">
            <a:xfrm>
              <a:off x="628735" y="5615672"/>
              <a:ext cx="365760" cy="365760"/>
            </a:xfrm>
            <a:prstGeom prst="ellipse">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pic>
          <p:nvPicPr>
            <p:cNvPr id="19" name="Picture 18">
              <a:extLst>
                <a:ext uri="{FF2B5EF4-FFF2-40B4-BE49-F238E27FC236}">
                  <a16:creationId xmlns:a16="http://schemas.microsoft.com/office/drawing/2014/main" id="{19B06737-8929-A8A3-2365-CB6026A39CBD}"/>
                </a:ext>
              </a:extLst>
            </p:cNvPr>
            <p:cNvPicPr>
              <a:picLocks noChangeAspect="1"/>
            </p:cNvPicPr>
            <p:nvPr/>
          </p:nvPicPr>
          <p:blipFill rotWithShape="1">
            <a:blip r:embed="rId9"/>
            <a:srcRect r="86977" b="87542"/>
            <a:stretch/>
          </p:blipFill>
          <p:spPr>
            <a:xfrm>
              <a:off x="697662" y="5721081"/>
              <a:ext cx="248682" cy="186624"/>
            </a:xfrm>
            <a:prstGeom prst="rect">
              <a:avLst/>
            </a:prstGeom>
          </p:spPr>
        </p:pic>
        <p:pic>
          <p:nvPicPr>
            <p:cNvPr id="15" name="Picture 14" descr="A picture containing graphical user interface&#10;&#10;Description automatically generated">
              <a:extLst>
                <a:ext uri="{FF2B5EF4-FFF2-40B4-BE49-F238E27FC236}">
                  <a16:creationId xmlns:a16="http://schemas.microsoft.com/office/drawing/2014/main" id="{59831698-53C6-2813-A884-0DB0246221E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16200000">
              <a:off x="-581574" y="2359161"/>
              <a:ext cx="3776472" cy="2022190"/>
            </a:xfrm>
            <a:prstGeom prst="rect">
              <a:avLst/>
            </a:prstGeom>
          </p:spPr>
        </p:pic>
      </p:grpSp>
      <p:sp>
        <p:nvSpPr>
          <p:cNvPr id="20" name="Oval 19">
            <a:extLst>
              <a:ext uri="{FF2B5EF4-FFF2-40B4-BE49-F238E27FC236}">
                <a16:creationId xmlns:a16="http://schemas.microsoft.com/office/drawing/2014/main" id="{5C79F9D5-A7FA-D027-41D5-B173EB9005B0}"/>
              </a:ext>
            </a:extLst>
          </p:cNvPr>
          <p:cNvSpPr/>
          <p:nvPr/>
        </p:nvSpPr>
        <p:spPr bwMode="gray">
          <a:xfrm>
            <a:off x="159692" y="116176"/>
            <a:ext cx="290068" cy="276261"/>
          </a:xfrm>
          <a:prstGeom prst="ellipse">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solidFill>
                  <a:schemeClr val="bg1"/>
                </a:solidFill>
              </a:rPr>
              <a:t>2</a:t>
            </a:r>
          </a:p>
        </p:txBody>
      </p:sp>
      <p:sp>
        <p:nvSpPr>
          <p:cNvPr id="21" name="Rectangle 20">
            <a:extLst>
              <a:ext uri="{FF2B5EF4-FFF2-40B4-BE49-F238E27FC236}">
                <a16:creationId xmlns:a16="http://schemas.microsoft.com/office/drawing/2014/main" id="{CCE5C0EA-F305-68EC-0E3A-933188C301A6}"/>
              </a:ext>
            </a:extLst>
          </p:cNvPr>
          <p:cNvSpPr/>
          <p:nvPr/>
        </p:nvSpPr>
        <p:spPr bwMode="gray">
          <a:xfrm>
            <a:off x="258618" y="3611418"/>
            <a:ext cx="5495637" cy="1422031"/>
          </a:xfrm>
          <a:prstGeom prst="rect">
            <a:avLst/>
          </a:prstGeom>
          <a:noFill/>
          <a:ln>
            <a:solidFill>
              <a:schemeClr val="accent2"/>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dirty="0">
              <a:solidFill>
                <a:schemeClr val="bg1"/>
              </a:solidFill>
            </a:endParaRPr>
          </a:p>
        </p:txBody>
      </p:sp>
      <p:sp>
        <p:nvSpPr>
          <p:cNvPr id="22" name="Rectangle 21">
            <a:extLst>
              <a:ext uri="{FF2B5EF4-FFF2-40B4-BE49-F238E27FC236}">
                <a16:creationId xmlns:a16="http://schemas.microsoft.com/office/drawing/2014/main" id="{7EA679B5-215D-8C03-B2E1-20E63E0F51C8}"/>
              </a:ext>
            </a:extLst>
          </p:cNvPr>
          <p:cNvSpPr/>
          <p:nvPr/>
        </p:nvSpPr>
        <p:spPr bwMode="gray">
          <a:xfrm>
            <a:off x="9944200" y="1350387"/>
            <a:ext cx="1704620" cy="3899584"/>
          </a:xfrm>
          <a:prstGeom prst="rect">
            <a:avLst/>
          </a:prstGeom>
          <a:noFill/>
          <a:ln>
            <a:solidFill>
              <a:schemeClr val="accent2"/>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dirty="0">
              <a:solidFill>
                <a:schemeClr val="bg1"/>
              </a:solidFill>
            </a:endParaRPr>
          </a:p>
        </p:txBody>
      </p:sp>
    </p:spTree>
    <p:extLst>
      <p:ext uri="{BB962C8B-B14F-4D97-AF65-F5344CB8AC3E}">
        <p14:creationId xmlns:p14="http://schemas.microsoft.com/office/powerpoint/2010/main" val="3631536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5B6FC5F-8919-BF78-4BF5-8E556BB3E504}"/>
              </a:ext>
            </a:extLst>
          </p:cNvPr>
          <p:cNvSpPr txBox="1">
            <a:spLocks/>
          </p:cNvSpPr>
          <p:nvPr/>
        </p:nvSpPr>
        <p:spPr>
          <a:xfrm>
            <a:off x="201245" y="174892"/>
            <a:ext cx="11799596" cy="449106"/>
          </a:xfrm>
          <a:prstGeom prst="rect">
            <a:avLst/>
          </a:prstGeom>
        </p:spPr>
        <p:txBody>
          <a:bodyPr vert="horz" lIns="0" tIns="0" rIns="0" bIns="0" rtlCol="0" anchor="t" anchorCtr="0">
            <a:noAutofit/>
          </a:bodyPr>
          <a:lstStyle>
            <a:lvl1pPr algn="l" defTabSz="457200" rtl="0" eaLnBrk="1" latinLnBrk="0" hangingPunct="1">
              <a:lnSpc>
                <a:spcPct val="90000"/>
              </a:lnSpc>
              <a:spcBef>
                <a:spcPct val="0"/>
              </a:spcBef>
              <a:buNone/>
              <a:defRPr sz="2800" b="1" kern="1200">
                <a:solidFill>
                  <a:schemeClr val="tx2"/>
                </a:solidFill>
                <a:latin typeface="+mj-lt"/>
                <a:ea typeface="+mj-ea"/>
                <a:cs typeface="+mj-cs"/>
              </a:defRPr>
            </a:lvl1pPr>
          </a:lstStyle>
          <a:p>
            <a:pPr marL="10160" defTabSz="913304">
              <a:defRPr/>
            </a:pPr>
            <a:r>
              <a:rPr lang="en-US" sz="2350">
                <a:solidFill>
                  <a:srgbClr val="0070C0"/>
                </a:solidFill>
                <a:latin typeface="CVS Health Sans"/>
              </a:rPr>
              <a:t>Super App</a:t>
            </a:r>
            <a:r>
              <a:rPr lang="en-US" sz="2350">
                <a:solidFill>
                  <a:srgbClr val="000000"/>
                </a:solidFill>
                <a:latin typeface="CVS Health Sans"/>
              </a:rPr>
              <a:t> Onboarding (1/2) </a:t>
            </a:r>
            <a:endParaRPr lang="en-US" sz="1799" b="0">
              <a:solidFill>
                <a:srgbClr val="000000"/>
              </a:solidFill>
              <a:latin typeface="CVS Health Sans"/>
            </a:endParaRPr>
          </a:p>
        </p:txBody>
      </p:sp>
      <p:sp>
        <p:nvSpPr>
          <p:cNvPr id="9" name="Rectangle 8">
            <a:extLst>
              <a:ext uri="{FF2B5EF4-FFF2-40B4-BE49-F238E27FC236}">
                <a16:creationId xmlns:a16="http://schemas.microsoft.com/office/drawing/2014/main" id="{6181221E-BABA-05E5-8423-669298937624}"/>
              </a:ext>
            </a:extLst>
          </p:cNvPr>
          <p:cNvSpPr/>
          <p:nvPr/>
        </p:nvSpPr>
        <p:spPr bwMode="gray">
          <a:xfrm>
            <a:off x="436487" y="6244684"/>
            <a:ext cx="11374243" cy="468351"/>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500" b="1">
              <a:solidFill>
                <a:prstClr val="white"/>
              </a:solidFill>
              <a:latin typeface="CVS Health Sans"/>
            </a:endParaRPr>
          </a:p>
        </p:txBody>
      </p:sp>
      <p:graphicFrame>
        <p:nvGraphicFramePr>
          <p:cNvPr id="2" name="Table 1">
            <a:extLst>
              <a:ext uri="{FF2B5EF4-FFF2-40B4-BE49-F238E27FC236}">
                <a16:creationId xmlns:a16="http://schemas.microsoft.com/office/drawing/2014/main" id="{2B8DC751-9FB4-38AF-E785-2E16D0386F31}"/>
              </a:ext>
            </a:extLst>
          </p:cNvPr>
          <p:cNvGraphicFramePr>
            <a:graphicFrameLocks noGrp="1"/>
          </p:cNvGraphicFramePr>
          <p:nvPr/>
        </p:nvGraphicFramePr>
        <p:xfrm>
          <a:off x="224910" y="573568"/>
          <a:ext cx="11755985" cy="4663440"/>
        </p:xfrm>
        <a:graphic>
          <a:graphicData uri="http://schemas.openxmlformats.org/drawingml/2006/table">
            <a:tbl>
              <a:tblPr firstRow="1" bandRow="1">
                <a:tableStyleId>{5C22544A-7EE6-4342-B048-85BDC9FD1C3A}</a:tableStyleId>
              </a:tblPr>
              <a:tblGrid>
                <a:gridCol w="963810">
                  <a:extLst>
                    <a:ext uri="{9D8B030D-6E8A-4147-A177-3AD203B41FA5}">
                      <a16:colId xmlns:a16="http://schemas.microsoft.com/office/drawing/2014/main" val="3973285590"/>
                    </a:ext>
                  </a:extLst>
                </a:gridCol>
                <a:gridCol w="598516">
                  <a:extLst>
                    <a:ext uri="{9D8B030D-6E8A-4147-A177-3AD203B41FA5}">
                      <a16:colId xmlns:a16="http://schemas.microsoft.com/office/drawing/2014/main" val="2064646422"/>
                    </a:ext>
                  </a:extLst>
                </a:gridCol>
                <a:gridCol w="3059084">
                  <a:extLst>
                    <a:ext uri="{9D8B030D-6E8A-4147-A177-3AD203B41FA5}">
                      <a16:colId xmlns:a16="http://schemas.microsoft.com/office/drawing/2014/main" val="2000094025"/>
                    </a:ext>
                  </a:extLst>
                </a:gridCol>
                <a:gridCol w="5527964">
                  <a:extLst>
                    <a:ext uri="{9D8B030D-6E8A-4147-A177-3AD203B41FA5}">
                      <a16:colId xmlns:a16="http://schemas.microsoft.com/office/drawing/2014/main" val="3413552195"/>
                    </a:ext>
                  </a:extLst>
                </a:gridCol>
                <a:gridCol w="969186">
                  <a:extLst>
                    <a:ext uri="{9D8B030D-6E8A-4147-A177-3AD203B41FA5}">
                      <a16:colId xmlns:a16="http://schemas.microsoft.com/office/drawing/2014/main" val="1197645757"/>
                    </a:ext>
                  </a:extLst>
                </a:gridCol>
                <a:gridCol w="637425">
                  <a:extLst>
                    <a:ext uri="{9D8B030D-6E8A-4147-A177-3AD203B41FA5}">
                      <a16:colId xmlns:a16="http://schemas.microsoft.com/office/drawing/2014/main" val="1838256414"/>
                    </a:ext>
                  </a:extLst>
                </a:gridCol>
              </a:tblGrid>
              <a:tr h="0">
                <a:tc>
                  <a:txBody>
                    <a:bodyPr/>
                    <a:lstStyle/>
                    <a:p>
                      <a:pPr algn="ctr"/>
                      <a:r>
                        <a:rPr lang="en-US" sz="900" dirty="0">
                          <a:solidFill>
                            <a:srgbClr val="E9E9E9"/>
                          </a:solidFill>
                          <a:latin typeface="CVS Health Sans"/>
                        </a:rPr>
                        <a:t>Teams</a:t>
                      </a:r>
                    </a:p>
                  </a:txBody>
                  <a:tcPr anchor="ctr">
                    <a:lnL w="12700" cap="flat" cmpd="sng" algn="ctr">
                      <a:solidFill>
                        <a:schemeClr val="tx1"/>
                      </a:solidFill>
                      <a:prstDash val="solid"/>
                      <a:round/>
                      <a:headEnd type="none" w="med" len="med"/>
                      <a:tailEnd type="none" w="med" len="med"/>
                    </a:lnL>
                    <a:lnR w="12700" cap="flat" cmpd="sng" algn="ctr">
                      <a:solidFill>
                        <a:srgbClr val="E9E9E9"/>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900" dirty="0">
                          <a:solidFill>
                            <a:srgbClr val="E9E9E9"/>
                          </a:solidFill>
                          <a:latin typeface="CVS Health Sans"/>
                        </a:rPr>
                        <a:t>Rank</a:t>
                      </a:r>
                    </a:p>
                  </a:txBody>
                  <a:tcPr anchor="ctr">
                    <a:lnL w="12700" cap="flat" cmpd="sng" algn="ctr">
                      <a:solidFill>
                        <a:srgbClr val="E9E9E9"/>
                      </a:solidFill>
                      <a:prstDash val="dot"/>
                      <a:round/>
                      <a:headEnd type="none" w="med" len="med"/>
                      <a:tailEnd type="none" w="med" len="med"/>
                    </a:lnL>
                    <a:lnR w="12700" cap="flat" cmpd="sng" algn="ctr">
                      <a:solidFill>
                        <a:srgbClr val="E9E9E9"/>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900" dirty="0">
                          <a:solidFill>
                            <a:srgbClr val="E9E9E9"/>
                          </a:solidFill>
                          <a:latin typeface="CVS Health Sans"/>
                        </a:rPr>
                        <a:t>Feature</a:t>
                      </a:r>
                    </a:p>
                  </a:txBody>
                  <a:tcPr anchor="ctr">
                    <a:lnL w="12700" cap="flat" cmpd="sng" algn="ctr">
                      <a:solidFill>
                        <a:srgbClr val="E9E9E9"/>
                      </a:solidFill>
                      <a:prstDash val="dot"/>
                      <a:round/>
                      <a:headEnd type="none" w="med" len="med"/>
                      <a:tailEnd type="none" w="med" len="med"/>
                    </a:lnL>
                    <a:lnR w="12700" cap="flat" cmpd="sng" algn="ctr">
                      <a:solidFill>
                        <a:srgbClr val="E9E9E9"/>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900" dirty="0">
                          <a:solidFill>
                            <a:srgbClr val="E9E9E9"/>
                          </a:solidFill>
                          <a:latin typeface="CVS Health Sans"/>
                        </a:rPr>
                        <a:t>Description</a:t>
                      </a:r>
                    </a:p>
                  </a:txBody>
                  <a:tcPr anchor="ctr">
                    <a:lnL w="12700" cap="flat" cmpd="sng" algn="ctr">
                      <a:solidFill>
                        <a:srgbClr val="E9E9E9"/>
                      </a:solidFill>
                      <a:prstDash val="dot"/>
                      <a:round/>
                      <a:headEnd type="none" w="med" len="med"/>
                      <a:tailEnd type="none" w="med" len="med"/>
                    </a:lnL>
                    <a:lnR w="12700" cap="flat" cmpd="sng" algn="ctr">
                      <a:solidFill>
                        <a:srgbClr val="E9E9E9"/>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rgbClr val="E9E9E9"/>
                          </a:solidFill>
                          <a:latin typeface="CVS Health Sans"/>
                        </a:rPr>
                        <a:t>Dep</a:t>
                      </a:r>
                    </a:p>
                  </a:txBody>
                  <a:tcPr anchor="ctr">
                    <a:lnL w="12700" cap="flat" cmpd="sng" algn="ctr">
                      <a:solidFill>
                        <a:srgbClr val="E9E9E9"/>
                      </a:solidFill>
                      <a:prstDash val="dot"/>
                      <a:round/>
                      <a:headEnd type="none" w="med" len="med"/>
                      <a:tailEnd type="none" w="med" len="med"/>
                    </a:lnL>
                    <a:lnR w="12700" cap="flat" cmpd="sng" algn="ctr">
                      <a:solidFill>
                        <a:srgbClr val="E9E9E9"/>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rgbClr val="E9E9E9"/>
                          </a:solidFill>
                          <a:latin typeface="CVS Health Sans"/>
                        </a:rPr>
                        <a:t>GTM</a:t>
                      </a:r>
                    </a:p>
                  </a:txBody>
                  <a:tcPr anchor="ctr">
                    <a:lnL w="12700" cap="flat" cmpd="sng" algn="ctr">
                      <a:solidFill>
                        <a:srgbClr val="E9E9E9"/>
                      </a:solidFill>
                      <a:prstDash val="dot"/>
                      <a:round/>
                      <a:headEnd type="none" w="med" len="med"/>
                      <a:tailEnd type="none" w="med" len="med"/>
                    </a:lnL>
                    <a:lnR w="12700" cap="flat" cmpd="sng" algn="ctr">
                      <a:solidFill>
                        <a:srgbClr val="E9E9E9"/>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4164489651"/>
                  </a:ext>
                </a:extLst>
              </a:tr>
              <a:tr h="0">
                <a:tc rowSpan="12">
                  <a:txBody>
                    <a:bodyPr/>
                    <a:lstStyle/>
                    <a:p>
                      <a:pPr marL="0" marR="0" lvl="0" indent="0" algn="ctr">
                        <a:lnSpc>
                          <a:spcPct val="100000"/>
                        </a:lnSpc>
                        <a:spcBef>
                          <a:spcPts val="0"/>
                        </a:spcBef>
                        <a:spcAft>
                          <a:spcPts val="0"/>
                        </a:spcAft>
                        <a:buNone/>
                      </a:pPr>
                      <a:r>
                        <a:rPr lang="en-US" sz="900" b="0" i="0" u="none" strike="noStrike" noProof="0" dirty="0">
                          <a:solidFill>
                            <a:schemeClr val="tx1"/>
                          </a:solidFill>
                          <a:latin typeface="CVS Health Sans"/>
                        </a:rPr>
                        <a:t>Initial Onboarding &amp; Access</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latin typeface="CVS Health Sans"/>
                        </a:rPr>
                        <a:t>1</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t>App download onboarding MVP (complete effort started in PI1)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solidFill>
                            <a:schemeClr val="tx1"/>
                          </a:solidFill>
                        </a:rPr>
                        <a:t>Drive first visit engagement and retention via recognition, enrichment, consent, and push opt-in.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CVS Health Sans"/>
                        </a:rPr>
                        <a:t>Mainframe issues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CVS Health Sans"/>
                        </a:rPr>
                        <a:t>May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2204029"/>
                  </a:ext>
                </a:extLst>
              </a:tr>
              <a:tr h="252949">
                <a:tc vMerge="1">
                  <a:txBody>
                    <a:bodyPr/>
                    <a:lstStyle/>
                    <a:p>
                      <a:pPr marL="0" marR="0" lvl="0" indent="0" algn="ctr">
                        <a:lnSpc>
                          <a:spcPct val="100000"/>
                        </a:lnSpc>
                        <a:spcBef>
                          <a:spcPts val="0"/>
                        </a:spcBef>
                        <a:spcAft>
                          <a:spcPts val="0"/>
                        </a:spcAft>
                        <a:buNone/>
                      </a:pPr>
                      <a:endParaRPr lang="en-US" sz="900" b="0" i="0" u="none" strike="noStrike" noProof="0">
                        <a:solidFill>
                          <a:schemeClr val="tx1"/>
                        </a:solidFill>
                        <a:latin typeface="CVS Health San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latin typeface="CVS Health Sans"/>
                        </a:rPr>
                        <a:t>2</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t>Keep me signed in (complete effort started in PI1)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solidFill>
                            <a:schemeClr val="tx1"/>
                          </a:solidFill>
                        </a:rPr>
                        <a:t>Improve stability and make it easier for customers to continuously access functionality behind login.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CVS Health Sans"/>
                        </a:rPr>
                        <a:t>Core access + cross-train 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CVS Health Sans"/>
                        </a:rPr>
                        <a:t>May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6925848"/>
                  </a:ext>
                </a:extLst>
              </a:tr>
              <a:tr h="0">
                <a:tc vMerge="1">
                  <a:txBody>
                    <a:bodyPr/>
                    <a:lstStyle/>
                    <a:p>
                      <a:endParaRPr lang="en-US"/>
                    </a:p>
                  </a:txBody>
                  <a:tcPr/>
                </a:tc>
                <a:tc>
                  <a:txBody>
                    <a:bodyPr/>
                    <a:lstStyle/>
                    <a:p>
                      <a:pPr marL="0" lvl="0" indent="0" algn="ctr" defTabSz="914400">
                        <a:lnSpc>
                          <a:spcPct val="100000"/>
                        </a:lnSpc>
                        <a:spcBef>
                          <a:spcPts val="0"/>
                        </a:spcBef>
                        <a:spcAft>
                          <a:spcPts val="0"/>
                        </a:spcAft>
                        <a:buNone/>
                        <a:tabLst/>
                        <a:defRPr/>
                      </a:pPr>
                      <a:r>
                        <a:rPr lang="en-US" sz="900" b="1" dirty="0">
                          <a:solidFill>
                            <a:schemeClr val="tx1"/>
                          </a:solidFill>
                          <a:latin typeface="CVS Health Sans"/>
                        </a:rPr>
                        <a:t>3</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solidFill>
                            <a:schemeClr val="tx1"/>
                          </a:solidFill>
                        </a:rPr>
                        <a:t>Look up email in Retail (related to I90)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solidFill>
                            <a:schemeClr val="tx1"/>
                          </a:solidFill>
                        </a:rPr>
                        <a:t>Prepare for one account construct by migrating to API which references account IDP.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CVS Health Sans"/>
                        </a:rPr>
                        <a:t>Core Access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CVS Health Sans"/>
                        </a:rPr>
                        <a:t>Q2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57771300"/>
                  </a:ext>
                </a:extLst>
              </a:tr>
              <a:tr h="0">
                <a:tc v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latin typeface="CVS Health Sans"/>
                        </a:rPr>
                        <a:t>4</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solidFill>
                            <a:schemeClr val="tx1"/>
                          </a:solidFill>
                        </a:rPr>
                        <a:t>Reduce friction during RX tie by integrating MNO to reduce Lexus Nexus dependency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solidFill>
                            <a:schemeClr val="tx1"/>
                          </a:solidFill>
                        </a:rPr>
                        <a:t>Implement a mobile network operator (MNO) check that will verify the information provided by the user in their profile matches what the MNO provider has on file during RX tie.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CVS Health Sans"/>
                        </a:rPr>
                        <a:t>Account Enrichment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CVS Health Sans"/>
                        </a:rPr>
                        <a:t>Q2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92101593"/>
                  </a:ext>
                </a:extLst>
              </a:tr>
              <a:tr h="256367">
                <a:tc v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latin typeface="CVS Health Sans"/>
                        </a:rPr>
                        <a:t>5</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err="1"/>
                        <a:t>Reusabe</a:t>
                      </a:r>
                      <a:r>
                        <a:rPr lang="en-US" sz="900" dirty="0"/>
                        <a:t> OTP for EC enrollment and Health Services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solidFill>
                            <a:schemeClr val="tx1"/>
                          </a:solidFill>
                        </a:rPr>
                        <a:t>Improve security and mitigate fraud by creating reusable OTP experience which will be integrated into onboarding, EC enrollment, and health service scheduling flows.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CVS Health Sans"/>
                        </a:rPr>
                        <a:t>Core Access, Loyalty, Scheduling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CVS Health Sans"/>
                        </a:rPr>
                        <a:t>Q3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1176628"/>
                  </a:ext>
                </a:extLst>
              </a:tr>
              <a:tr h="0">
                <a:tc v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latin typeface="CVS Health Sans"/>
                        </a:rPr>
                        <a:t>6</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t>Expand user state and consent tracking for OKRs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solidFill>
                            <a:schemeClr val="tx1"/>
                          </a:solidFill>
                        </a:rPr>
                        <a:t>Introduce attributes to track and target based on MRN state, ICE consent state, and HD consent.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a:solidFill>
                          <a:schemeClr val="tx1"/>
                        </a:solidFill>
                        <a:latin typeface="CVS Health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CVS Health Sans"/>
                        </a:rPr>
                        <a:t>Q2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70183649"/>
                  </a:ext>
                </a:extLst>
              </a:tr>
              <a:tr h="0">
                <a:tc v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latin typeface="CVS Health Sans"/>
                        </a:rPr>
                        <a:t>7</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solidFill>
                            <a:schemeClr val="tx1"/>
                          </a:solidFill>
                        </a:rPr>
                        <a:t>Experian email check during account creation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solidFill>
                            <a:schemeClr val="tx1"/>
                          </a:solidFill>
                        </a:rPr>
                        <a:t>Mitigate fraud by validating email addresses during account creation.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CVS Health Sans"/>
                        </a:rPr>
                        <a:t>Core Access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CVS Health Sans"/>
                        </a:rPr>
                        <a:t>Q2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7485514"/>
                  </a:ext>
                </a:extLst>
              </a:tr>
              <a:tr h="0">
                <a:tc vMerge="1">
                  <a:txBody>
                    <a:bodyPr/>
                    <a:lstStyle/>
                    <a:p>
                      <a:endParaRPr lang="en-US"/>
                    </a:p>
                  </a:txBody>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sz="900" b="1" dirty="0">
                          <a:solidFill>
                            <a:schemeClr val="tx1"/>
                          </a:solidFill>
                          <a:latin typeface="CVS Health Sans"/>
                        </a:rPr>
                        <a:t>8</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900" dirty="0">
                          <a:solidFill>
                            <a:schemeClr val="tx1"/>
                          </a:solidFill>
                        </a:rPr>
                        <a:t>Change in integration of biometric to account for </a:t>
                      </a:r>
                      <a:r>
                        <a:rPr lang="en-US" sz="900" dirty="0" err="1">
                          <a:solidFill>
                            <a:schemeClr val="tx1"/>
                          </a:solidFill>
                        </a:rPr>
                        <a:t>xLOB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900" b="0" i="0" u="none" strike="noStrike" noProof="0" dirty="0">
                          <a:solidFill>
                            <a:schemeClr val="tx1"/>
                          </a:solidFill>
                          <a:latin typeface="CVS Health Sans"/>
                        </a:rPr>
                        <a:t>Improve security and prepare for one account construct by migrating to new biometrics authentication.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900" dirty="0">
                          <a:solidFill>
                            <a:schemeClr val="tx1"/>
                          </a:solidFill>
                          <a:latin typeface="CVS Health Sans"/>
                        </a:rPr>
                        <a:t>Core Access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900" dirty="0">
                          <a:solidFill>
                            <a:schemeClr val="tx1"/>
                          </a:solidFill>
                          <a:latin typeface="CVS Health Sans"/>
                        </a:rPr>
                        <a:t>Q2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9905170"/>
                  </a:ext>
                </a:extLst>
              </a:tr>
              <a:tr h="0">
                <a:tc vMerge="1">
                  <a:txBody>
                    <a:bodyPr/>
                    <a:lstStyle/>
                    <a:p>
                      <a:endParaRPr lang="en-US"/>
                    </a:p>
                  </a:txBody>
                  <a:tcP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latin typeface="CVS Health Sans"/>
                        </a:rPr>
                        <a:t>TBD</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solidFill>
                            <a:schemeClr val="tx1"/>
                          </a:solidFill>
                        </a:rPr>
                        <a:t>Collect location opt-ins during onboarding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solidFill>
                            <a:schemeClr val="tx1"/>
                          </a:solidFill>
                        </a:rPr>
                        <a:t>Prompt to enable location services during new app download onboarding by reinforcing benefits.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CVS Health Sans"/>
                        </a:rPr>
                        <a:t>Adoption and Engagement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CVS Health Sans"/>
                        </a:rPr>
                        <a:t>Q2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0160993"/>
                  </a:ext>
                </a:extLst>
              </a:tr>
              <a:tr h="0">
                <a:tc vMerge="1">
                  <a:txBody>
                    <a:bodyPr/>
                    <a:lstStyle/>
                    <a:p>
                      <a:pPr marL="0" marR="0" lvl="0" indent="0" algn="ctr">
                        <a:lnSpc>
                          <a:spcPct val="100000"/>
                        </a:lnSpc>
                        <a:spcBef>
                          <a:spcPts val="0"/>
                        </a:spcBef>
                        <a:spcAft>
                          <a:spcPts val="0"/>
                        </a:spcAft>
                        <a:buNone/>
                      </a:pPr>
                      <a:endParaRPr lang="en-US" sz="900" b="0" i="0" u="none" strike="noStrike" noProof="0">
                        <a:solidFill>
                          <a:schemeClr val="tx1"/>
                        </a:solidFill>
                        <a:latin typeface="CVS Health San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b="1">
                        <a:solidFill>
                          <a:schemeClr val="tx1"/>
                        </a:solidFill>
                        <a:latin typeface="CVS Health San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solidFill>
                            <a:schemeClr val="tx1"/>
                          </a:solidFill>
                        </a:rPr>
                        <a:t>Enabler: Phone number as a username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solidFill>
                            <a:schemeClr val="tx1"/>
                          </a:solidFill>
                        </a:rPr>
                        <a:t>Design and technology enabler to prepare for one account construct by defining the experience and solution supporting phone number as a username and accounts working as password-less.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CVS Health Sans"/>
                        </a:rPr>
                        <a:t>Core Access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CVS Health Sans"/>
                        </a:rPr>
                        <a:t>Q3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1358204"/>
                  </a:ext>
                </a:extLst>
              </a:tr>
              <a:tr h="0">
                <a:tc vMerge="1">
                  <a:txBody>
                    <a:bodyPr/>
                    <a:lstStyle/>
                    <a:p>
                      <a:pPr marL="0" marR="0" lvl="0" indent="0" algn="ctr">
                        <a:lnSpc>
                          <a:spcPct val="100000"/>
                        </a:lnSpc>
                        <a:spcBef>
                          <a:spcPts val="0"/>
                        </a:spcBef>
                        <a:spcAft>
                          <a:spcPts val="0"/>
                        </a:spcAft>
                        <a:buNone/>
                      </a:pPr>
                      <a:endParaRPr lang="en-US" sz="900" b="0" i="0" u="none" strike="noStrike" noProof="0">
                        <a:solidFill>
                          <a:schemeClr val="tx1"/>
                        </a:solidFill>
                        <a:latin typeface="CVS Health San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b="1">
                        <a:solidFill>
                          <a:schemeClr val="tx1"/>
                        </a:solidFill>
                        <a:latin typeface="CVS Health San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solidFill>
                            <a:schemeClr val="tx1"/>
                          </a:solidFill>
                          <a:highlight>
                            <a:srgbClr val="FFFF00"/>
                          </a:highlight>
                        </a:rPr>
                        <a:t>Enabler: Collect </a:t>
                      </a:r>
                      <a:r>
                        <a:rPr lang="en-US" sz="900" err="1">
                          <a:solidFill>
                            <a:schemeClr val="tx1"/>
                          </a:solidFill>
                          <a:highlight>
                            <a:srgbClr val="FFFF00"/>
                          </a:highlight>
                        </a:rPr>
                        <a:t>xLOB</a:t>
                      </a:r>
                      <a:r>
                        <a:rPr lang="en-US" sz="900" dirty="0">
                          <a:solidFill>
                            <a:schemeClr val="tx1"/>
                          </a:solidFill>
                          <a:highlight>
                            <a:srgbClr val="FFFF00"/>
                          </a:highlight>
                        </a:rPr>
                        <a:t> consent &amp; HIPPA Authorization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solidFill>
                            <a:schemeClr val="tx1"/>
                          </a:solidFill>
                          <a:highlight>
                            <a:srgbClr val="FFFF00"/>
                          </a:highlight>
                        </a:rPr>
                        <a:t>Design and technology enabler to collect cross-LOB consent from new and existing users.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highlight>
                            <a:srgbClr val="FFFF00"/>
                          </a:highlight>
                          <a:latin typeface="CVS Health Sans"/>
                        </a:rPr>
                        <a:t>Account Management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highlight>
                            <a:srgbClr val="FFFF00"/>
                          </a:highlight>
                          <a:latin typeface="CVS Health Sans"/>
                        </a:rPr>
                        <a:t>Q3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1154481"/>
                  </a:ext>
                </a:extLst>
              </a:tr>
              <a:tr h="0">
                <a:tc vMerge="1">
                  <a:txBody>
                    <a:bodyPr/>
                    <a:lstStyle/>
                    <a:p>
                      <a:pPr marL="0" marR="0" lvl="0" indent="0" algn="ctr">
                        <a:lnSpc>
                          <a:spcPct val="100000"/>
                        </a:lnSpc>
                        <a:spcBef>
                          <a:spcPts val="0"/>
                        </a:spcBef>
                        <a:spcAft>
                          <a:spcPts val="0"/>
                        </a:spcAft>
                        <a:buNone/>
                      </a:pPr>
                      <a:endParaRPr lang="en-US" sz="900" b="0" i="0" u="none" strike="noStrike" noProof="0">
                        <a:solidFill>
                          <a:schemeClr val="tx1"/>
                        </a:solidFill>
                        <a:latin typeface="CVS Health San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b="1">
                        <a:solidFill>
                          <a:schemeClr val="tx1"/>
                        </a:solidFill>
                        <a:latin typeface="CVS Health San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solidFill>
                            <a:schemeClr val="tx1"/>
                          </a:solidFill>
                        </a:rPr>
                        <a:t>Enabler: Digital accounts function purely as password-free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900" dirty="0">
                          <a:solidFill>
                            <a:schemeClr val="tx1"/>
                          </a:solidFill>
                        </a:rPr>
                        <a:t>Design and technology enabler to make all accounts work as password-less.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CVS Health Sans"/>
                        </a:rPr>
                        <a:t>Core Access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CVS Health Sans"/>
                        </a:rPr>
                        <a:t>Q3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9805178"/>
                  </a:ext>
                </a:extLst>
              </a:tr>
            </a:tbl>
          </a:graphicData>
        </a:graphic>
      </p:graphicFrame>
      <p:sp>
        <p:nvSpPr>
          <p:cNvPr id="3" name="TextBox 2">
            <a:extLst>
              <a:ext uri="{FF2B5EF4-FFF2-40B4-BE49-F238E27FC236}">
                <a16:creationId xmlns:a16="http://schemas.microsoft.com/office/drawing/2014/main" id="{B5823FA0-DB6A-EBE1-49DC-F59BB984FA20}"/>
              </a:ext>
            </a:extLst>
          </p:cNvPr>
          <p:cNvSpPr txBox="1"/>
          <p:nvPr/>
        </p:nvSpPr>
        <p:spPr>
          <a:xfrm>
            <a:off x="9182100" y="6612324"/>
            <a:ext cx="2887736" cy="169277"/>
          </a:xfrm>
          <a:prstGeom prst="rect">
            <a:avLst/>
          </a:prstGeom>
          <a:noFill/>
        </p:spPr>
        <p:txBody>
          <a:bodyPr wrap="square" lIns="0" tIns="0" rIns="0" bIns="0" rtlCol="0">
            <a:spAutoFit/>
          </a:bodyPr>
          <a:lstStyle/>
          <a:p>
            <a:pPr algn="r"/>
            <a:r>
              <a:rPr lang="en-US" sz="1100" i="1">
                <a:solidFill>
                  <a:schemeClr val="tx2"/>
                </a:solidFill>
              </a:rPr>
              <a:t>Presenter: Chris Jones</a:t>
            </a:r>
          </a:p>
        </p:txBody>
      </p:sp>
    </p:spTree>
    <p:extLst>
      <p:ext uri="{BB962C8B-B14F-4D97-AF65-F5344CB8AC3E}">
        <p14:creationId xmlns:p14="http://schemas.microsoft.com/office/powerpoint/2010/main" val="209588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5B6FC5F-8919-BF78-4BF5-8E556BB3E504}"/>
              </a:ext>
            </a:extLst>
          </p:cNvPr>
          <p:cNvSpPr txBox="1">
            <a:spLocks/>
          </p:cNvSpPr>
          <p:nvPr/>
        </p:nvSpPr>
        <p:spPr>
          <a:xfrm>
            <a:off x="201245" y="174892"/>
            <a:ext cx="11799596" cy="449106"/>
          </a:xfrm>
          <a:prstGeom prst="rect">
            <a:avLst/>
          </a:prstGeom>
        </p:spPr>
        <p:txBody>
          <a:bodyPr vert="horz" lIns="0" tIns="0" rIns="0" bIns="0" rtlCol="0" anchor="t" anchorCtr="0">
            <a:noAutofit/>
          </a:bodyPr>
          <a:lstStyle>
            <a:lvl1pPr algn="l" defTabSz="457200" rtl="0" eaLnBrk="1" latinLnBrk="0" hangingPunct="1">
              <a:lnSpc>
                <a:spcPct val="90000"/>
              </a:lnSpc>
              <a:spcBef>
                <a:spcPct val="0"/>
              </a:spcBef>
              <a:buNone/>
              <a:defRPr sz="2800" b="1" kern="1200">
                <a:solidFill>
                  <a:schemeClr val="tx2"/>
                </a:solidFill>
                <a:latin typeface="+mj-lt"/>
                <a:ea typeface="+mj-ea"/>
                <a:cs typeface="+mj-cs"/>
              </a:defRPr>
            </a:lvl1pPr>
          </a:lstStyle>
          <a:p>
            <a:pPr marL="10160" defTabSz="913304">
              <a:defRPr/>
            </a:pPr>
            <a:r>
              <a:rPr lang="en-US" sz="2350">
                <a:solidFill>
                  <a:srgbClr val="0070C0"/>
                </a:solidFill>
                <a:latin typeface="CVS Health Sans"/>
              </a:rPr>
              <a:t>Super App</a:t>
            </a:r>
            <a:r>
              <a:rPr lang="en-US" sz="2350">
                <a:solidFill>
                  <a:srgbClr val="000000"/>
                </a:solidFill>
                <a:latin typeface="CVS Health Sans"/>
              </a:rPr>
              <a:t> Onboarding (2/2) </a:t>
            </a:r>
            <a:endParaRPr lang="en-US" sz="1799" b="0">
              <a:solidFill>
                <a:srgbClr val="000000"/>
              </a:solidFill>
              <a:latin typeface="CVS Health Sans"/>
            </a:endParaRPr>
          </a:p>
        </p:txBody>
      </p:sp>
      <p:sp>
        <p:nvSpPr>
          <p:cNvPr id="9" name="Rectangle 8">
            <a:extLst>
              <a:ext uri="{FF2B5EF4-FFF2-40B4-BE49-F238E27FC236}">
                <a16:creationId xmlns:a16="http://schemas.microsoft.com/office/drawing/2014/main" id="{6181221E-BABA-05E5-8423-669298937624}"/>
              </a:ext>
            </a:extLst>
          </p:cNvPr>
          <p:cNvSpPr/>
          <p:nvPr/>
        </p:nvSpPr>
        <p:spPr bwMode="gray">
          <a:xfrm>
            <a:off x="436487" y="6244684"/>
            <a:ext cx="11374243" cy="468351"/>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500" b="1">
              <a:solidFill>
                <a:prstClr val="white"/>
              </a:solidFill>
              <a:latin typeface="CVS Health Sans"/>
            </a:endParaRPr>
          </a:p>
        </p:txBody>
      </p:sp>
      <p:graphicFrame>
        <p:nvGraphicFramePr>
          <p:cNvPr id="2" name="Table 1">
            <a:extLst>
              <a:ext uri="{FF2B5EF4-FFF2-40B4-BE49-F238E27FC236}">
                <a16:creationId xmlns:a16="http://schemas.microsoft.com/office/drawing/2014/main" id="{2B8DC751-9FB4-38AF-E785-2E16D0386F31}"/>
              </a:ext>
            </a:extLst>
          </p:cNvPr>
          <p:cNvGraphicFramePr>
            <a:graphicFrameLocks noGrp="1"/>
          </p:cNvGraphicFramePr>
          <p:nvPr/>
        </p:nvGraphicFramePr>
        <p:xfrm>
          <a:off x="224910" y="573568"/>
          <a:ext cx="11755985" cy="2790815"/>
        </p:xfrm>
        <a:graphic>
          <a:graphicData uri="http://schemas.openxmlformats.org/drawingml/2006/table">
            <a:tbl>
              <a:tblPr firstRow="1" bandRow="1">
                <a:tableStyleId>{5C22544A-7EE6-4342-B048-85BDC9FD1C3A}</a:tableStyleId>
              </a:tblPr>
              <a:tblGrid>
                <a:gridCol w="963810">
                  <a:extLst>
                    <a:ext uri="{9D8B030D-6E8A-4147-A177-3AD203B41FA5}">
                      <a16:colId xmlns:a16="http://schemas.microsoft.com/office/drawing/2014/main" val="3973285590"/>
                    </a:ext>
                  </a:extLst>
                </a:gridCol>
                <a:gridCol w="598516">
                  <a:extLst>
                    <a:ext uri="{9D8B030D-6E8A-4147-A177-3AD203B41FA5}">
                      <a16:colId xmlns:a16="http://schemas.microsoft.com/office/drawing/2014/main" val="2064646422"/>
                    </a:ext>
                  </a:extLst>
                </a:gridCol>
                <a:gridCol w="3059084">
                  <a:extLst>
                    <a:ext uri="{9D8B030D-6E8A-4147-A177-3AD203B41FA5}">
                      <a16:colId xmlns:a16="http://schemas.microsoft.com/office/drawing/2014/main" val="2000094025"/>
                    </a:ext>
                  </a:extLst>
                </a:gridCol>
                <a:gridCol w="5527964">
                  <a:extLst>
                    <a:ext uri="{9D8B030D-6E8A-4147-A177-3AD203B41FA5}">
                      <a16:colId xmlns:a16="http://schemas.microsoft.com/office/drawing/2014/main" val="3413552195"/>
                    </a:ext>
                  </a:extLst>
                </a:gridCol>
                <a:gridCol w="969186">
                  <a:extLst>
                    <a:ext uri="{9D8B030D-6E8A-4147-A177-3AD203B41FA5}">
                      <a16:colId xmlns:a16="http://schemas.microsoft.com/office/drawing/2014/main" val="1197645757"/>
                    </a:ext>
                  </a:extLst>
                </a:gridCol>
                <a:gridCol w="637425">
                  <a:extLst>
                    <a:ext uri="{9D8B030D-6E8A-4147-A177-3AD203B41FA5}">
                      <a16:colId xmlns:a16="http://schemas.microsoft.com/office/drawing/2014/main" val="1838256414"/>
                    </a:ext>
                  </a:extLst>
                </a:gridCol>
              </a:tblGrid>
              <a:tr h="0">
                <a:tc>
                  <a:txBody>
                    <a:bodyPr/>
                    <a:lstStyle/>
                    <a:p>
                      <a:pPr algn="ctr"/>
                      <a:r>
                        <a:rPr lang="en-US" sz="900">
                          <a:solidFill>
                            <a:srgbClr val="E9E9E9"/>
                          </a:solidFill>
                          <a:latin typeface="CVS Health Sans"/>
                        </a:rPr>
                        <a:t>Teams</a:t>
                      </a:r>
                    </a:p>
                  </a:txBody>
                  <a:tcPr anchor="ctr">
                    <a:lnL w="12700" cap="flat" cmpd="sng" algn="ctr">
                      <a:solidFill>
                        <a:schemeClr val="tx1"/>
                      </a:solidFill>
                      <a:prstDash val="solid"/>
                      <a:round/>
                      <a:headEnd type="none" w="med" len="med"/>
                      <a:tailEnd type="none" w="med" len="med"/>
                    </a:lnL>
                    <a:lnR w="12700" cap="flat" cmpd="sng" algn="ctr">
                      <a:solidFill>
                        <a:srgbClr val="E9E9E9"/>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900">
                          <a:solidFill>
                            <a:srgbClr val="E9E9E9"/>
                          </a:solidFill>
                          <a:latin typeface="CVS Health Sans"/>
                        </a:rPr>
                        <a:t>Rank</a:t>
                      </a:r>
                    </a:p>
                  </a:txBody>
                  <a:tcPr anchor="ctr">
                    <a:lnL w="12700" cap="flat" cmpd="sng" algn="ctr">
                      <a:solidFill>
                        <a:srgbClr val="E9E9E9"/>
                      </a:solidFill>
                      <a:prstDash val="dot"/>
                      <a:round/>
                      <a:headEnd type="none" w="med" len="med"/>
                      <a:tailEnd type="none" w="med" len="med"/>
                    </a:lnL>
                    <a:lnR w="12700" cap="flat" cmpd="sng" algn="ctr">
                      <a:solidFill>
                        <a:srgbClr val="E9E9E9"/>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900">
                          <a:solidFill>
                            <a:srgbClr val="E9E9E9"/>
                          </a:solidFill>
                          <a:latin typeface="CVS Health Sans"/>
                        </a:rPr>
                        <a:t>Feature</a:t>
                      </a:r>
                    </a:p>
                  </a:txBody>
                  <a:tcPr anchor="ctr">
                    <a:lnL w="12700" cap="flat" cmpd="sng" algn="ctr">
                      <a:solidFill>
                        <a:srgbClr val="E9E9E9"/>
                      </a:solidFill>
                      <a:prstDash val="dot"/>
                      <a:round/>
                      <a:headEnd type="none" w="med" len="med"/>
                      <a:tailEnd type="none" w="med" len="med"/>
                    </a:lnL>
                    <a:lnR w="12700" cap="flat" cmpd="sng" algn="ctr">
                      <a:solidFill>
                        <a:srgbClr val="E9E9E9"/>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900">
                          <a:solidFill>
                            <a:srgbClr val="E9E9E9"/>
                          </a:solidFill>
                          <a:latin typeface="CVS Health Sans"/>
                        </a:rPr>
                        <a:t>Description</a:t>
                      </a:r>
                    </a:p>
                  </a:txBody>
                  <a:tcPr anchor="ctr">
                    <a:lnL w="12700" cap="flat" cmpd="sng" algn="ctr">
                      <a:solidFill>
                        <a:srgbClr val="E9E9E9"/>
                      </a:solidFill>
                      <a:prstDash val="dot"/>
                      <a:round/>
                      <a:headEnd type="none" w="med" len="med"/>
                      <a:tailEnd type="none" w="med" len="med"/>
                    </a:lnL>
                    <a:lnR w="12700" cap="flat" cmpd="sng" algn="ctr">
                      <a:solidFill>
                        <a:srgbClr val="E9E9E9"/>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rgbClr val="E9E9E9"/>
                          </a:solidFill>
                          <a:latin typeface="CVS Health Sans"/>
                        </a:rPr>
                        <a:t>Dep</a:t>
                      </a:r>
                    </a:p>
                  </a:txBody>
                  <a:tcPr anchor="ctr">
                    <a:lnL w="12700" cap="flat" cmpd="sng" algn="ctr">
                      <a:solidFill>
                        <a:srgbClr val="E9E9E9"/>
                      </a:solidFill>
                      <a:prstDash val="dot"/>
                      <a:round/>
                      <a:headEnd type="none" w="med" len="med"/>
                      <a:tailEnd type="none" w="med" len="med"/>
                    </a:lnL>
                    <a:lnR w="12700" cap="flat" cmpd="sng" algn="ctr">
                      <a:solidFill>
                        <a:srgbClr val="E9E9E9"/>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rgbClr val="E9E9E9"/>
                          </a:solidFill>
                          <a:latin typeface="CVS Health Sans"/>
                        </a:rPr>
                        <a:t>GTM</a:t>
                      </a:r>
                    </a:p>
                  </a:txBody>
                  <a:tcPr anchor="ctr">
                    <a:lnL w="12700" cap="flat" cmpd="sng" algn="ctr">
                      <a:solidFill>
                        <a:srgbClr val="E9E9E9"/>
                      </a:solidFill>
                      <a:prstDash val="dot"/>
                      <a:round/>
                      <a:headEnd type="none" w="med" len="med"/>
                      <a:tailEnd type="none" w="med" len="med"/>
                    </a:lnL>
                    <a:lnR w="12700" cap="flat" cmpd="sng" algn="ctr">
                      <a:solidFill>
                        <a:srgbClr val="E9E9E9"/>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4164489651"/>
                  </a:ext>
                </a:extLst>
              </a:tr>
              <a:tr h="252949">
                <a:tc rowSpan="6">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kumimoji="0" lang="en-US" sz="900" b="0" i="0" u="none" strike="noStrike" kern="1500" cap="none" spc="0" normalizeH="0" baseline="0" noProof="0">
                          <a:ln>
                            <a:noFill/>
                          </a:ln>
                          <a:solidFill>
                            <a:srgbClr val="000000"/>
                          </a:solidFill>
                          <a:effectLst/>
                          <a:uLnTx/>
                          <a:uFillTx/>
                          <a:latin typeface="+mn-lt"/>
                          <a:ea typeface="+mn-ea"/>
                          <a:cs typeface="+mn-cs"/>
                        </a:rPr>
                        <a:t>Progressive Onboarding &amp; Enrichment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defTabSz="914400">
                        <a:lnSpc>
                          <a:spcPct val="100000"/>
                        </a:lnSpc>
                        <a:spcBef>
                          <a:spcPts val="0"/>
                        </a:spcBef>
                        <a:spcAft>
                          <a:spcPts val="0"/>
                        </a:spcAft>
                        <a:buNone/>
                        <a:tabLst/>
                        <a:defRPr/>
                      </a:pPr>
                      <a:r>
                        <a:rPr lang="en-US" sz="900" b="1">
                          <a:solidFill>
                            <a:schemeClr val="tx1"/>
                          </a:solidFill>
                          <a:latin typeface="CVS Health Sans"/>
                        </a:rPr>
                        <a:t>1</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900">
                          <a:solidFill>
                            <a:schemeClr val="tx1"/>
                          </a:solidFill>
                        </a:rPr>
                        <a:t>Consolidated progressive profile look up and tie flow for prescriptions and health records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900">
                          <a:solidFill>
                            <a:schemeClr val="tx1"/>
                          </a:solidFill>
                        </a:rPr>
                        <a:t>Make it easy for existing users to look up and tie prescriptions and health records by expanding initial onboarding flow as a base and support unhappy paths.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900">
                          <a:solidFill>
                            <a:schemeClr val="tx1"/>
                          </a:solidFill>
                          <a:latin typeface="CVS Health Sans"/>
                        </a:rPr>
                        <a:t>Core Access, Account Management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900">
                          <a:solidFill>
                            <a:schemeClr val="tx1"/>
                          </a:solidFill>
                          <a:latin typeface="CVS Health Sans"/>
                        </a:rPr>
                        <a:t>Q2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6019405"/>
                  </a:ext>
                </a:extLst>
              </a:tr>
              <a:tr h="0">
                <a:tc vMerge="1">
                  <a:txBody>
                    <a:bodyPr/>
                    <a:lstStyle/>
                    <a:p>
                      <a:endParaRPr lang="en-US"/>
                    </a:p>
                  </a:txBody>
                  <a:tcPr/>
                </a:tc>
                <a:tc>
                  <a:txBody>
                    <a:bodyPr/>
                    <a:lstStyle/>
                    <a:p>
                      <a:pPr marL="0" lvl="0" indent="0" algn="ctr" defTabSz="914400">
                        <a:lnSpc>
                          <a:spcPct val="100000"/>
                        </a:lnSpc>
                        <a:spcBef>
                          <a:spcPts val="0"/>
                        </a:spcBef>
                        <a:spcAft>
                          <a:spcPts val="0"/>
                        </a:spcAft>
                        <a:buNone/>
                        <a:tabLst/>
                        <a:defRPr/>
                      </a:pPr>
                      <a:r>
                        <a:rPr lang="en-US" sz="900" b="1">
                          <a:solidFill>
                            <a:schemeClr val="tx1"/>
                          </a:solidFill>
                          <a:latin typeface="CVS Health Sans"/>
                        </a:rPr>
                        <a:t>2</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900">
                          <a:solidFill>
                            <a:schemeClr val="tx1"/>
                          </a:solidFill>
                        </a:rPr>
                        <a:t>Allow multiple </a:t>
                      </a:r>
                      <a:r>
                        <a:rPr lang="en-US" sz="900" err="1">
                          <a:solidFill>
                            <a:schemeClr val="tx1"/>
                          </a:solidFill>
                        </a:rPr>
                        <a:t>caregivee</a:t>
                      </a:r>
                      <a:r>
                        <a:rPr lang="en-US" sz="900">
                          <a:solidFill>
                            <a:schemeClr val="tx1"/>
                          </a:solidFill>
                        </a:rPr>
                        <a:t>/caregiver relationships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900">
                          <a:solidFill>
                            <a:schemeClr val="tx1"/>
                          </a:solidFill>
                        </a:rPr>
                        <a:t>Remove one-to-one relationship construct and allow a patient to have multiple caregivers.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900">
                          <a:solidFill>
                            <a:schemeClr val="tx1"/>
                          </a:solidFill>
                          <a:latin typeface="CVS Health Sans"/>
                        </a:rPr>
                        <a:t>Account Enrichment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endParaRPr lang="en-US" sz="900">
                        <a:solidFill>
                          <a:schemeClr val="tx1"/>
                        </a:solidFill>
                        <a:latin typeface="CVS Health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66237927"/>
                  </a:ext>
                </a:extLst>
              </a:tr>
              <a:tr h="0">
                <a:tc vMerge="1">
                  <a:txBody>
                    <a:bodyPr/>
                    <a:lstStyle/>
                    <a:p>
                      <a:endParaRPr lang="en-US"/>
                    </a:p>
                  </a:txBody>
                  <a:tcPr/>
                </a:tc>
                <a:tc>
                  <a:txBody>
                    <a:bodyPr/>
                    <a:lstStyle/>
                    <a:p>
                      <a:pPr marL="0" lvl="0" indent="0" algn="ctr" defTabSz="914400">
                        <a:lnSpc>
                          <a:spcPct val="100000"/>
                        </a:lnSpc>
                        <a:spcBef>
                          <a:spcPts val="0"/>
                        </a:spcBef>
                        <a:spcAft>
                          <a:spcPts val="0"/>
                        </a:spcAft>
                        <a:buNone/>
                        <a:tabLst/>
                        <a:defRPr/>
                      </a:pPr>
                      <a:r>
                        <a:rPr lang="en-US" sz="900" b="1">
                          <a:solidFill>
                            <a:schemeClr val="tx1"/>
                          </a:solidFill>
                          <a:latin typeface="CVS Health Sans"/>
                        </a:rPr>
                        <a:t>3</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900">
                          <a:solidFill>
                            <a:schemeClr val="tx1"/>
                          </a:solidFill>
                        </a:rPr>
                        <a:t>Allow a </a:t>
                      </a:r>
                      <a:r>
                        <a:rPr lang="en-US" sz="900" err="1">
                          <a:solidFill>
                            <a:schemeClr val="tx1"/>
                          </a:solidFill>
                        </a:rPr>
                        <a:t>caregivee</a:t>
                      </a:r>
                      <a:r>
                        <a:rPr lang="en-US" sz="900">
                          <a:solidFill>
                            <a:schemeClr val="tx1"/>
                          </a:solidFill>
                        </a:rPr>
                        <a:t> to invite a caregiver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900">
                          <a:solidFill>
                            <a:schemeClr val="tx1"/>
                          </a:solidFill>
                        </a:rPr>
                        <a:t>Optimize caregiving experience by allowing a patient to request someone as a caregiver.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900">
                          <a:solidFill>
                            <a:schemeClr val="tx1"/>
                          </a:solidFill>
                          <a:latin typeface="+mn-lt"/>
                        </a:rPr>
                        <a:t>Account Enrichment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endParaRPr lang="en-US" sz="900">
                        <a:solidFill>
                          <a:schemeClr val="tx1"/>
                        </a:solidFill>
                        <a:latin typeface="CVS Health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9515290"/>
                  </a:ext>
                </a:extLst>
              </a:tr>
              <a:tr h="321935">
                <a:tc vMerge="1">
                  <a:txBody>
                    <a:bodyPr/>
                    <a:lstStyle/>
                    <a:p>
                      <a:endParaRPr lang="en-US"/>
                    </a:p>
                  </a:txBody>
                  <a:tcPr/>
                </a:tc>
                <a:tc>
                  <a:txBody>
                    <a:bodyPr/>
                    <a:lstStyle/>
                    <a:p>
                      <a:pPr marL="0" lvl="0" indent="0" algn="ctr" defTabSz="914400">
                        <a:lnSpc>
                          <a:spcPct val="100000"/>
                        </a:lnSpc>
                        <a:spcBef>
                          <a:spcPts val="0"/>
                        </a:spcBef>
                        <a:spcAft>
                          <a:spcPts val="0"/>
                        </a:spcAft>
                        <a:buNone/>
                        <a:tabLst/>
                        <a:defRPr/>
                      </a:pPr>
                      <a:r>
                        <a:rPr lang="en-US" sz="900" b="1">
                          <a:solidFill>
                            <a:schemeClr val="tx1"/>
                          </a:solidFill>
                          <a:latin typeface="CVS Health Sans"/>
                        </a:rPr>
                        <a:t>4</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900">
                          <a:solidFill>
                            <a:schemeClr val="tx1"/>
                          </a:solidFill>
                        </a:rPr>
                        <a:t>Implement experience APIs for RX tie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900">
                          <a:solidFill>
                            <a:schemeClr val="tx1"/>
                          </a:solidFill>
                        </a:rPr>
                        <a:t>Technology modernization effort to integrate modern APIs supporting RX tie events.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endParaRPr lang="en-US" sz="900">
                        <a:solidFill>
                          <a:schemeClr val="tx1"/>
                        </a:solidFill>
                        <a:latin typeface="CVS Health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endParaRPr lang="en-US" sz="900">
                        <a:solidFill>
                          <a:schemeClr val="tx1"/>
                        </a:solidFill>
                        <a:latin typeface="CVS Health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56234659"/>
                  </a:ext>
                </a:extLst>
              </a:tr>
              <a:tr h="321935">
                <a:tc vMerge="1">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endParaRPr kumimoji="0" lang="en-US" sz="900" b="0" i="0" u="none" strike="noStrike" kern="1500" cap="none" spc="0" normalizeH="0" baseline="0" noProof="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defTabSz="914400">
                        <a:lnSpc>
                          <a:spcPct val="100000"/>
                        </a:lnSpc>
                        <a:spcBef>
                          <a:spcPts val="0"/>
                        </a:spcBef>
                        <a:spcAft>
                          <a:spcPts val="0"/>
                        </a:spcAft>
                        <a:buNone/>
                        <a:tabLst/>
                        <a:defRPr/>
                      </a:pPr>
                      <a:r>
                        <a:rPr lang="en-US" sz="900" b="1">
                          <a:solidFill>
                            <a:schemeClr val="tx1"/>
                          </a:solidFill>
                          <a:latin typeface="CVS Health Sans"/>
                        </a:rPr>
                        <a:t>5</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900">
                          <a:solidFill>
                            <a:schemeClr val="tx1"/>
                          </a:solidFill>
                        </a:rPr>
                        <a:t>Enabler: Prompt for Caremark dependents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900">
                          <a:solidFill>
                            <a:schemeClr val="tx1"/>
                          </a:solidFill>
                        </a:rPr>
                        <a:t>Prompt users to add patients as </a:t>
                      </a:r>
                      <a:r>
                        <a:rPr lang="en-US" sz="900" err="1">
                          <a:solidFill>
                            <a:schemeClr val="tx1"/>
                          </a:solidFill>
                        </a:rPr>
                        <a:t>caregivees</a:t>
                      </a:r>
                      <a:r>
                        <a:rPr lang="en-US" sz="900">
                          <a:solidFill>
                            <a:schemeClr val="tx1"/>
                          </a:solidFill>
                        </a:rPr>
                        <a:t> based on Caremark plan dependents.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900">
                          <a:solidFill>
                            <a:schemeClr val="tx1"/>
                          </a:solidFill>
                          <a:latin typeface="+mn-lt"/>
                        </a:rPr>
                        <a:t>Account Enrichment</a:t>
                      </a:r>
                      <a:r>
                        <a:rPr lang="en-US" sz="900">
                          <a:solidFill>
                            <a:schemeClr val="tx1"/>
                          </a:solidFill>
                          <a:latin typeface="CVS Health Sans"/>
                        </a:rPr>
                        <a:t>, Home Screen, A&amp;E</a:t>
                      </a:r>
                      <a:endParaRPr lang="en-US" sz="9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900">
                          <a:solidFill>
                            <a:schemeClr val="tx1"/>
                          </a:solidFill>
                          <a:latin typeface="CVS Health Sans"/>
                        </a:rPr>
                        <a:t>Q3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5400282"/>
                  </a:ext>
                </a:extLst>
              </a:tr>
              <a:tr h="0">
                <a:tc vMerge="1">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endParaRPr kumimoji="0" lang="en-US" sz="900" b="0" i="0" u="none" strike="noStrike" kern="1500" cap="none" spc="0" normalizeH="0" baseline="0" noProof="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defTabSz="914400">
                        <a:lnSpc>
                          <a:spcPct val="100000"/>
                        </a:lnSpc>
                        <a:spcBef>
                          <a:spcPts val="0"/>
                        </a:spcBef>
                        <a:spcAft>
                          <a:spcPts val="0"/>
                        </a:spcAft>
                        <a:buNone/>
                        <a:tabLst/>
                        <a:defRPr/>
                      </a:pPr>
                      <a:endParaRPr lang="en-US" sz="900" b="1">
                        <a:solidFill>
                          <a:schemeClr val="tx1"/>
                        </a:solidFill>
                        <a:latin typeface="CVS Health San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900">
                          <a:solidFill>
                            <a:schemeClr val="tx1"/>
                          </a:solidFill>
                        </a:rPr>
                        <a:t>Enabler: Identify verification with RX tie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900">
                          <a:solidFill>
                            <a:schemeClr val="tx1"/>
                          </a:solidFill>
                        </a:rPr>
                        <a:t>Prompt users to upgrade to LOA2 without requiring prescription or health records tie.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900">
                          <a:solidFill>
                            <a:schemeClr val="tx1"/>
                          </a:solidFill>
                          <a:latin typeface="CVS Health Sans"/>
                        </a:rPr>
                        <a:t>Account Enrichment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endParaRPr lang="en-US" sz="900">
                        <a:solidFill>
                          <a:schemeClr val="tx1"/>
                        </a:solidFill>
                        <a:latin typeface="CVS Health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1345646"/>
                  </a:ext>
                </a:extLst>
              </a:tr>
            </a:tbl>
          </a:graphicData>
        </a:graphic>
      </p:graphicFrame>
      <p:sp>
        <p:nvSpPr>
          <p:cNvPr id="3" name="TextBox 2">
            <a:extLst>
              <a:ext uri="{FF2B5EF4-FFF2-40B4-BE49-F238E27FC236}">
                <a16:creationId xmlns:a16="http://schemas.microsoft.com/office/drawing/2014/main" id="{ABD2EBE4-00C7-FA88-59FA-FBE2E22148BA}"/>
              </a:ext>
            </a:extLst>
          </p:cNvPr>
          <p:cNvSpPr txBox="1"/>
          <p:nvPr/>
        </p:nvSpPr>
        <p:spPr>
          <a:xfrm>
            <a:off x="9182100" y="6612324"/>
            <a:ext cx="2887736" cy="169277"/>
          </a:xfrm>
          <a:prstGeom prst="rect">
            <a:avLst/>
          </a:prstGeom>
          <a:noFill/>
        </p:spPr>
        <p:txBody>
          <a:bodyPr wrap="square" lIns="0" tIns="0" rIns="0" bIns="0" rtlCol="0">
            <a:spAutoFit/>
          </a:bodyPr>
          <a:lstStyle/>
          <a:p>
            <a:pPr algn="r"/>
            <a:r>
              <a:rPr lang="en-US" sz="1100" i="1">
                <a:solidFill>
                  <a:schemeClr val="tx2"/>
                </a:solidFill>
              </a:rPr>
              <a:t>Presenter: Chris Jones</a:t>
            </a:r>
          </a:p>
        </p:txBody>
      </p:sp>
    </p:spTree>
    <p:extLst>
      <p:ext uri="{BB962C8B-B14F-4D97-AF65-F5344CB8AC3E}">
        <p14:creationId xmlns:p14="http://schemas.microsoft.com/office/powerpoint/2010/main" val="695853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 name="think-cell data - do not delete" hidden="1">
            <a:extLst>
              <a:ext uri="{FF2B5EF4-FFF2-40B4-BE49-F238E27FC236}">
                <a16:creationId xmlns:a16="http://schemas.microsoft.com/office/drawing/2014/main" id="{860D2FE7-A6FD-FB71-01BF-3DCD882E46E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395" imgH="396" progId="TCLayout.ActiveDocument.1">
                  <p:embed/>
                </p:oleObj>
              </mc:Choice>
              <mc:Fallback>
                <p:oleObj name="think-cell Slide" r:id="rId15" imgW="395" imgH="396" progId="TCLayout.ActiveDocument.1">
                  <p:embed/>
                  <p:pic>
                    <p:nvPicPr>
                      <p:cNvPr id="39" name="think-cell data - do not delete" hidden="1">
                        <a:extLst>
                          <a:ext uri="{FF2B5EF4-FFF2-40B4-BE49-F238E27FC236}">
                            <a16:creationId xmlns:a16="http://schemas.microsoft.com/office/drawing/2014/main" id="{860D2FE7-A6FD-FB71-01BF-3DCD882E46E3}"/>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4DB8109-9674-3CED-6161-6A9F08D69F0B}"/>
              </a:ext>
            </a:extLst>
          </p:cNvPr>
          <p:cNvSpPr>
            <a:spLocks noGrp="1"/>
          </p:cNvSpPr>
          <p:nvPr>
            <p:ph type="title"/>
          </p:nvPr>
        </p:nvSpPr>
        <p:spPr>
          <a:xfrm>
            <a:off x="584563" y="574741"/>
            <a:ext cx="9667726" cy="713232"/>
          </a:xfrm>
        </p:spPr>
        <p:txBody>
          <a:bodyPr vert="horz"/>
          <a:lstStyle/>
          <a:p>
            <a:r>
              <a:rPr lang="en-US" sz="2600">
                <a:solidFill>
                  <a:srgbClr val="3F3F3F"/>
                </a:solidFill>
                <a:latin typeface="CVS Health Sans"/>
              </a:rPr>
              <a:t>High level integrated roadmap for Super Apps</a:t>
            </a:r>
            <a:br>
              <a:rPr lang="en-US" sz="2600">
                <a:solidFill>
                  <a:srgbClr val="3F3F3F"/>
                </a:solidFill>
                <a:latin typeface="CVS Health Sans"/>
              </a:rPr>
            </a:br>
            <a:endParaRPr lang="en-US" sz="2600"/>
          </a:p>
        </p:txBody>
      </p:sp>
      <p:sp>
        <p:nvSpPr>
          <p:cNvPr id="4" name="Rectangle 3">
            <a:extLst>
              <a:ext uri="{FF2B5EF4-FFF2-40B4-BE49-F238E27FC236}">
                <a16:creationId xmlns:a16="http://schemas.microsoft.com/office/drawing/2014/main" id="{64C124D0-9A2A-9447-5B4F-8F8B84741F1C}"/>
              </a:ext>
            </a:extLst>
          </p:cNvPr>
          <p:cNvSpPr/>
          <p:nvPr/>
        </p:nvSpPr>
        <p:spPr>
          <a:xfrm>
            <a:off x="9523" y="3139863"/>
            <a:ext cx="12179304" cy="1562804"/>
          </a:xfrm>
          <a:prstGeom prst="rect">
            <a:avLst/>
          </a:prstGeom>
          <a:solidFill>
            <a:srgbClr val="C8A3D9">
              <a:alpha val="35000"/>
            </a:srgbClr>
          </a:solidFill>
          <a:ln w="5735" cap="flat">
            <a:solidFill>
              <a:srgbClr val="C8A3D9"/>
            </a:solidFill>
            <a:prstDash val="solid"/>
            <a:miter/>
          </a:ln>
        </p:spPr>
        <p:txBody>
          <a:bodyPr rtlCol="0" anchor="ctr"/>
          <a:lstStyle/>
          <a:p>
            <a:pPr defTabSz="913852"/>
            <a:endParaRPr lang="en-US" sz="1600" kern="0">
              <a:solidFill>
                <a:srgbClr val="000000"/>
              </a:solidFill>
              <a:latin typeface="CVS Health Sans" panose="020B0504020202020204" pitchFamily="34" charset="0"/>
              <a:sym typeface="CVS Health Sans" panose="020B0504020202020204" pitchFamily="34" charset="0"/>
            </a:endParaRPr>
          </a:p>
        </p:txBody>
      </p:sp>
      <p:cxnSp>
        <p:nvCxnSpPr>
          <p:cNvPr id="5" name="LineBasicDefault 13">
            <a:extLst>
              <a:ext uri="{FF2B5EF4-FFF2-40B4-BE49-F238E27FC236}">
                <a16:creationId xmlns:a16="http://schemas.microsoft.com/office/drawing/2014/main" id="{EAF91558-6883-96B0-9916-06E6594E70D8}"/>
              </a:ext>
            </a:extLst>
          </p:cNvPr>
          <p:cNvCxnSpPr>
            <a:cxnSpLocks/>
          </p:cNvCxnSpPr>
          <p:nvPr>
            <p:custDataLst>
              <p:tags r:id="rId2"/>
            </p:custDataLst>
          </p:nvPr>
        </p:nvCxnSpPr>
        <p:spPr>
          <a:xfrm>
            <a:off x="7346270" y="1246172"/>
            <a:ext cx="0" cy="5235021"/>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DB3EF62-CEDD-B995-2C92-645A6C0FAFE0}"/>
              </a:ext>
            </a:extLst>
          </p:cNvPr>
          <p:cNvSpPr txBox="1"/>
          <p:nvPr/>
        </p:nvSpPr>
        <p:spPr>
          <a:xfrm>
            <a:off x="1690063" y="953000"/>
            <a:ext cx="4885759" cy="215388"/>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defTabSz="913852">
              <a:buClr>
                <a:srgbClr val="000000"/>
              </a:buClr>
              <a:defRPr/>
            </a:pPr>
            <a:r>
              <a:rPr lang="en-US" sz="1400" b="1">
                <a:solidFill>
                  <a:srgbClr val="0070C0"/>
                </a:solidFill>
                <a:latin typeface="CVS Health Sans"/>
              </a:rPr>
              <a:t>2024</a:t>
            </a:r>
            <a:r>
              <a:rPr lang="en-US" sz="1400" b="1">
                <a:solidFill>
                  <a:srgbClr val="000000"/>
                </a:solidFill>
                <a:latin typeface="CVS Health Sans"/>
              </a:rPr>
              <a:t> </a:t>
            </a:r>
            <a:r>
              <a:rPr lang="en-US" sz="1100" b="1">
                <a:solidFill>
                  <a:srgbClr val="000000"/>
                </a:solidFill>
                <a:latin typeface="CVS Health Sans"/>
              </a:rPr>
              <a:t>(commitments)</a:t>
            </a:r>
            <a:endParaRPr lang="en-US" sz="1400" b="1">
              <a:solidFill>
                <a:srgbClr val="000000"/>
              </a:solidFill>
              <a:latin typeface="CVS Health Sans"/>
            </a:endParaRPr>
          </a:p>
        </p:txBody>
      </p:sp>
      <p:sp>
        <p:nvSpPr>
          <p:cNvPr id="7" name="TextBox 6">
            <a:extLst>
              <a:ext uri="{FF2B5EF4-FFF2-40B4-BE49-F238E27FC236}">
                <a16:creationId xmlns:a16="http://schemas.microsoft.com/office/drawing/2014/main" id="{405A5628-B6A4-FD45-C39D-11326F511888}"/>
              </a:ext>
            </a:extLst>
          </p:cNvPr>
          <p:cNvSpPr txBox="1">
            <a:spLocks/>
          </p:cNvSpPr>
          <p:nvPr/>
        </p:nvSpPr>
        <p:spPr>
          <a:xfrm>
            <a:off x="7432671" y="983820"/>
            <a:ext cx="4454611" cy="191183"/>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defTabSz="913852">
              <a:buClr>
                <a:srgbClr val="000000"/>
              </a:buClr>
              <a:defRPr/>
            </a:pPr>
            <a:r>
              <a:rPr lang="en-US" sz="1400" b="1">
                <a:solidFill>
                  <a:srgbClr val="0070C0"/>
                </a:solidFill>
                <a:latin typeface="CVS Health Sans"/>
              </a:rPr>
              <a:t>2025</a:t>
            </a:r>
            <a:r>
              <a:rPr lang="en-US" sz="1400" b="1">
                <a:solidFill>
                  <a:srgbClr val="000000"/>
                </a:solidFill>
                <a:latin typeface="CVS Health Sans"/>
              </a:rPr>
              <a:t> </a:t>
            </a:r>
            <a:r>
              <a:rPr lang="en-US" sz="1100" b="1">
                <a:solidFill>
                  <a:srgbClr val="000000"/>
                </a:solidFill>
                <a:latin typeface="CVS Health Sans"/>
              </a:rPr>
              <a:t>(planned, need to finalize capacity)</a:t>
            </a:r>
            <a:endParaRPr lang="en-US" sz="1400" b="1">
              <a:solidFill>
                <a:srgbClr val="000000"/>
              </a:solidFill>
              <a:latin typeface="CVS Health Sans"/>
            </a:endParaRPr>
          </a:p>
        </p:txBody>
      </p:sp>
      <p:cxnSp>
        <p:nvCxnSpPr>
          <p:cNvPr id="8" name="LineBasicDefault 13">
            <a:extLst>
              <a:ext uri="{FF2B5EF4-FFF2-40B4-BE49-F238E27FC236}">
                <a16:creationId xmlns:a16="http://schemas.microsoft.com/office/drawing/2014/main" id="{822C42B8-DDE0-D855-8811-5E9BFDA55013}"/>
              </a:ext>
            </a:extLst>
          </p:cNvPr>
          <p:cNvCxnSpPr>
            <a:cxnSpLocks/>
          </p:cNvCxnSpPr>
          <p:nvPr>
            <p:custDataLst>
              <p:tags r:id="rId3"/>
            </p:custDataLst>
          </p:nvPr>
        </p:nvCxnSpPr>
        <p:spPr>
          <a:xfrm>
            <a:off x="1690062" y="1194536"/>
            <a:ext cx="5573082" cy="0"/>
          </a:xfrm>
          <a:prstGeom prst="straightConnector1">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 name="LineBasicDefault 13">
            <a:extLst>
              <a:ext uri="{FF2B5EF4-FFF2-40B4-BE49-F238E27FC236}">
                <a16:creationId xmlns:a16="http://schemas.microsoft.com/office/drawing/2014/main" id="{390386A1-7866-C5D0-81EF-C9FBDCF0F5B9}"/>
              </a:ext>
            </a:extLst>
          </p:cNvPr>
          <p:cNvCxnSpPr>
            <a:cxnSpLocks/>
          </p:cNvCxnSpPr>
          <p:nvPr>
            <p:custDataLst>
              <p:tags r:id="rId4"/>
            </p:custDataLst>
          </p:nvPr>
        </p:nvCxnSpPr>
        <p:spPr>
          <a:xfrm>
            <a:off x="7432671" y="1194536"/>
            <a:ext cx="4454611" cy="0"/>
          </a:xfrm>
          <a:prstGeom prst="straightConnector1">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FEE39547-1DDE-4620-1C90-81890EF6EEBC}"/>
              </a:ext>
            </a:extLst>
          </p:cNvPr>
          <p:cNvSpPr>
            <a:spLocks/>
          </p:cNvSpPr>
          <p:nvPr/>
        </p:nvSpPr>
        <p:spPr>
          <a:xfrm>
            <a:off x="304727" y="1355564"/>
            <a:ext cx="1142827" cy="594654"/>
          </a:xfrm>
          <a:prstGeom prst="roundRect">
            <a:avLst/>
          </a:prstGeom>
          <a:noFill/>
          <a:ln w="6350" cap="sq">
            <a:noFill/>
            <a:miter lim="800000"/>
          </a:ln>
          <a:effectLst>
            <a:outerShdw blurRad="190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prstTxWarp prst="textNoShape">
              <a:avLst/>
            </a:prstTxWarp>
            <a:noAutofit/>
          </a:bodyPr>
          <a:lstStyle/>
          <a:p>
            <a:pPr algn="ctr" defTabSz="913852">
              <a:spcBef>
                <a:spcPts val="300"/>
              </a:spcBef>
              <a:spcAft>
                <a:spcPts val="300"/>
              </a:spcAft>
            </a:pPr>
            <a:r>
              <a:rPr lang="en-US" sz="1400" b="1">
                <a:solidFill>
                  <a:srgbClr val="7D3F98"/>
                </a:solidFill>
                <a:latin typeface="CVS Health Sans" panose="020B0504020202020204" pitchFamily="34" charset="0"/>
                <a:sym typeface="CVS Health Sans" panose="020B0504020202020204" pitchFamily="34" charset="0"/>
              </a:rPr>
              <a:t>CVS </a:t>
            </a:r>
            <a:br>
              <a:rPr lang="en-US" sz="1400" b="1">
                <a:solidFill>
                  <a:srgbClr val="7D3F98"/>
                </a:solidFill>
                <a:latin typeface="CVS Health Sans" panose="020B0504020202020204" pitchFamily="34" charset="0"/>
                <a:sym typeface="CVS Health Sans" panose="020B0504020202020204" pitchFamily="34" charset="0"/>
              </a:rPr>
            </a:br>
            <a:r>
              <a:rPr lang="en-US" sz="1400" b="1">
                <a:solidFill>
                  <a:srgbClr val="7D3F98"/>
                </a:solidFill>
                <a:latin typeface="CVS Health Sans" panose="020B0504020202020204" pitchFamily="34" charset="0"/>
                <a:sym typeface="CVS Health Sans" panose="020B0504020202020204" pitchFamily="34" charset="0"/>
              </a:rPr>
              <a:t>Super App</a:t>
            </a:r>
          </a:p>
        </p:txBody>
      </p:sp>
      <p:sp>
        <p:nvSpPr>
          <p:cNvPr id="11" name="Rectangle: Rounded Corners 10">
            <a:extLst>
              <a:ext uri="{FF2B5EF4-FFF2-40B4-BE49-F238E27FC236}">
                <a16:creationId xmlns:a16="http://schemas.microsoft.com/office/drawing/2014/main" id="{E4221173-35BE-AAD4-DA06-6C2D6825ACF8}"/>
              </a:ext>
            </a:extLst>
          </p:cNvPr>
          <p:cNvSpPr>
            <a:spLocks/>
          </p:cNvSpPr>
          <p:nvPr/>
        </p:nvSpPr>
        <p:spPr>
          <a:xfrm>
            <a:off x="304726" y="4863212"/>
            <a:ext cx="1142827" cy="594654"/>
          </a:xfrm>
          <a:prstGeom prst="roundRect">
            <a:avLst/>
          </a:prstGeom>
          <a:noFill/>
          <a:ln w="6350" cap="sq">
            <a:noFill/>
            <a:miter lim="800000"/>
          </a:ln>
          <a:effectLst>
            <a:outerShdw blurRad="190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prstTxWarp prst="textNoShape">
              <a:avLst/>
            </a:prstTxWarp>
            <a:noAutofit/>
          </a:bodyPr>
          <a:lstStyle/>
          <a:p>
            <a:pPr algn="ctr" defTabSz="913852">
              <a:spcBef>
                <a:spcPts val="300"/>
              </a:spcBef>
              <a:spcAft>
                <a:spcPts val="300"/>
              </a:spcAft>
            </a:pPr>
            <a:r>
              <a:rPr lang="en-US" sz="1400" b="1">
                <a:solidFill>
                  <a:srgbClr val="7D3F98"/>
                </a:solidFill>
                <a:latin typeface="CVS Health Sans" panose="020B0504020202020204" pitchFamily="34" charset="0"/>
                <a:sym typeface="CVS Health Sans" panose="020B0504020202020204" pitchFamily="34" charset="0"/>
              </a:rPr>
              <a:t>Aetna </a:t>
            </a:r>
            <a:br>
              <a:rPr lang="en-US" sz="1400" b="1">
                <a:solidFill>
                  <a:srgbClr val="7D3F98"/>
                </a:solidFill>
                <a:latin typeface="CVS Health Sans" panose="020B0504020202020204" pitchFamily="34" charset="0"/>
                <a:sym typeface="CVS Health Sans" panose="020B0504020202020204" pitchFamily="34" charset="0"/>
              </a:rPr>
            </a:br>
            <a:r>
              <a:rPr lang="en-US" sz="1400" b="1">
                <a:solidFill>
                  <a:srgbClr val="7D3F98"/>
                </a:solidFill>
                <a:latin typeface="CVS Health Sans" panose="020B0504020202020204" pitchFamily="34" charset="0"/>
                <a:sym typeface="CVS Health Sans" panose="020B0504020202020204" pitchFamily="34" charset="0"/>
              </a:rPr>
              <a:t>Super App</a:t>
            </a:r>
          </a:p>
        </p:txBody>
      </p:sp>
      <p:sp>
        <p:nvSpPr>
          <p:cNvPr id="12" name="Rectangle: Rounded Corners 11">
            <a:extLst>
              <a:ext uri="{FF2B5EF4-FFF2-40B4-BE49-F238E27FC236}">
                <a16:creationId xmlns:a16="http://schemas.microsoft.com/office/drawing/2014/main" id="{793DDA34-B373-C077-7A44-790F5E569BBF}"/>
              </a:ext>
            </a:extLst>
          </p:cNvPr>
          <p:cNvSpPr>
            <a:spLocks/>
          </p:cNvSpPr>
          <p:nvPr/>
        </p:nvSpPr>
        <p:spPr>
          <a:xfrm>
            <a:off x="304727" y="3253496"/>
            <a:ext cx="1142827" cy="681940"/>
          </a:xfrm>
          <a:prstGeom prst="roundRect">
            <a:avLst/>
          </a:prstGeom>
          <a:noFill/>
          <a:ln w="6350" cap="sq">
            <a:noFill/>
            <a:miter lim="800000"/>
          </a:ln>
          <a:effectLst>
            <a:outerShdw blurRad="190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prstTxWarp prst="textNoShape">
              <a:avLst/>
            </a:prstTxWarp>
            <a:noAutofit/>
          </a:bodyPr>
          <a:lstStyle/>
          <a:p>
            <a:pPr algn="ctr" defTabSz="913852">
              <a:spcBef>
                <a:spcPts val="300"/>
              </a:spcBef>
              <a:spcAft>
                <a:spcPts val="300"/>
              </a:spcAft>
            </a:pPr>
            <a:r>
              <a:rPr lang="en-US" sz="1400" b="1">
                <a:solidFill>
                  <a:srgbClr val="7D3F98"/>
                </a:solidFill>
                <a:latin typeface="CVS Health Sans" panose="020B0504020202020204" pitchFamily="34" charset="0"/>
                <a:sym typeface="CVS Health Sans" panose="020B0504020202020204" pitchFamily="34" charset="0"/>
              </a:rPr>
              <a:t>Shared micro-apps</a:t>
            </a:r>
          </a:p>
        </p:txBody>
      </p:sp>
      <p:sp>
        <p:nvSpPr>
          <p:cNvPr id="13" name="TextBox 12">
            <a:extLst>
              <a:ext uri="{FF2B5EF4-FFF2-40B4-BE49-F238E27FC236}">
                <a16:creationId xmlns:a16="http://schemas.microsoft.com/office/drawing/2014/main" id="{5E725902-33D6-4B4A-3DC8-7395910E0D89}"/>
              </a:ext>
            </a:extLst>
          </p:cNvPr>
          <p:cNvSpPr txBox="1">
            <a:spLocks/>
          </p:cNvSpPr>
          <p:nvPr>
            <p:custDataLst>
              <p:tags r:id="rId5"/>
            </p:custDataLst>
          </p:nvPr>
        </p:nvSpPr>
        <p:spPr>
          <a:xfrm>
            <a:off x="1690061" y="1355564"/>
            <a:ext cx="3021046" cy="1268916"/>
          </a:xfrm>
          <a:prstGeom prst="rect">
            <a:avLst/>
          </a:prstGeom>
        </p:spPr>
        <p:txBody>
          <a:bodyPr vert="horz" wrap="square" lIns="0" tIns="0" rIns="0"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0815" indent="-170815" defTabSz="913852">
              <a:spcBef>
                <a:spcPct val="0"/>
              </a:spcBef>
              <a:buClr>
                <a:srgbClr val="000000"/>
              </a:buClr>
              <a:buFont typeface="Arial" panose="020B0604020202020204" pitchFamily="34" charset="0"/>
              <a:buChar char="•"/>
            </a:pPr>
            <a:r>
              <a:rPr lang="en-US" sz="1100">
                <a:solidFill>
                  <a:srgbClr val="000000"/>
                </a:solidFill>
                <a:latin typeface="CVS Health Sans"/>
                <a:cs typeface="Arial"/>
              </a:rPr>
              <a:t>New visual design, including White Label capabilities</a:t>
            </a:r>
            <a:endParaRPr lang="en-US">
              <a:solidFill>
                <a:srgbClr val="3F3F3F"/>
              </a:solidFill>
              <a:latin typeface="CVS Health Sans"/>
            </a:endParaRPr>
          </a:p>
          <a:p>
            <a:pPr marL="170815" indent="-170815" defTabSz="913852">
              <a:spcBef>
                <a:spcPct val="0"/>
              </a:spcBef>
              <a:buClr>
                <a:srgbClr val="000000"/>
              </a:buClr>
              <a:buFont typeface="Arial" panose="020B0604020202020204" pitchFamily="34" charset="0"/>
              <a:buChar char="•"/>
            </a:pPr>
            <a:r>
              <a:rPr lang="en-US" sz="1100">
                <a:solidFill>
                  <a:srgbClr val="000000"/>
                </a:solidFill>
                <a:latin typeface="CVS Health Sans"/>
                <a:cs typeface="Arial"/>
              </a:rPr>
              <a:t>Brilliant Basics/ETMMs</a:t>
            </a:r>
            <a:r>
              <a:rPr lang="en-US" sz="1100" baseline="30000">
                <a:solidFill>
                  <a:srgbClr val="000000"/>
                </a:solidFill>
                <a:latin typeface="CVS Health Sans"/>
                <a:cs typeface="Arial"/>
              </a:rPr>
              <a:t>2</a:t>
            </a:r>
          </a:p>
          <a:p>
            <a:pPr marL="170815" indent="-170815" defTabSz="913852">
              <a:spcBef>
                <a:spcPct val="0"/>
              </a:spcBef>
              <a:buClr>
                <a:srgbClr val="000000"/>
              </a:buClr>
              <a:buFont typeface="Arial" panose="020B0604020202020204" pitchFamily="34" charset="0"/>
              <a:buChar char="•"/>
            </a:pPr>
            <a:r>
              <a:rPr lang="en-US" sz="1100">
                <a:solidFill>
                  <a:srgbClr val="000000"/>
                </a:solidFill>
                <a:latin typeface="CVS Health Sans"/>
                <a:cs typeface="Arial"/>
              </a:rPr>
              <a:t>Personalized Home Screen</a:t>
            </a:r>
          </a:p>
          <a:p>
            <a:pPr marL="170815" indent="-170815" defTabSz="913852">
              <a:spcBef>
                <a:spcPct val="0"/>
              </a:spcBef>
              <a:buClr>
                <a:srgbClr val="000000"/>
              </a:buClr>
              <a:buFont typeface="Arial" panose="020B0604020202020204" pitchFamily="34" charset="0"/>
              <a:buChar char="•"/>
            </a:pPr>
            <a:r>
              <a:rPr lang="en-US" sz="1100">
                <a:solidFill>
                  <a:srgbClr val="000000"/>
                </a:solidFill>
                <a:latin typeface="CVS Health Sans"/>
                <a:cs typeface="Arial"/>
              </a:rPr>
              <a:t>Enhanced onboarding including Multi-BU consent</a:t>
            </a:r>
          </a:p>
          <a:p>
            <a:pPr marL="170815" indent="-170815" defTabSz="913852">
              <a:spcBef>
                <a:spcPct val="0"/>
              </a:spcBef>
              <a:buClr>
                <a:srgbClr val="000000"/>
              </a:buClr>
              <a:buFont typeface="Arial" panose="020B0604020202020204" pitchFamily="34" charset="0"/>
              <a:buChar char="•"/>
            </a:pPr>
            <a:r>
              <a:rPr lang="en-US" sz="1100">
                <a:solidFill>
                  <a:srgbClr val="000000"/>
                </a:solidFill>
                <a:latin typeface="CVS Health Sans"/>
                <a:cs typeface="Arial"/>
              </a:rPr>
              <a:t>Push notifications expansion</a:t>
            </a:r>
          </a:p>
          <a:p>
            <a:pPr marL="170815" indent="-170815" defTabSz="913852">
              <a:spcBef>
                <a:spcPct val="0"/>
              </a:spcBef>
              <a:buClr>
                <a:srgbClr val="000000"/>
              </a:buClr>
              <a:buFont typeface="Arial" panose="020B0604020202020204" pitchFamily="34" charset="0"/>
              <a:buChar char="•"/>
            </a:pPr>
            <a:endParaRPr lang="en-US" sz="1000">
              <a:solidFill>
                <a:srgbClr val="000000"/>
              </a:solidFill>
              <a:latin typeface="CVS Health Sans"/>
            </a:endParaRPr>
          </a:p>
        </p:txBody>
      </p:sp>
      <p:sp>
        <p:nvSpPr>
          <p:cNvPr id="14" name="TextBox 13">
            <a:extLst>
              <a:ext uri="{FF2B5EF4-FFF2-40B4-BE49-F238E27FC236}">
                <a16:creationId xmlns:a16="http://schemas.microsoft.com/office/drawing/2014/main" id="{CB1328BD-0259-7D4C-5E3A-EA1FED8EDD54}"/>
              </a:ext>
            </a:extLst>
          </p:cNvPr>
          <p:cNvSpPr txBox="1"/>
          <p:nvPr>
            <p:custDataLst>
              <p:tags r:id="rId6"/>
            </p:custDataLst>
          </p:nvPr>
        </p:nvSpPr>
        <p:spPr>
          <a:xfrm>
            <a:off x="1667766" y="3667492"/>
            <a:ext cx="5569802" cy="56938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0815" indent="-170815" defTabSz="913852">
              <a:spcBef>
                <a:spcPct val="0"/>
              </a:spcBef>
              <a:buClr>
                <a:srgbClr val="000000"/>
              </a:buClr>
              <a:buFont typeface="Arial" panose="020B0604020202020204" pitchFamily="34" charset="0"/>
              <a:buChar char="•"/>
            </a:pPr>
            <a:r>
              <a:rPr lang="en-US" sz="1100">
                <a:solidFill>
                  <a:srgbClr val="000000"/>
                </a:solidFill>
                <a:latin typeface="CVS Health Sans"/>
                <a:cs typeface="Arial"/>
              </a:rPr>
              <a:t>CVS Appointment Scheduling (Rx, MC) </a:t>
            </a:r>
            <a:endParaRPr lang="en-US">
              <a:solidFill>
                <a:srgbClr val="3F3F3F"/>
              </a:solidFill>
              <a:latin typeface="CVS Health Sans"/>
            </a:endParaRPr>
          </a:p>
          <a:p>
            <a:pPr defTabSz="913852">
              <a:spcBef>
                <a:spcPct val="0"/>
              </a:spcBef>
              <a:buClr>
                <a:srgbClr val="000000"/>
              </a:buClr>
              <a:buNone/>
            </a:pPr>
            <a:r>
              <a:rPr lang="en-US" sz="1100">
                <a:solidFill>
                  <a:srgbClr val="000000"/>
                </a:solidFill>
                <a:latin typeface="CVS Health Sans"/>
                <a:cs typeface="Arial"/>
              </a:rPr>
              <a:t>     Aetna Spending Summary (Medical/Dental)</a:t>
            </a:r>
          </a:p>
          <a:p>
            <a:pPr marL="170815" indent="-170815" defTabSz="913852">
              <a:spcBef>
                <a:spcPct val="0"/>
              </a:spcBef>
              <a:buClr>
                <a:srgbClr val="000000"/>
              </a:buClr>
              <a:buFont typeface="Arial" panose="020B0604020202020204" pitchFamily="34" charset="0"/>
              <a:buChar char="•"/>
            </a:pPr>
            <a:endParaRPr lang="en-US" sz="1000">
              <a:solidFill>
                <a:srgbClr val="000000"/>
              </a:solidFill>
              <a:latin typeface="CVS Health Sans"/>
            </a:endParaRPr>
          </a:p>
        </p:txBody>
      </p:sp>
      <p:sp>
        <p:nvSpPr>
          <p:cNvPr id="15" name="TextBox 14">
            <a:extLst>
              <a:ext uri="{FF2B5EF4-FFF2-40B4-BE49-F238E27FC236}">
                <a16:creationId xmlns:a16="http://schemas.microsoft.com/office/drawing/2014/main" id="{88C72BDF-47D0-F023-69DD-2B188D380A44}"/>
              </a:ext>
            </a:extLst>
          </p:cNvPr>
          <p:cNvSpPr txBox="1">
            <a:spLocks/>
          </p:cNvSpPr>
          <p:nvPr>
            <p:custDataLst>
              <p:tags r:id="rId7"/>
            </p:custDataLst>
          </p:nvPr>
        </p:nvSpPr>
        <p:spPr>
          <a:xfrm>
            <a:off x="7432671" y="3533154"/>
            <a:ext cx="2814549" cy="1115109"/>
          </a:xfrm>
          <a:prstGeom prst="rect">
            <a:avLst/>
          </a:prstGeom>
        </p:spPr>
        <p:txBody>
          <a:bodyPr vert="horz" wrap="square" lIns="0" tIns="0" rIns="0"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0815" indent="-170815" defTabSz="913852">
              <a:spcBef>
                <a:spcPct val="0"/>
              </a:spcBef>
              <a:buClr>
                <a:srgbClr val="000000"/>
              </a:buClr>
              <a:buFont typeface="Arial" panose="020B0604020202020204" pitchFamily="34" charset="0"/>
              <a:buChar char="•"/>
            </a:pPr>
            <a:r>
              <a:rPr lang="en-US" sz="1100">
                <a:solidFill>
                  <a:srgbClr val="000000"/>
                </a:solidFill>
                <a:latin typeface="CVS Health Sans"/>
                <a:cs typeface="Arial"/>
              </a:rPr>
              <a:t>Profile/preferences</a:t>
            </a:r>
            <a:endParaRPr lang="en-US">
              <a:solidFill>
                <a:srgbClr val="3F3F3F"/>
              </a:solidFill>
              <a:latin typeface="CVS Health Sans"/>
              <a:cs typeface="Arial"/>
            </a:endParaRPr>
          </a:p>
          <a:p>
            <a:pPr marL="170815" indent="-170815" defTabSz="913852">
              <a:spcBef>
                <a:spcPct val="0"/>
              </a:spcBef>
              <a:buClr>
                <a:srgbClr val="000000"/>
              </a:buClr>
              <a:buFont typeface="Arial" panose="020B0604020202020204" pitchFamily="34" charset="0"/>
              <a:buChar char="•"/>
            </a:pPr>
            <a:r>
              <a:rPr lang="en-US" sz="1100">
                <a:solidFill>
                  <a:srgbClr val="000000"/>
                </a:solidFill>
                <a:latin typeface="CVS Health Sans"/>
                <a:cs typeface="Arial"/>
              </a:rPr>
              <a:t>Centralized health records</a:t>
            </a:r>
          </a:p>
          <a:p>
            <a:pPr marL="170815" indent="-170815" defTabSz="913852">
              <a:spcBef>
                <a:spcPct val="0"/>
              </a:spcBef>
              <a:buClr>
                <a:srgbClr val="000000"/>
              </a:buClr>
              <a:buFont typeface="Arial" panose="020B0604020202020204" pitchFamily="34" charset="0"/>
              <a:buChar char="•"/>
            </a:pPr>
            <a:r>
              <a:rPr lang="en-US" sz="1100">
                <a:solidFill>
                  <a:srgbClr val="000000"/>
                </a:solidFill>
                <a:latin typeface="CVS Health Sans"/>
                <a:cs typeface="Arial"/>
              </a:rPr>
              <a:t>Health Triage</a:t>
            </a:r>
            <a:endParaRPr lang="en-US" sz="1100">
              <a:solidFill>
                <a:srgbClr val="000000"/>
              </a:solidFill>
              <a:latin typeface="CVS Health Sans"/>
            </a:endParaRPr>
          </a:p>
          <a:p>
            <a:pPr marL="170815" indent="-170815" defTabSz="913852">
              <a:spcBef>
                <a:spcPct val="0"/>
              </a:spcBef>
              <a:buClr>
                <a:srgbClr val="000000"/>
              </a:buClr>
              <a:buFont typeface="Arial" panose="020B0604020202020204" pitchFamily="34" charset="0"/>
              <a:buChar char="•"/>
            </a:pPr>
            <a:r>
              <a:rPr lang="en-US" sz="1100">
                <a:solidFill>
                  <a:srgbClr val="000000"/>
                </a:solidFill>
                <a:latin typeface="CVS Health Sans"/>
                <a:cs typeface="Arial"/>
              </a:rPr>
              <a:t>Condition / medication management</a:t>
            </a:r>
          </a:p>
          <a:p>
            <a:pPr marL="170815" indent="-170815" defTabSz="913852">
              <a:spcBef>
                <a:spcPct val="0"/>
              </a:spcBef>
              <a:buClr>
                <a:srgbClr val="000000"/>
              </a:buClr>
              <a:buFont typeface="Arial" panose="020B0604020202020204" pitchFamily="34" charset="0"/>
              <a:buChar char="•"/>
            </a:pPr>
            <a:r>
              <a:rPr lang="en-US" sz="1100">
                <a:solidFill>
                  <a:srgbClr val="000000"/>
                </a:solidFill>
                <a:latin typeface="CVS Health Sans"/>
                <a:cs typeface="Arial"/>
              </a:rPr>
              <a:t>OTCHS balance + link to catalog</a:t>
            </a:r>
          </a:p>
        </p:txBody>
      </p:sp>
      <p:sp>
        <p:nvSpPr>
          <p:cNvPr id="16" name="TextBox 15">
            <a:extLst>
              <a:ext uri="{FF2B5EF4-FFF2-40B4-BE49-F238E27FC236}">
                <a16:creationId xmlns:a16="http://schemas.microsoft.com/office/drawing/2014/main" id="{545ADAD9-2F11-098D-3713-3EAFB13DEB92}"/>
              </a:ext>
            </a:extLst>
          </p:cNvPr>
          <p:cNvSpPr txBox="1">
            <a:spLocks/>
          </p:cNvSpPr>
          <p:nvPr>
            <p:custDataLst>
              <p:tags r:id="rId8"/>
            </p:custDataLst>
          </p:nvPr>
        </p:nvSpPr>
        <p:spPr>
          <a:xfrm>
            <a:off x="7420900" y="1355563"/>
            <a:ext cx="4472261" cy="926749"/>
          </a:xfrm>
          <a:prstGeom prst="rect">
            <a:avLst/>
          </a:prstGeom>
        </p:spPr>
        <p:txBody>
          <a:bodyPr vert="horz" wrap="square" lIns="0" tIns="0" rIns="0"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348" indent="-171348" defTabSz="913852">
              <a:spcBef>
                <a:spcPct val="0"/>
              </a:spcBef>
              <a:buClr>
                <a:srgbClr val="000000"/>
              </a:buClr>
              <a:buFont typeface="Arial" panose="020B0604020202020204" pitchFamily="34" charset="0"/>
              <a:buChar char="•"/>
            </a:pPr>
            <a:r>
              <a:rPr lang="en-US" sz="1100" dirty="0">
                <a:solidFill>
                  <a:srgbClr val="000000"/>
                </a:solidFill>
                <a:latin typeface="CVS Health Sans"/>
              </a:rPr>
              <a:t>Continued expanded scope on MLP premium engagement features</a:t>
            </a:r>
          </a:p>
          <a:p>
            <a:pPr marL="170764" indent="-170764" defTabSz="913852">
              <a:spcBef>
                <a:spcPct val="0"/>
              </a:spcBef>
              <a:buClr>
                <a:srgbClr val="000000"/>
              </a:buClr>
              <a:buFont typeface="Arial" panose="020B0604020202020204" pitchFamily="34" charset="0"/>
              <a:buChar char="•"/>
            </a:pPr>
            <a:r>
              <a:rPr lang="en-US" sz="1100" dirty="0">
                <a:solidFill>
                  <a:srgbClr val="000000"/>
                </a:solidFill>
                <a:highlight>
                  <a:srgbClr val="FFFF00"/>
                </a:highlight>
                <a:latin typeface="CVS Health Sans"/>
                <a:cs typeface="Arial"/>
              </a:rPr>
              <a:t>Caremark features (non-dispensing; shared micro-app in 2026)</a:t>
            </a:r>
          </a:p>
          <a:p>
            <a:pPr marL="170764" indent="-170764" defTabSz="913852">
              <a:spcBef>
                <a:spcPct val="0"/>
              </a:spcBef>
              <a:buClr>
                <a:srgbClr val="000000"/>
              </a:buClr>
              <a:buFont typeface="Arial" panose="020B0604020202020204" pitchFamily="34" charset="0"/>
              <a:buChar char="•"/>
            </a:pPr>
            <a:r>
              <a:rPr lang="en-US" sz="1100" dirty="0">
                <a:solidFill>
                  <a:srgbClr val="000000"/>
                </a:solidFill>
                <a:highlight>
                  <a:srgbClr val="FFFF00"/>
                </a:highlight>
                <a:latin typeface="CVS Health Sans"/>
                <a:cs typeface="Arial"/>
              </a:rPr>
              <a:t>Specialty features (non-dispensing; shared micro-app in 2026)</a:t>
            </a:r>
          </a:p>
          <a:p>
            <a:pPr marL="170764" indent="-170764" defTabSz="913852">
              <a:spcBef>
                <a:spcPct val="0"/>
              </a:spcBef>
              <a:buClr>
                <a:srgbClr val="000000"/>
              </a:buClr>
              <a:buFont typeface="Arial" panose="020B0604020202020204" pitchFamily="34" charset="0"/>
              <a:buChar char="•"/>
            </a:pPr>
            <a:r>
              <a:rPr lang="en-US" sz="1100" dirty="0">
                <a:solidFill>
                  <a:srgbClr val="000000"/>
                </a:solidFill>
                <a:latin typeface="CVS Health Sans"/>
                <a:cs typeface="Arial"/>
              </a:rPr>
              <a:t>White label instance of the app </a:t>
            </a:r>
            <a:endParaRPr lang="en-US" sz="1100" dirty="0">
              <a:solidFill>
                <a:srgbClr val="000000"/>
              </a:solidFill>
              <a:latin typeface="CVS Health Sans"/>
            </a:endParaRPr>
          </a:p>
        </p:txBody>
      </p:sp>
      <p:sp>
        <p:nvSpPr>
          <p:cNvPr id="17" name="TextBox 16">
            <a:extLst>
              <a:ext uri="{FF2B5EF4-FFF2-40B4-BE49-F238E27FC236}">
                <a16:creationId xmlns:a16="http://schemas.microsoft.com/office/drawing/2014/main" id="{195760BB-ACB2-EAC5-1499-30D70C34C8CF}"/>
              </a:ext>
            </a:extLst>
          </p:cNvPr>
          <p:cNvSpPr txBox="1">
            <a:spLocks/>
          </p:cNvSpPr>
          <p:nvPr>
            <p:custDataLst>
              <p:tags r:id="rId9"/>
            </p:custDataLst>
          </p:nvPr>
        </p:nvSpPr>
        <p:spPr>
          <a:xfrm>
            <a:off x="1690058" y="4863212"/>
            <a:ext cx="3021046" cy="1961054"/>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348" indent="-171348" defTabSz="913852">
              <a:spcBef>
                <a:spcPct val="0"/>
              </a:spcBef>
              <a:buClr>
                <a:srgbClr val="000000"/>
              </a:buClr>
              <a:buFont typeface="Arial" panose="020B0604020202020204" pitchFamily="34" charset="0"/>
              <a:buChar char="•"/>
            </a:pPr>
            <a:r>
              <a:rPr lang="en-US" sz="1100">
                <a:solidFill>
                  <a:srgbClr val="000000"/>
                </a:solidFill>
                <a:latin typeface="CVS Health Sans"/>
              </a:rPr>
              <a:t>Brilliant Basics/ETMMs</a:t>
            </a:r>
          </a:p>
          <a:p>
            <a:pPr marL="171348" indent="-171348" defTabSz="913852">
              <a:spcBef>
                <a:spcPct val="0"/>
              </a:spcBef>
              <a:buClr>
                <a:srgbClr val="000000"/>
              </a:buClr>
              <a:buFont typeface="Arial" panose="020B0604020202020204" pitchFamily="34" charset="0"/>
              <a:buChar char="•"/>
            </a:pPr>
            <a:r>
              <a:rPr lang="en-US" sz="1100">
                <a:solidFill>
                  <a:srgbClr val="000000"/>
                </a:solidFill>
                <a:latin typeface="CVS Health Sans"/>
              </a:rPr>
              <a:t>Elevated experience design (UX/UI)</a:t>
            </a:r>
          </a:p>
          <a:p>
            <a:pPr marL="171348" indent="-171348" defTabSz="913852">
              <a:spcBef>
                <a:spcPct val="0"/>
              </a:spcBef>
              <a:buClr>
                <a:srgbClr val="000000"/>
              </a:buClr>
              <a:buFont typeface="Arial" panose="020B0604020202020204" pitchFamily="34" charset="0"/>
              <a:buChar char="•"/>
            </a:pPr>
            <a:r>
              <a:rPr lang="en-US" sz="1100">
                <a:solidFill>
                  <a:srgbClr val="000000"/>
                </a:solidFill>
                <a:latin typeface="CVS Health Sans"/>
              </a:rPr>
              <a:t>App experience in Spanish (multilingual offering)</a:t>
            </a:r>
          </a:p>
        </p:txBody>
      </p:sp>
      <p:sp>
        <p:nvSpPr>
          <p:cNvPr id="18" name="TextBox 17">
            <a:extLst>
              <a:ext uri="{FF2B5EF4-FFF2-40B4-BE49-F238E27FC236}">
                <a16:creationId xmlns:a16="http://schemas.microsoft.com/office/drawing/2014/main" id="{61EC53F5-57F2-C7DC-C530-FBB634DE06CA}"/>
              </a:ext>
            </a:extLst>
          </p:cNvPr>
          <p:cNvSpPr txBox="1">
            <a:spLocks/>
          </p:cNvSpPr>
          <p:nvPr>
            <p:custDataLst>
              <p:tags r:id="rId10"/>
            </p:custDataLst>
          </p:nvPr>
        </p:nvSpPr>
        <p:spPr>
          <a:xfrm>
            <a:off x="7432668" y="4863213"/>
            <a:ext cx="4454611" cy="1230464"/>
          </a:xfrm>
          <a:prstGeom prst="rect">
            <a:avLst/>
          </a:prstGeom>
        </p:spPr>
        <p:txBody>
          <a:bodyPr vert="horz" wrap="square" lIns="0" tIns="0" rIns="0"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defTabSz="913852">
              <a:buClr>
                <a:srgbClr val="000000"/>
              </a:buClr>
              <a:buNone/>
            </a:pPr>
            <a:r>
              <a:rPr lang="en-US" sz="1100" b="1">
                <a:solidFill>
                  <a:srgbClr val="000000"/>
                </a:solidFill>
                <a:latin typeface="CVS Health Sans"/>
                <a:cs typeface="Arial"/>
              </a:rPr>
              <a:t>MLP premium engagement features</a:t>
            </a:r>
            <a:endParaRPr lang="en-US" sz="1100" b="1">
              <a:solidFill>
                <a:srgbClr val="000000"/>
              </a:solidFill>
              <a:latin typeface="CVS Health Sans"/>
              <a:cs typeface="Arial"/>
              <a:sym typeface="Wingdings" pitchFamily="2" charset="2"/>
            </a:endParaRPr>
          </a:p>
          <a:p>
            <a:pPr marL="170815" indent="-170815" defTabSz="913852">
              <a:buClr>
                <a:srgbClr val="000000"/>
              </a:buClr>
              <a:buFont typeface="Arial" panose="020B0604020202020204" pitchFamily="34" charset="0"/>
              <a:buChar char="•"/>
            </a:pPr>
            <a:r>
              <a:rPr lang="en-US" sz="1100">
                <a:solidFill>
                  <a:srgbClr val="000000"/>
                </a:solidFill>
                <a:latin typeface="CVS Health Sans"/>
                <a:cs typeface="Arial"/>
                <a:sym typeface="Wingdings" pitchFamily="2" charset="2"/>
              </a:rPr>
              <a:t>Enhanced provider search with integrated transparency</a:t>
            </a:r>
            <a:endParaRPr lang="en-US" sz="1100">
              <a:solidFill>
                <a:srgbClr val="000000"/>
              </a:solidFill>
              <a:latin typeface="CVS Health Sans"/>
              <a:cs typeface="Arial"/>
            </a:endParaRPr>
          </a:p>
          <a:p>
            <a:pPr marL="170815" indent="-170815" defTabSz="913852">
              <a:buClr>
                <a:srgbClr val="000000"/>
              </a:buClr>
              <a:buFont typeface="Arial" panose="020B0604020202020204" pitchFamily="34" charset="0"/>
              <a:buChar char="•"/>
            </a:pPr>
            <a:r>
              <a:rPr lang="en-US" sz="1100">
                <a:solidFill>
                  <a:srgbClr val="000000"/>
                </a:solidFill>
                <a:latin typeface="CVS Health Sans"/>
                <a:cs typeface="Arial"/>
                <a:sym typeface="Wingdings" pitchFamily="2" charset="2"/>
              </a:rPr>
              <a:t>Behavioral Health access to care (provider search, programs)</a:t>
            </a:r>
            <a:endParaRPr lang="en-US" sz="1100">
              <a:solidFill>
                <a:srgbClr val="000000"/>
              </a:solidFill>
              <a:latin typeface="CVS Health Sans"/>
              <a:cs typeface="Arial"/>
            </a:endParaRPr>
          </a:p>
          <a:p>
            <a:pPr marL="170815" indent="-170815" defTabSz="913852">
              <a:buClr>
                <a:srgbClr val="000000"/>
              </a:buClr>
              <a:buFont typeface="Arial" panose="020B0604020202020204" pitchFamily="34" charset="0"/>
              <a:buChar char="•"/>
            </a:pPr>
            <a:r>
              <a:rPr lang="en-US" sz="1100">
                <a:solidFill>
                  <a:srgbClr val="000000"/>
                </a:solidFill>
                <a:latin typeface="CVS Health Sans"/>
                <a:cs typeface="Arial"/>
                <a:sym typeface="Wingdings" pitchFamily="2" charset="2"/>
              </a:rPr>
              <a:t>Health Triage (focus on benefits and programs)</a:t>
            </a:r>
            <a:endParaRPr lang="en-US" sz="1100">
              <a:solidFill>
                <a:srgbClr val="000000"/>
              </a:solidFill>
              <a:latin typeface="CVS Health Sans"/>
              <a:cs typeface="Arial"/>
            </a:endParaRPr>
          </a:p>
          <a:p>
            <a:pPr marL="170815" indent="-170815" defTabSz="913852">
              <a:buClr>
                <a:srgbClr val="000000"/>
              </a:buClr>
              <a:buFont typeface="Arial" panose="020B0604020202020204" pitchFamily="34" charset="0"/>
              <a:buChar char="•"/>
            </a:pPr>
            <a:r>
              <a:rPr lang="en-US" sz="1100">
                <a:solidFill>
                  <a:srgbClr val="000000"/>
                </a:solidFill>
                <a:latin typeface="CVS Health Sans"/>
                <a:cs typeface="Arial"/>
                <a:sym typeface="Wingdings" pitchFamily="2" charset="2"/>
              </a:rPr>
              <a:t>Health Spending Insights</a:t>
            </a:r>
            <a:endParaRPr lang="en-US" sz="1100">
              <a:solidFill>
                <a:srgbClr val="000000"/>
              </a:solidFill>
              <a:latin typeface="CVS Health Sans"/>
              <a:cs typeface="Arial"/>
            </a:endParaRPr>
          </a:p>
        </p:txBody>
      </p:sp>
      <p:pic>
        <p:nvPicPr>
          <p:cNvPr id="19" name="Graphic 18" descr="Aetna logo.">
            <a:extLst>
              <a:ext uri="{FF2B5EF4-FFF2-40B4-BE49-F238E27FC236}">
                <a16:creationId xmlns:a16="http://schemas.microsoft.com/office/drawing/2014/main" id="{2B8EF365-FEB0-34BE-E93A-AC4FC2032FAE}"/>
              </a:ext>
            </a:extLst>
          </p:cNvPr>
          <p:cNvPicPr>
            <a:picLocks noChangeAspect="1"/>
          </p:cNvPicPr>
          <p:nvPr/>
        </p:nvPicPr>
        <p:blipFill rotWithShape="1">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rcRect r="77316"/>
          <a:stretch/>
        </p:blipFill>
        <p:spPr>
          <a:xfrm>
            <a:off x="9237545" y="300266"/>
            <a:ext cx="142307" cy="124090"/>
          </a:xfrm>
          <a:prstGeom prst="rect">
            <a:avLst/>
          </a:prstGeom>
        </p:spPr>
      </p:pic>
      <p:sp>
        <p:nvSpPr>
          <p:cNvPr id="20" name="Freeform 11">
            <a:extLst>
              <a:ext uri="{FF2B5EF4-FFF2-40B4-BE49-F238E27FC236}">
                <a16:creationId xmlns:a16="http://schemas.microsoft.com/office/drawing/2014/main" id="{FED08B3D-EF18-8965-D36C-A4990526D360}"/>
              </a:ext>
            </a:extLst>
          </p:cNvPr>
          <p:cNvSpPr>
            <a:spLocks/>
          </p:cNvSpPr>
          <p:nvPr/>
        </p:nvSpPr>
        <p:spPr bwMode="auto">
          <a:xfrm>
            <a:off x="9237545" y="129090"/>
            <a:ext cx="127362" cy="104558"/>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392" tIns="45696" rIns="91392" bIns="45696" numCol="1" anchor="t" anchorCtr="0" compatLnSpc="1">
            <a:prstTxWarp prst="textNoShape">
              <a:avLst/>
            </a:prstTxWarp>
          </a:bodyPr>
          <a:lstStyle/>
          <a:p>
            <a:pPr defTabSz="913852">
              <a:defRPr/>
            </a:pPr>
            <a:endParaRPr lang="en-US" sz="1798" kern="0">
              <a:solidFill>
                <a:srgbClr val="3F3F3F"/>
              </a:solidFill>
              <a:latin typeface="CVS Health Sans"/>
            </a:endParaRPr>
          </a:p>
        </p:txBody>
      </p:sp>
      <p:sp>
        <p:nvSpPr>
          <p:cNvPr id="21" name="TextBox 20">
            <a:extLst>
              <a:ext uri="{FF2B5EF4-FFF2-40B4-BE49-F238E27FC236}">
                <a16:creationId xmlns:a16="http://schemas.microsoft.com/office/drawing/2014/main" id="{6916D38A-6547-7F9C-4F52-2ADE8DA0056A}"/>
              </a:ext>
            </a:extLst>
          </p:cNvPr>
          <p:cNvSpPr txBox="1"/>
          <p:nvPr/>
        </p:nvSpPr>
        <p:spPr>
          <a:xfrm>
            <a:off x="9419596" y="290020"/>
            <a:ext cx="2706205" cy="153848"/>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defTabSz="913578">
              <a:buClr>
                <a:srgbClr val="000000"/>
              </a:buClr>
            </a:pPr>
            <a:r>
              <a:rPr lang="en-US" sz="1000">
                <a:solidFill>
                  <a:srgbClr val="000000"/>
                </a:solidFill>
                <a:latin typeface="CVS Health Sans"/>
              </a:rPr>
              <a:t>Aetna built micro-app inside CVS Super App</a:t>
            </a:r>
          </a:p>
        </p:txBody>
      </p:sp>
      <p:sp>
        <p:nvSpPr>
          <p:cNvPr id="22" name="TextBox 21">
            <a:extLst>
              <a:ext uri="{FF2B5EF4-FFF2-40B4-BE49-F238E27FC236}">
                <a16:creationId xmlns:a16="http://schemas.microsoft.com/office/drawing/2014/main" id="{BC985773-C476-0C69-67FC-53FC1616C3D2}"/>
              </a:ext>
            </a:extLst>
          </p:cNvPr>
          <p:cNvSpPr txBox="1"/>
          <p:nvPr/>
        </p:nvSpPr>
        <p:spPr>
          <a:xfrm>
            <a:off x="9419596" y="104464"/>
            <a:ext cx="2706205" cy="153848"/>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defTabSz="913578">
              <a:buClr>
                <a:srgbClr val="000000"/>
              </a:buClr>
            </a:pPr>
            <a:r>
              <a:rPr lang="en-US" sz="1000">
                <a:solidFill>
                  <a:srgbClr val="000000"/>
                </a:solidFill>
                <a:latin typeface="CVS Health Sans"/>
              </a:rPr>
              <a:t>CVS built micro-app inside Aetna Super App</a:t>
            </a:r>
          </a:p>
        </p:txBody>
      </p:sp>
      <p:pic>
        <p:nvPicPr>
          <p:cNvPr id="23" name="Graphic 22" descr="Aetna logo.">
            <a:extLst>
              <a:ext uri="{FF2B5EF4-FFF2-40B4-BE49-F238E27FC236}">
                <a16:creationId xmlns:a16="http://schemas.microsoft.com/office/drawing/2014/main" id="{2D02B4DA-9081-D83A-81F2-3B8D8C0A2F59}"/>
              </a:ext>
            </a:extLst>
          </p:cNvPr>
          <p:cNvPicPr>
            <a:picLocks noChangeAspect="1"/>
          </p:cNvPicPr>
          <p:nvPr/>
        </p:nvPicPr>
        <p:blipFill rotWithShape="1">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rcRect r="77316"/>
          <a:stretch/>
        </p:blipFill>
        <p:spPr>
          <a:xfrm>
            <a:off x="1641547" y="3876558"/>
            <a:ext cx="142307" cy="124090"/>
          </a:xfrm>
          <a:prstGeom prst="rect">
            <a:avLst/>
          </a:prstGeom>
        </p:spPr>
      </p:pic>
      <p:pic>
        <p:nvPicPr>
          <p:cNvPr id="24" name="Graphic 23" descr="Aetna logo.">
            <a:extLst>
              <a:ext uri="{FF2B5EF4-FFF2-40B4-BE49-F238E27FC236}">
                <a16:creationId xmlns:a16="http://schemas.microsoft.com/office/drawing/2014/main" id="{6899865E-0E18-BA2D-3743-715AA3540B41}"/>
              </a:ext>
            </a:extLst>
          </p:cNvPr>
          <p:cNvPicPr>
            <a:picLocks noChangeAspect="1"/>
          </p:cNvPicPr>
          <p:nvPr/>
        </p:nvPicPr>
        <p:blipFill rotWithShape="1">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rcRect r="77316"/>
          <a:stretch/>
        </p:blipFill>
        <p:spPr>
          <a:xfrm>
            <a:off x="1641547" y="3656342"/>
            <a:ext cx="142307" cy="124090"/>
          </a:xfrm>
          <a:prstGeom prst="rect">
            <a:avLst/>
          </a:prstGeom>
        </p:spPr>
      </p:pic>
      <p:pic>
        <p:nvPicPr>
          <p:cNvPr id="25" name="Graphic 24" descr="Aetna logo.">
            <a:extLst>
              <a:ext uri="{FF2B5EF4-FFF2-40B4-BE49-F238E27FC236}">
                <a16:creationId xmlns:a16="http://schemas.microsoft.com/office/drawing/2014/main" id="{D179707B-20EF-5014-F697-9BCC19F2A0DE}"/>
              </a:ext>
            </a:extLst>
          </p:cNvPr>
          <p:cNvPicPr>
            <a:picLocks noChangeAspect="1"/>
          </p:cNvPicPr>
          <p:nvPr/>
        </p:nvPicPr>
        <p:blipFill rotWithShape="1">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rcRect r="77316"/>
          <a:stretch/>
        </p:blipFill>
        <p:spPr>
          <a:xfrm>
            <a:off x="9885206" y="3557699"/>
            <a:ext cx="142307" cy="124090"/>
          </a:xfrm>
          <a:prstGeom prst="rect">
            <a:avLst/>
          </a:prstGeom>
        </p:spPr>
      </p:pic>
      <p:sp>
        <p:nvSpPr>
          <p:cNvPr id="26" name="Freeform 11">
            <a:extLst>
              <a:ext uri="{FF2B5EF4-FFF2-40B4-BE49-F238E27FC236}">
                <a16:creationId xmlns:a16="http://schemas.microsoft.com/office/drawing/2014/main" id="{001D8BD8-77B2-E6A6-BA87-FDF829D59114}"/>
              </a:ext>
            </a:extLst>
          </p:cNvPr>
          <p:cNvSpPr>
            <a:spLocks/>
          </p:cNvSpPr>
          <p:nvPr/>
        </p:nvSpPr>
        <p:spPr bwMode="auto">
          <a:xfrm>
            <a:off x="7413071" y="3562342"/>
            <a:ext cx="127362" cy="104558"/>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392" tIns="45696" rIns="91392" bIns="45696" numCol="1" anchor="t" anchorCtr="0" compatLnSpc="1">
            <a:prstTxWarp prst="textNoShape">
              <a:avLst/>
            </a:prstTxWarp>
          </a:bodyPr>
          <a:lstStyle/>
          <a:p>
            <a:pPr defTabSz="913852">
              <a:defRPr/>
            </a:pPr>
            <a:endParaRPr lang="en-US" sz="1798" kern="0">
              <a:solidFill>
                <a:srgbClr val="3F3F3F"/>
              </a:solidFill>
              <a:latin typeface="CVS Health Sans"/>
            </a:endParaRPr>
          </a:p>
        </p:txBody>
      </p:sp>
      <p:sp>
        <p:nvSpPr>
          <p:cNvPr id="27" name="Freeform 11">
            <a:extLst>
              <a:ext uri="{FF2B5EF4-FFF2-40B4-BE49-F238E27FC236}">
                <a16:creationId xmlns:a16="http://schemas.microsoft.com/office/drawing/2014/main" id="{BC6DC54F-3A7F-8F9C-D02A-F2BA7E57715D}"/>
              </a:ext>
            </a:extLst>
          </p:cNvPr>
          <p:cNvSpPr>
            <a:spLocks/>
          </p:cNvSpPr>
          <p:nvPr/>
        </p:nvSpPr>
        <p:spPr bwMode="auto">
          <a:xfrm>
            <a:off x="7413071" y="3776061"/>
            <a:ext cx="127362" cy="104558"/>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392" tIns="45696" rIns="91392" bIns="45696" numCol="1" anchor="t" anchorCtr="0" compatLnSpc="1">
            <a:prstTxWarp prst="textNoShape">
              <a:avLst/>
            </a:prstTxWarp>
          </a:bodyPr>
          <a:lstStyle/>
          <a:p>
            <a:pPr defTabSz="913852">
              <a:defRPr/>
            </a:pPr>
            <a:endParaRPr lang="en-US" sz="1798" kern="0">
              <a:solidFill>
                <a:srgbClr val="3F3F3F"/>
              </a:solidFill>
              <a:latin typeface="CVS Health Sans"/>
            </a:endParaRPr>
          </a:p>
        </p:txBody>
      </p:sp>
      <p:sp>
        <p:nvSpPr>
          <p:cNvPr id="28" name="Freeform 11">
            <a:extLst>
              <a:ext uri="{FF2B5EF4-FFF2-40B4-BE49-F238E27FC236}">
                <a16:creationId xmlns:a16="http://schemas.microsoft.com/office/drawing/2014/main" id="{4F3291A1-B479-BB6E-609F-4A5E0B6E2F7D}"/>
              </a:ext>
            </a:extLst>
          </p:cNvPr>
          <p:cNvSpPr>
            <a:spLocks/>
          </p:cNvSpPr>
          <p:nvPr/>
        </p:nvSpPr>
        <p:spPr bwMode="auto">
          <a:xfrm>
            <a:off x="7413071" y="4194040"/>
            <a:ext cx="127362" cy="104558"/>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392" tIns="45696" rIns="91392" bIns="45696" numCol="1" anchor="t" anchorCtr="0" compatLnSpc="1">
            <a:prstTxWarp prst="textNoShape">
              <a:avLst/>
            </a:prstTxWarp>
          </a:bodyPr>
          <a:lstStyle/>
          <a:p>
            <a:pPr defTabSz="913852">
              <a:defRPr/>
            </a:pPr>
            <a:endParaRPr lang="en-US" sz="1798" kern="0">
              <a:solidFill>
                <a:srgbClr val="3F3F3F"/>
              </a:solidFill>
              <a:latin typeface="CVS Health Sans"/>
            </a:endParaRPr>
          </a:p>
        </p:txBody>
      </p:sp>
      <p:sp>
        <p:nvSpPr>
          <p:cNvPr id="29" name="Freeform 11">
            <a:extLst>
              <a:ext uri="{FF2B5EF4-FFF2-40B4-BE49-F238E27FC236}">
                <a16:creationId xmlns:a16="http://schemas.microsoft.com/office/drawing/2014/main" id="{3211B7AB-D143-9A34-2575-3284341145D5}"/>
              </a:ext>
            </a:extLst>
          </p:cNvPr>
          <p:cNvSpPr>
            <a:spLocks/>
          </p:cNvSpPr>
          <p:nvPr/>
        </p:nvSpPr>
        <p:spPr bwMode="auto">
          <a:xfrm>
            <a:off x="7413071" y="3989780"/>
            <a:ext cx="127362" cy="104558"/>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392" tIns="45696" rIns="91392" bIns="45696" numCol="1" anchor="t" anchorCtr="0" compatLnSpc="1">
            <a:prstTxWarp prst="textNoShape">
              <a:avLst/>
            </a:prstTxWarp>
          </a:bodyPr>
          <a:lstStyle/>
          <a:p>
            <a:pPr defTabSz="913852">
              <a:defRPr/>
            </a:pPr>
            <a:endParaRPr lang="en-US" sz="1798" kern="0">
              <a:solidFill>
                <a:srgbClr val="3F3F3F"/>
              </a:solidFill>
              <a:latin typeface="CVS Health Sans"/>
            </a:endParaRPr>
          </a:p>
        </p:txBody>
      </p:sp>
      <p:sp>
        <p:nvSpPr>
          <p:cNvPr id="30" name="TextBox 29">
            <a:extLst>
              <a:ext uri="{FF2B5EF4-FFF2-40B4-BE49-F238E27FC236}">
                <a16:creationId xmlns:a16="http://schemas.microsoft.com/office/drawing/2014/main" id="{E345652B-C8AB-7CFA-233D-E9F04CBC2875}"/>
              </a:ext>
            </a:extLst>
          </p:cNvPr>
          <p:cNvSpPr txBox="1">
            <a:spLocks/>
          </p:cNvSpPr>
          <p:nvPr>
            <p:custDataLst>
              <p:tags r:id="rId11"/>
            </p:custDataLst>
          </p:nvPr>
        </p:nvSpPr>
        <p:spPr>
          <a:xfrm>
            <a:off x="4787150" y="1355563"/>
            <a:ext cx="2339796" cy="1614985"/>
          </a:xfrm>
          <a:prstGeom prst="rect">
            <a:avLst/>
          </a:prstGeom>
        </p:spPr>
        <p:txBody>
          <a:bodyPr vert="horz" wrap="square" lIns="0" tIns="0" rIns="0"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defTabSz="913852">
              <a:spcBef>
                <a:spcPct val="0"/>
              </a:spcBef>
              <a:buClr>
                <a:srgbClr val="000000"/>
              </a:buClr>
              <a:buNone/>
            </a:pPr>
            <a:r>
              <a:rPr lang="en-US" sz="1100" b="1">
                <a:solidFill>
                  <a:srgbClr val="000000"/>
                </a:solidFill>
                <a:latin typeface="CVS Health Sans"/>
              </a:rPr>
              <a:t>MLP premium engagement features</a:t>
            </a:r>
          </a:p>
          <a:p>
            <a:pPr marL="234880" lvl="1" indent="-226945" defTabSz="913852">
              <a:spcBef>
                <a:spcPct val="0"/>
              </a:spcBef>
              <a:buClr>
                <a:srgbClr val="000000"/>
              </a:buClr>
              <a:buFont typeface="Arial" panose="020B0604020202020204" pitchFamily="34" charset="0"/>
              <a:buChar char="•"/>
            </a:pPr>
            <a:r>
              <a:rPr lang="en-US" sz="1100" kern="0">
                <a:solidFill>
                  <a:srgbClr val="000000"/>
                </a:solidFill>
                <a:latin typeface="CVS Health Sans"/>
              </a:rPr>
              <a:t>Caregiving</a:t>
            </a:r>
            <a:r>
              <a:rPr lang="en-US" sz="1100" kern="0" baseline="30000">
                <a:solidFill>
                  <a:srgbClr val="000000"/>
                </a:solidFill>
                <a:latin typeface="CVS Health Sans"/>
              </a:rPr>
              <a:t>1,2</a:t>
            </a:r>
          </a:p>
          <a:p>
            <a:pPr marL="234880" lvl="1" indent="-226945" defTabSz="913852">
              <a:spcBef>
                <a:spcPct val="0"/>
              </a:spcBef>
              <a:buClr>
                <a:srgbClr val="000000"/>
              </a:buClr>
              <a:buFont typeface="Arial" panose="020B0604020202020204" pitchFamily="34" charset="0"/>
              <a:buChar char="•"/>
            </a:pPr>
            <a:r>
              <a:rPr lang="en-US" sz="1100" kern="0">
                <a:solidFill>
                  <a:srgbClr val="000000"/>
                </a:solidFill>
                <a:latin typeface="CVS Health Sans"/>
              </a:rPr>
              <a:t>Condition management</a:t>
            </a:r>
            <a:r>
              <a:rPr lang="en-US" sz="1100" kern="0" baseline="30000">
                <a:solidFill>
                  <a:srgbClr val="000000"/>
                </a:solidFill>
                <a:latin typeface="CVS Health Sans"/>
              </a:rPr>
              <a:t>1,2</a:t>
            </a:r>
            <a:endParaRPr lang="en-US" sz="1100" kern="0">
              <a:solidFill>
                <a:srgbClr val="000000"/>
              </a:solidFill>
              <a:latin typeface="CVS Health Sans"/>
            </a:endParaRPr>
          </a:p>
          <a:p>
            <a:pPr marL="234880" lvl="1" indent="-226945" defTabSz="913852">
              <a:spcBef>
                <a:spcPct val="0"/>
              </a:spcBef>
              <a:buClr>
                <a:srgbClr val="000000"/>
              </a:buClr>
              <a:buFont typeface="Arial" panose="020B0604020202020204" pitchFamily="34" charset="0"/>
              <a:buChar char="•"/>
            </a:pPr>
            <a:r>
              <a:rPr lang="en-US" sz="1100" kern="0">
                <a:solidFill>
                  <a:srgbClr val="000000"/>
                </a:solidFill>
                <a:latin typeface="CVS Health Sans"/>
              </a:rPr>
              <a:t>Health Records</a:t>
            </a:r>
            <a:r>
              <a:rPr lang="en-US" sz="1100" kern="0" baseline="30000">
                <a:solidFill>
                  <a:srgbClr val="000000"/>
                </a:solidFill>
                <a:latin typeface="CVS Health Sans"/>
              </a:rPr>
              <a:t>2</a:t>
            </a:r>
            <a:endParaRPr lang="en-US" sz="1100" kern="0">
              <a:solidFill>
                <a:srgbClr val="000000"/>
              </a:solidFill>
              <a:latin typeface="CVS Health Sans"/>
            </a:endParaRPr>
          </a:p>
          <a:p>
            <a:pPr marL="234880" lvl="1" indent="-226945" defTabSz="913852">
              <a:spcBef>
                <a:spcPct val="0"/>
              </a:spcBef>
              <a:buClr>
                <a:srgbClr val="000000"/>
              </a:buClr>
              <a:buFont typeface="Arial" panose="020B0604020202020204" pitchFamily="34" charset="0"/>
              <a:buChar char="•"/>
            </a:pPr>
            <a:r>
              <a:rPr lang="en-US" sz="1100" kern="0">
                <a:solidFill>
                  <a:srgbClr val="000000"/>
                </a:solidFill>
                <a:latin typeface="CVS Health Sans"/>
              </a:rPr>
              <a:t>Health Triage, including Chat</a:t>
            </a:r>
          </a:p>
          <a:p>
            <a:pPr marL="234880" lvl="1" indent="-226945" defTabSz="913852">
              <a:spcBef>
                <a:spcPct val="0"/>
              </a:spcBef>
              <a:buClr>
                <a:srgbClr val="000000"/>
              </a:buClr>
              <a:buFont typeface="Arial" panose="020B0604020202020204" pitchFamily="34" charset="0"/>
              <a:buChar char="•"/>
            </a:pPr>
            <a:r>
              <a:rPr lang="en-US" sz="1100" kern="0">
                <a:solidFill>
                  <a:srgbClr val="000000"/>
                </a:solidFill>
                <a:latin typeface="CVS Health Sans"/>
              </a:rPr>
              <a:t>Health Rewards</a:t>
            </a:r>
            <a:r>
              <a:rPr lang="en-US" sz="1100" kern="0" baseline="30000">
                <a:solidFill>
                  <a:srgbClr val="000000"/>
                </a:solidFill>
                <a:latin typeface="CVS Health Sans"/>
              </a:rPr>
              <a:t>2</a:t>
            </a:r>
            <a:endParaRPr lang="en-US" sz="1100" kern="0">
              <a:solidFill>
                <a:srgbClr val="000000"/>
              </a:solidFill>
              <a:latin typeface="CVS Health Sans"/>
            </a:endParaRPr>
          </a:p>
          <a:p>
            <a:pPr marL="234880" lvl="1" indent="-226627" defTabSz="913852">
              <a:spcBef>
                <a:spcPct val="0"/>
              </a:spcBef>
              <a:buClr>
                <a:srgbClr val="000000"/>
              </a:buClr>
              <a:buFont typeface="Arial" panose="020B0604020202020204" pitchFamily="34" charset="0"/>
              <a:buChar char="•"/>
            </a:pPr>
            <a:r>
              <a:rPr lang="en-US" sz="1100" kern="0">
                <a:solidFill>
                  <a:srgbClr val="000000"/>
                </a:solidFill>
                <a:latin typeface="CVS Health Sans"/>
              </a:rPr>
              <a:t>Health Spending (including balances from Aetna/partners)</a:t>
            </a:r>
          </a:p>
        </p:txBody>
      </p:sp>
      <p:sp>
        <p:nvSpPr>
          <p:cNvPr id="31" name="TextBox 30">
            <a:extLst>
              <a:ext uri="{FF2B5EF4-FFF2-40B4-BE49-F238E27FC236}">
                <a16:creationId xmlns:a16="http://schemas.microsoft.com/office/drawing/2014/main" id="{8D609E03-7150-C202-7DBD-369F25A3511B}"/>
              </a:ext>
            </a:extLst>
          </p:cNvPr>
          <p:cNvSpPr txBox="1">
            <a:spLocks/>
          </p:cNvSpPr>
          <p:nvPr>
            <p:custDataLst>
              <p:tags r:id="rId12"/>
            </p:custDataLst>
          </p:nvPr>
        </p:nvSpPr>
        <p:spPr>
          <a:xfrm>
            <a:off x="4787151" y="4863213"/>
            <a:ext cx="2339795" cy="1038205"/>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defTabSz="913852">
              <a:spcBef>
                <a:spcPct val="0"/>
              </a:spcBef>
              <a:buClr>
                <a:srgbClr val="000000"/>
              </a:buClr>
              <a:buNone/>
            </a:pPr>
            <a:r>
              <a:rPr lang="en-US" sz="1100" b="1">
                <a:solidFill>
                  <a:srgbClr val="000000"/>
                </a:solidFill>
                <a:latin typeface="CVS Health Sans"/>
              </a:rPr>
              <a:t>Commercial gaps closures</a:t>
            </a:r>
          </a:p>
          <a:p>
            <a:pPr marL="234880" lvl="1" indent="-226945" defTabSz="913852">
              <a:spcBef>
                <a:spcPct val="0"/>
              </a:spcBef>
              <a:buClr>
                <a:srgbClr val="000000"/>
              </a:buClr>
              <a:buFont typeface="Arial" panose="020B0604020202020204" pitchFamily="34" charset="0"/>
              <a:buChar char="•"/>
            </a:pPr>
            <a:r>
              <a:rPr lang="en-US" sz="1100" kern="0">
                <a:solidFill>
                  <a:srgbClr val="000000"/>
                </a:solidFill>
                <a:latin typeface="CVS Health Sans"/>
              </a:rPr>
              <a:t>Personalized home screen and health journeys</a:t>
            </a:r>
          </a:p>
          <a:p>
            <a:pPr marL="234880" lvl="1" indent="-226945" defTabSz="913852">
              <a:spcBef>
                <a:spcPct val="0"/>
              </a:spcBef>
              <a:buClr>
                <a:srgbClr val="000000"/>
              </a:buClr>
              <a:buFont typeface="Arial" panose="020B0604020202020204" pitchFamily="34" charset="0"/>
              <a:buChar char="•"/>
            </a:pPr>
            <a:r>
              <a:rPr lang="en-US" sz="1100" kern="0">
                <a:solidFill>
                  <a:srgbClr val="000000"/>
                </a:solidFill>
                <a:latin typeface="CVS Health Sans"/>
              </a:rPr>
              <a:t>Improved search</a:t>
            </a:r>
          </a:p>
          <a:p>
            <a:pPr marL="234880" lvl="1" indent="-226945" defTabSz="913852">
              <a:spcBef>
                <a:spcPct val="0"/>
              </a:spcBef>
              <a:buClr>
                <a:srgbClr val="000000"/>
              </a:buClr>
              <a:buFont typeface="Arial" panose="020B0604020202020204" pitchFamily="34" charset="0"/>
              <a:buChar char="•"/>
            </a:pPr>
            <a:r>
              <a:rPr lang="en-US" sz="1100" kern="0">
                <a:solidFill>
                  <a:srgbClr val="000000"/>
                </a:solidFill>
                <a:latin typeface="CVS Health Sans"/>
              </a:rPr>
              <a:t>Conversational AI chatbot</a:t>
            </a:r>
          </a:p>
          <a:p>
            <a:pPr marL="234880" lvl="1" indent="-226945" defTabSz="913852">
              <a:spcBef>
                <a:spcPct val="0"/>
              </a:spcBef>
              <a:buClr>
                <a:srgbClr val="000000"/>
              </a:buClr>
              <a:buFont typeface="Arial" panose="020B0604020202020204" pitchFamily="34" charset="0"/>
              <a:buChar char="•"/>
            </a:pPr>
            <a:r>
              <a:rPr lang="en-US" sz="1100" kern="0">
                <a:solidFill>
                  <a:srgbClr val="000000"/>
                </a:solidFill>
                <a:latin typeface="CVS Health Sans"/>
              </a:rPr>
              <a:t>Smart provider search</a:t>
            </a:r>
          </a:p>
          <a:p>
            <a:pPr marL="234880" lvl="1" indent="-226945" defTabSz="913852">
              <a:spcBef>
                <a:spcPct val="0"/>
              </a:spcBef>
              <a:buClr>
                <a:srgbClr val="000000"/>
              </a:buClr>
              <a:buFont typeface="Arial" panose="020B0604020202020204" pitchFamily="34" charset="0"/>
              <a:buChar char="•"/>
            </a:pPr>
            <a:r>
              <a:rPr lang="en-US" sz="1100" kern="0">
                <a:solidFill>
                  <a:srgbClr val="000000"/>
                </a:solidFill>
                <a:latin typeface="CVS Health Sans"/>
              </a:rPr>
              <a:t>Health &amp; Wellness integrations</a:t>
            </a:r>
          </a:p>
          <a:p>
            <a:pPr marL="234880" lvl="1" indent="-226945" defTabSz="913852">
              <a:spcBef>
                <a:spcPct val="0"/>
              </a:spcBef>
              <a:buClr>
                <a:srgbClr val="000000"/>
              </a:buClr>
              <a:buFont typeface="Arial" panose="020B0604020202020204" pitchFamily="34" charset="0"/>
              <a:buChar char="•"/>
            </a:pPr>
            <a:r>
              <a:rPr lang="en-US" sz="1100" kern="0">
                <a:solidFill>
                  <a:srgbClr val="000000"/>
                </a:solidFill>
                <a:latin typeface="CVS Health Sans"/>
              </a:rPr>
              <a:t>Employer configurations</a:t>
            </a:r>
            <a:endParaRPr lang="tr-TR" sz="1100" kern="0">
              <a:solidFill>
                <a:srgbClr val="000000"/>
              </a:solidFill>
              <a:latin typeface="CVS Health Sans"/>
            </a:endParaRPr>
          </a:p>
        </p:txBody>
      </p:sp>
      <p:sp>
        <p:nvSpPr>
          <p:cNvPr id="32" name="Freeform 11">
            <a:extLst>
              <a:ext uri="{FF2B5EF4-FFF2-40B4-BE49-F238E27FC236}">
                <a16:creationId xmlns:a16="http://schemas.microsoft.com/office/drawing/2014/main" id="{C4123BF2-3673-30F2-FE1E-8BE8303A6FA3}"/>
              </a:ext>
            </a:extLst>
          </p:cNvPr>
          <p:cNvSpPr>
            <a:spLocks/>
          </p:cNvSpPr>
          <p:nvPr/>
        </p:nvSpPr>
        <p:spPr bwMode="auto">
          <a:xfrm>
            <a:off x="7413070" y="4392941"/>
            <a:ext cx="127362" cy="104558"/>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392" tIns="45696" rIns="91392" bIns="45696" numCol="1" anchor="t" anchorCtr="0" compatLnSpc="1">
            <a:prstTxWarp prst="textNoShape">
              <a:avLst/>
            </a:prstTxWarp>
          </a:bodyPr>
          <a:lstStyle/>
          <a:p>
            <a:pPr defTabSz="913852">
              <a:defRPr/>
            </a:pPr>
            <a:endParaRPr lang="en-US" sz="1798" kern="0">
              <a:solidFill>
                <a:srgbClr val="3F3F3F"/>
              </a:solidFill>
              <a:latin typeface="CVS Health Sans"/>
            </a:endParaRPr>
          </a:p>
        </p:txBody>
      </p:sp>
      <p:sp>
        <p:nvSpPr>
          <p:cNvPr id="33" name="Rectangle 32">
            <a:extLst>
              <a:ext uri="{FF2B5EF4-FFF2-40B4-BE49-F238E27FC236}">
                <a16:creationId xmlns:a16="http://schemas.microsoft.com/office/drawing/2014/main" id="{18D76D52-B6AB-6E4C-4D77-DE55B39069D8}"/>
              </a:ext>
            </a:extLst>
          </p:cNvPr>
          <p:cNvSpPr/>
          <p:nvPr/>
        </p:nvSpPr>
        <p:spPr>
          <a:xfrm>
            <a:off x="4031217" y="3211286"/>
            <a:ext cx="6020374" cy="243509"/>
          </a:xfrm>
          <a:prstGeom prst="rect">
            <a:avLst/>
          </a:prstGeom>
          <a:noFill/>
          <a:ln w="5735" cap="flat">
            <a:noFill/>
            <a:prstDash val="solid"/>
            <a:miter/>
          </a:ln>
        </p:spPr>
        <p:txBody>
          <a:bodyPr rtlCol="0" anchor="ctr"/>
          <a:lstStyle/>
          <a:p>
            <a:pPr marL="120614" indent="-120614" defTabSz="913852">
              <a:buFont typeface="Arial" panose="020B0604020202020204" pitchFamily="34" charset="0"/>
              <a:buChar char="•"/>
            </a:pPr>
            <a:r>
              <a:rPr lang="en-US" sz="1100" dirty="0">
                <a:solidFill>
                  <a:srgbClr val="000000"/>
                </a:solidFill>
                <a:highlight>
                  <a:srgbClr val="FFFF00"/>
                </a:highlight>
                <a:latin typeface="CVS Health Sans"/>
              </a:rPr>
              <a:t>CVS Rx Management (across all 3 pharmacies + associated caregiving management)</a:t>
            </a:r>
            <a:endParaRPr lang="en-US" sz="1100" kern="0" dirty="0">
              <a:solidFill>
                <a:srgbClr val="000000"/>
              </a:solidFill>
              <a:highlight>
                <a:srgbClr val="FFFF00"/>
              </a:highlight>
              <a:latin typeface="CVS Health Sans" panose="020B0504020202020204" pitchFamily="34" charset="0"/>
              <a:sym typeface="CVS Health Sans" panose="020B0504020202020204" pitchFamily="34" charset="0"/>
            </a:endParaRPr>
          </a:p>
        </p:txBody>
      </p:sp>
      <p:pic>
        <p:nvPicPr>
          <p:cNvPr id="34" name="Graphic 33" descr="Aetna logo.">
            <a:extLst>
              <a:ext uri="{FF2B5EF4-FFF2-40B4-BE49-F238E27FC236}">
                <a16:creationId xmlns:a16="http://schemas.microsoft.com/office/drawing/2014/main" id="{24DCE545-E6EA-60A2-5631-44F26C937159}"/>
              </a:ext>
            </a:extLst>
          </p:cNvPr>
          <p:cNvPicPr>
            <a:picLocks noChangeAspect="1"/>
          </p:cNvPicPr>
          <p:nvPr/>
        </p:nvPicPr>
        <p:blipFill rotWithShape="1">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rcRect r="77316"/>
          <a:stretch/>
        </p:blipFill>
        <p:spPr>
          <a:xfrm>
            <a:off x="4077301" y="3256935"/>
            <a:ext cx="142307" cy="124090"/>
          </a:xfrm>
          <a:prstGeom prst="rect">
            <a:avLst/>
          </a:prstGeom>
        </p:spPr>
      </p:pic>
      <p:sp>
        <p:nvSpPr>
          <p:cNvPr id="35" name="TextBox 34">
            <a:extLst>
              <a:ext uri="{FF2B5EF4-FFF2-40B4-BE49-F238E27FC236}">
                <a16:creationId xmlns:a16="http://schemas.microsoft.com/office/drawing/2014/main" id="{E856CF9B-8D87-F3F0-C241-84E94676AD2A}"/>
              </a:ext>
            </a:extLst>
          </p:cNvPr>
          <p:cNvSpPr txBox="1"/>
          <p:nvPr/>
        </p:nvSpPr>
        <p:spPr>
          <a:xfrm>
            <a:off x="370559" y="6076339"/>
            <a:ext cx="4010454" cy="167894"/>
          </a:xfrm>
          <a:prstGeom prst="rect">
            <a:avLst/>
          </a:prstGeom>
          <a:ln w="6350">
            <a:noFill/>
            <a:miter lim="800000"/>
          </a:ln>
        </p:spPr>
        <p:txBody>
          <a:bodyPr vert="horz" wrap="none" lIns="0" tIns="0" rIns="0" bIns="0" rtlCol="0" anchor="t">
            <a:noAutofit/>
          </a:bodyPr>
          <a:lstStyle/>
          <a:p>
            <a:pPr defTabSz="457200">
              <a:spcBef>
                <a:spcPts val="300"/>
              </a:spcBef>
              <a:spcAft>
                <a:spcPts val="300"/>
              </a:spcAft>
            </a:pPr>
            <a:r>
              <a:rPr lang="en-US" sz="800" baseline="30000">
                <a:solidFill>
                  <a:srgbClr val="3F3F3F"/>
                </a:solidFill>
                <a:latin typeface="CVS Health Sans"/>
              </a:rPr>
              <a:t>1 </a:t>
            </a:r>
            <a:r>
              <a:rPr lang="en-US" sz="800">
                <a:solidFill>
                  <a:srgbClr val="3F3F3F"/>
                </a:solidFill>
                <a:latin typeface="CVS Health Sans"/>
              </a:rPr>
              <a:t>Some MLP functionality still pending capital discussions.</a:t>
            </a:r>
          </a:p>
          <a:p>
            <a:pPr defTabSz="457200"/>
            <a:r>
              <a:rPr lang="en-US" sz="800" baseline="30000">
                <a:solidFill>
                  <a:srgbClr val="3F3F3F"/>
                </a:solidFill>
                <a:latin typeface="CVS Health Sans"/>
              </a:rPr>
              <a:t>2 </a:t>
            </a:r>
            <a:r>
              <a:rPr lang="en-US" sz="800">
                <a:solidFill>
                  <a:srgbClr val="3F3F3F"/>
                </a:solidFill>
                <a:latin typeface="CVS Health Sans"/>
              </a:rPr>
              <a:t>Commitments with significant backend system dependencies</a:t>
            </a:r>
          </a:p>
        </p:txBody>
      </p:sp>
      <p:sp>
        <p:nvSpPr>
          <p:cNvPr id="36" name="TextBox 35">
            <a:extLst>
              <a:ext uri="{FF2B5EF4-FFF2-40B4-BE49-F238E27FC236}">
                <a16:creationId xmlns:a16="http://schemas.microsoft.com/office/drawing/2014/main" id="{DFE35641-0C68-CEAA-4260-DF91809EA087}"/>
              </a:ext>
            </a:extLst>
          </p:cNvPr>
          <p:cNvSpPr txBox="1"/>
          <p:nvPr/>
        </p:nvSpPr>
        <p:spPr>
          <a:xfrm>
            <a:off x="6747862" y="4510565"/>
            <a:ext cx="1920832" cy="263524"/>
          </a:xfrm>
          <a:prstGeom prst="rect">
            <a:avLst/>
          </a:prstGeom>
          <a:noFill/>
        </p:spPr>
        <p:txBody>
          <a:bodyPr wrap="square">
            <a:spAutoFit/>
          </a:bodyPr>
          <a:lstStyle/>
          <a:p>
            <a:pPr defTabSz="457200"/>
            <a:r>
              <a:rPr lang="en-US" sz="1100">
                <a:solidFill>
                  <a:srgbClr val="000000"/>
                </a:solidFill>
                <a:latin typeface="CVS Health Sans"/>
                <a:cs typeface="Arial"/>
              </a:rPr>
              <a:t>Conversational AI </a:t>
            </a:r>
            <a:r>
              <a:rPr lang="en-US" sz="1100" err="1">
                <a:solidFill>
                  <a:srgbClr val="000000"/>
                </a:solidFill>
                <a:latin typeface="CVS Health Sans"/>
                <a:cs typeface="Arial"/>
              </a:rPr>
              <a:t>Cx</a:t>
            </a:r>
            <a:endParaRPr lang="en-US" sz="1100">
              <a:solidFill>
                <a:srgbClr val="3F3F3F"/>
              </a:solidFill>
              <a:latin typeface="CVS Health Sans"/>
            </a:endParaRPr>
          </a:p>
        </p:txBody>
      </p:sp>
      <p:pic>
        <p:nvPicPr>
          <p:cNvPr id="37" name="Graphic 36" descr="Aetna logo.">
            <a:extLst>
              <a:ext uri="{FF2B5EF4-FFF2-40B4-BE49-F238E27FC236}">
                <a16:creationId xmlns:a16="http://schemas.microsoft.com/office/drawing/2014/main" id="{5CAAAB4D-F7A6-6579-2E89-683138EBA6C9}"/>
              </a:ext>
            </a:extLst>
          </p:cNvPr>
          <p:cNvPicPr>
            <a:picLocks noChangeAspect="1"/>
          </p:cNvPicPr>
          <p:nvPr/>
        </p:nvPicPr>
        <p:blipFill rotWithShape="1">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rcRect r="77316"/>
          <a:stretch/>
        </p:blipFill>
        <p:spPr>
          <a:xfrm>
            <a:off x="6639608" y="4568132"/>
            <a:ext cx="142307" cy="124090"/>
          </a:xfrm>
          <a:prstGeom prst="rect">
            <a:avLst/>
          </a:prstGeom>
        </p:spPr>
      </p:pic>
      <p:sp>
        <p:nvSpPr>
          <p:cNvPr id="40" name="TextBox 39">
            <a:extLst>
              <a:ext uri="{FF2B5EF4-FFF2-40B4-BE49-F238E27FC236}">
                <a16:creationId xmlns:a16="http://schemas.microsoft.com/office/drawing/2014/main" id="{409D44FE-B2FA-FAC6-2599-F4BBD8502851}"/>
              </a:ext>
            </a:extLst>
          </p:cNvPr>
          <p:cNvSpPr txBox="1">
            <a:spLocks/>
          </p:cNvSpPr>
          <p:nvPr>
            <p:custDataLst>
              <p:tags r:id="rId13"/>
            </p:custDataLst>
          </p:nvPr>
        </p:nvSpPr>
        <p:spPr>
          <a:xfrm>
            <a:off x="10099372" y="3543350"/>
            <a:ext cx="2643862" cy="1115109"/>
          </a:xfrm>
          <a:prstGeom prst="rect">
            <a:avLst/>
          </a:prstGeom>
        </p:spPr>
        <p:txBody>
          <a:bodyPr vert="horz" wrap="square" lIns="0" tIns="0" rIns="0"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defTabSz="913852">
              <a:spcBef>
                <a:spcPct val="0"/>
              </a:spcBef>
              <a:buClr>
                <a:srgbClr val="000000"/>
              </a:buClr>
              <a:buNone/>
            </a:pPr>
            <a:r>
              <a:rPr lang="en-US" sz="1100">
                <a:solidFill>
                  <a:srgbClr val="000000"/>
                </a:solidFill>
                <a:latin typeface="CVS Health Sans"/>
                <a:cs typeface="Arial"/>
              </a:rPr>
              <a:t>Find Care/ Provider Search</a:t>
            </a:r>
          </a:p>
        </p:txBody>
      </p:sp>
      <p:sp>
        <p:nvSpPr>
          <p:cNvPr id="3" name="Oval 2">
            <a:extLst>
              <a:ext uri="{FF2B5EF4-FFF2-40B4-BE49-F238E27FC236}">
                <a16:creationId xmlns:a16="http://schemas.microsoft.com/office/drawing/2014/main" id="{EAB16D6A-9D55-A1F9-E208-964AAC147853}"/>
              </a:ext>
            </a:extLst>
          </p:cNvPr>
          <p:cNvSpPr/>
          <p:nvPr/>
        </p:nvSpPr>
        <p:spPr bwMode="gray">
          <a:xfrm>
            <a:off x="159692" y="116176"/>
            <a:ext cx="290068" cy="276261"/>
          </a:xfrm>
          <a:prstGeom prst="ellipse">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solidFill>
                  <a:schemeClr val="bg1"/>
                </a:solidFill>
              </a:rPr>
              <a:t>2</a:t>
            </a:r>
          </a:p>
        </p:txBody>
      </p:sp>
      <p:sp>
        <p:nvSpPr>
          <p:cNvPr id="38" name="Rectangle 37">
            <a:extLst>
              <a:ext uri="{FF2B5EF4-FFF2-40B4-BE49-F238E27FC236}">
                <a16:creationId xmlns:a16="http://schemas.microsoft.com/office/drawing/2014/main" id="{58F2C7BA-4760-2DBA-6796-8BAA35574014}"/>
              </a:ext>
            </a:extLst>
          </p:cNvPr>
          <p:cNvSpPr/>
          <p:nvPr/>
        </p:nvSpPr>
        <p:spPr bwMode="gray">
          <a:xfrm>
            <a:off x="7385362" y="1694068"/>
            <a:ext cx="4472260" cy="454112"/>
          </a:xfrm>
          <a:prstGeom prst="rect">
            <a:avLst/>
          </a:prstGeom>
          <a:noFill/>
          <a:ln>
            <a:solidFill>
              <a:schemeClr val="accent2"/>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dirty="0">
              <a:solidFill>
                <a:schemeClr val="bg1"/>
              </a:solidFill>
            </a:endParaRPr>
          </a:p>
        </p:txBody>
      </p:sp>
      <p:sp>
        <p:nvSpPr>
          <p:cNvPr id="41" name="Rectangle 40">
            <a:extLst>
              <a:ext uri="{FF2B5EF4-FFF2-40B4-BE49-F238E27FC236}">
                <a16:creationId xmlns:a16="http://schemas.microsoft.com/office/drawing/2014/main" id="{E29D85C7-8173-49D2-6C2C-1D25F7B35D0C}"/>
              </a:ext>
            </a:extLst>
          </p:cNvPr>
          <p:cNvSpPr/>
          <p:nvPr/>
        </p:nvSpPr>
        <p:spPr bwMode="gray">
          <a:xfrm>
            <a:off x="3859869" y="3123667"/>
            <a:ext cx="6167643" cy="375299"/>
          </a:xfrm>
          <a:prstGeom prst="rect">
            <a:avLst/>
          </a:prstGeom>
          <a:noFill/>
          <a:ln>
            <a:solidFill>
              <a:schemeClr val="accent2"/>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dirty="0">
              <a:solidFill>
                <a:schemeClr val="bg1"/>
              </a:solidFill>
            </a:endParaRPr>
          </a:p>
        </p:txBody>
      </p:sp>
    </p:spTree>
    <p:extLst>
      <p:ext uri="{BB962C8B-B14F-4D97-AF65-F5344CB8AC3E}">
        <p14:creationId xmlns:p14="http://schemas.microsoft.com/office/powerpoint/2010/main" val="3751090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993336F6-3529-9C7D-B44E-ACB969B53C5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3" name="think-cell data - do not delete" hidden="1">
                        <a:extLst>
                          <a:ext uri="{FF2B5EF4-FFF2-40B4-BE49-F238E27FC236}">
                            <a16:creationId xmlns:a16="http://schemas.microsoft.com/office/drawing/2014/main" id="{993336F6-3529-9C7D-B44E-ACB969B53C5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5079AAE-7C52-B27E-1C32-8E86E9AC0CC0}"/>
              </a:ext>
            </a:extLst>
          </p:cNvPr>
          <p:cNvSpPr>
            <a:spLocks noGrp="1"/>
          </p:cNvSpPr>
          <p:nvPr>
            <p:ph type="title"/>
          </p:nvPr>
        </p:nvSpPr>
        <p:spPr>
          <a:xfrm>
            <a:off x="584563" y="574741"/>
            <a:ext cx="9667726" cy="713232"/>
          </a:xfrm>
        </p:spPr>
        <p:txBody>
          <a:bodyPr vert="horz"/>
          <a:lstStyle/>
          <a:p>
            <a:r>
              <a:rPr lang="en-US" sz="2600">
                <a:solidFill>
                  <a:schemeClr val="tx2"/>
                </a:solidFill>
              </a:rPr>
              <a:t>The evolution of our Super Apps is underway with new Minimum Lovable Product (MLP) features being released over the coming quarters</a:t>
            </a:r>
            <a:br>
              <a:rPr lang="en-US" sz="2600">
                <a:solidFill>
                  <a:schemeClr val="tx2"/>
                </a:solidFill>
              </a:rPr>
            </a:br>
            <a:endParaRPr lang="en-US" sz="2600">
              <a:solidFill>
                <a:schemeClr val="tx2"/>
              </a:solidFill>
            </a:endParaRPr>
          </a:p>
        </p:txBody>
      </p:sp>
      <p:sp>
        <p:nvSpPr>
          <p:cNvPr id="5" name="Rectangle 4">
            <a:extLst>
              <a:ext uri="{FF2B5EF4-FFF2-40B4-BE49-F238E27FC236}">
                <a16:creationId xmlns:a16="http://schemas.microsoft.com/office/drawing/2014/main" id="{D041F10F-0998-343D-1DE9-28E737709C34}"/>
              </a:ext>
            </a:extLst>
          </p:cNvPr>
          <p:cNvSpPr/>
          <p:nvPr/>
        </p:nvSpPr>
        <p:spPr bwMode="gray">
          <a:xfrm>
            <a:off x="783054" y="5242647"/>
            <a:ext cx="2763261" cy="1031491"/>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1" i="0" u="none" strike="noStrike" kern="1200" cap="none" spc="0" normalizeH="0" baseline="0" noProof="0">
              <a:ln>
                <a:noFill/>
              </a:ln>
              <a:solidFill>
                <a:prstClr val="white"/>
              </a:solidFill>
              <a:effectLst/>
              <a:uLnTx/>
              <a:uFillTx/>
              <a:latin typeface="CVS Health Sans"/>
              <a:ea typeface="+mn-ea"/>
              <a:cs typeface="+mn-cs"/>
            </a:endParaRPr>
          </a:p>
        </p:txBody>
      </p:sp>
      <p:sp>
        <p:nvSpPr>
          <p:cNvPr id="6" name="TextBox 5">
            <a:extLst>
              <a:ext uri="{FF2B5EF4-FFF2-40B4-BE49-F238E27FC236}">
                <a16:creationId xmlns:a16="http://schemas.microsoft.com/office/drawing/2014/main" id="{A17A9466-C7A9-4CBE-EB68-CE082606829B}"/>
              </a:ext>
            </a:extLst>
          </p:cNvPr>
          <p:cNvSpPr txBox="1"/>
          <p:nvPr/>
        </p:nvSpPr>
        <p:spPr>
          <a:xfrm>
            <a:off x="723899" y="1788525"/>
            <a:ext cx="1371600" cy="215444"/>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21F41"/>
                </a:solidFill>
                <a:effectLst/>
                <a:uLnTx/>
                <a:uFillTx/>
                <a:latin typeface="CVS Health Sans"/>
                <a:ea typeface="+mn-ea"/>
                <a:cs typeface="+mn-cs"/>
              </a:rPr>
              <a:t>2022</a:t>
            </a:r>
          </a:p>
        </p:txBody>
      </p:sp>
      <p:cxnSp>
        <p:nvCxnSpPr>
          <p:cNvPr id="7" name="Straight Connector 6">
            <a:extLst>
              <a:ext uri="{FF2B5EF4-FFF2-40B4-BE49-F238E27FC236}">
                <a16:creationId xmlns:a16="http://schemas.microsoft.com/office/drawing/2014/main" id="{2EBC64FD-7123-D517-AB57-019E8798FCF3}"/>
              </a:ext>
            </a:extLst>
          </p:cNvPr>
          <p:cNvCxnSpPr>
            <a:cxnSpLocks/>
          </p:cNvCxnSpPr>
          <p:nvPr/>
        </p:nvCxnSpPr>
        <p:spPr>
          <a:xfrm>
            <a:off x="736091" y="2138080"/>
            <a:ext cx="10753344" cy="0"/>
          </a:xfrm>
          <a:prstGeom prst="line">
            <a:avLst/>
          </a:prstGeom>
          <a:ln w="25400" cmpd="sng">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B1A9446-017B-DA11-DB00-F72C22985DEB}"/>
              </a:ext>
            </a:extLst>
          </p:cNvPr>
          <p:cNvSpPr txBox="1"/>
          <p:nvPr/>
        </p:nvSpPr>
        <p:spPr>
          <a:xfrm>
            <a:off x="3072383" y="1788525"/>
            <a:ext cx="1371600" cy="215444"/>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21F41"/>
                </a:solidFill>
                <a:effectLst/>
                <a:uLnTx/>
                <a:uFillTx/>
                <a:latin typeface="CVS Health Sans"/>
                <a:ea typeface="+mn-ea"/>
                <a:cs typeface="+mn-cs"/>
              </a:rPr>
              <a:t>2023</a:t>
            </a:r>
          </a:p>
        </p:txBody>
      </p:sp>
      <p:sp>
        <p:nvSpPr>
          <p:cNvPr id="9" name="TextBox 8">
            <a:extLst>
              <a:ext uri="{FF2B5EF4-FFF2-40B4-BE49-F238E27FC236}">
                <a16:creationId xmlns:a16="http://schemas.microsoft.com/office/drawing/2014/main" id="{B5F57289-72A4-F6A8-9A00-FA5E24ABA3A8}"/>
              </a:ext>
            </a:extLst>
          </p:cNvPr>
          <p:cNvSpPr txBox="1"/>
          <p:nvPr/>
        </p:nvSpPr>
        <p:spPr>
          <a:xfrm>
            <a:off x="5420867" y="1788525"/>
            <a:ext cx="1371600" cy="219456"/>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21F41"/>
                </a:solidFill>
                <a:effectLst/>
                <a:uLnTx/>
                <a:uFillTx/>
                <a:latin typeface="CVS Health Sans"/>
                <a:ea typeface="+mn-ea"/>
                <a:cs typeface="+mn-cs"/>
              </a:rPr>
              <a:t>2024</a:t>
            </a:r>
          </a:p>
        </p:txBody>
      </p:sp>
      <p:sp>
        <p:nvSpPr>
          <p:cNvPr id="10" name="TextBox 9">
            <a:extLst>
              <a:ext uri="{FF2B5EF4-FFF2-40B4-BE49-F238E27FC236}">
                <a16:creationId xmlns:a16="http://schemas.microsoft.com/office/drawing/2014/main" id="{F4D13448-667F-1904-DAFD-732644D7E7EB}"/>
              </a:ext>
            </a:extLst>
          </p:cNvPr>
          <p:cNvSpPr txBox="1"/>
          <p:nvPr/>
        </p:nvSpPr>
        <p:spPr>
          <a:xfrm>
            <a:off x="7769351" y="1788525"/>
            <a:ext cx="1371600" cy="215444"/>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21F41"/>
                </a:solidFill>
                <a:effectLst/>
                <a:uLnTx/>
                <a:uFillTx/>
                <a:latin typeface="CVS Health Sans"/>
                <a:ea typeface="+mn-ea"/>
                <a:cs typeface="+mn-cs"/>
              </a:rPr>
              <a:t>2025</a:t>
            </a:r>
          </a:p>
        </p:txBody>
      </p:sp>
      <p:sp>
        <p:nvSpPr>
          <p:cNvPr id="11" name="TextBox 10">
            <a:extLst>
              <a:ext uri="{FF2B5EF4-FFF2-40B4-BE49-F238E27FC236}">
                <a16:creationId xmlns:a16="http://schemas.microsoft.com/office/drawing/2014/main" id="{8E1C08A3-EDF3-20F2-7678-EE83B96A8428}"/>
              </a:ext>
            </a:extLst>
          </p:cNvPr>
          <p:cNvSpPr txBox="1"/>
          <p:nvPr/>
        </p:nvSpPr>
        <p:spPr>
          <a:xfrm>
            <a:off x="10117835" y="1788525"/>
            <a:ext cx="1371600" cy="215444"/>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21F41"/>
                </a:solidFill>
                <a:effectLst/>
                <a:uLnTx/>
                <a:uFillTx/>
                <a:latin typeface="CVS Health Sans"/>
                <a:ea typeface="+mn-ea"/>
                <a:cs typeface="+mn-cs"/>
              </a:rPr>
              <a:t>2026</a:t>
            </a:r>
          </a:p>
        </p:txBody>
      </p:sp>
      <p:sp>
        <p:nvSpPr>
          <p:cNvPr id="12" name="Oval 11">
            <a:extLst>
              <a:ext uri="{FF2B5EF4-FFF2-40B4-BE49-F238E27FC236}">
                <a16:creationId xmlns:a16="http://schemas.microsoft.com/office/drawing/2014/main" id="{72C88578-4BCA-BC36-0683-FE6EC657E389}"/>
              </a:ext>
            </a:extLst>
          </p:cNvPr>
          <p:cNvSpPr>
            <a:spLocks noChangeAspect="1"/>
          </p:cNvSpPr>
          <p:nvPr/>
        </p:nvSpPr>
        <p:spPr bwMode="gray">
          <a:xfrm>
            <a:off x="738777" y="2064665"/>
            <a:ext cx="151141" cy="151141"/>
          </a:xfrm>
          <a:prstGeom prst="ellipse">
            <a:avLst/>
          </a:prstGeom>
          <a:solidFill>
            <a:schemeClr val="accent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srgbClr val="FFFFFF"/>
              </a:solidFill>
              <a:effectLst/>
              <a:uLnTx/>
              <a:uFillTx/>
              <a:latin typeface="CVS Health Sans"/>
              <a:ea typeface="+mn-ea"/>
              <a:cs typeface="+mn-cs"/>
            </a:endParaRPr>
          </a:p>
        </p:txBody>
      </p:sp>
      <p:sp>
        <p:nvSpPr>
          <p:cNvPr id="13" name="Oval 12">
            <a:extLst>
              <a:ext uri="{FF2B5EF4-FFF2-40B4-BE49-F238E27FC236}">
                <a16:creationId xmlns:a16="http://schemas.microsoft.com/office/drawing/2014/main" id="{351CE653-89C8-44E7-C2D0-7D0534131832}"/>
              </a:ext>
            </a:extLst>
          </p:cNvPr>
          <p:cNvSpPr>
            <a:spLocks noChangeAspect="1"/>
          </p:cNvSpPr>
          <p:nvPr/>
        </p:nvSpPr>
        <p:spPr bwMode="gray">
          <a:xfrm>
            <a:off x="3087757" y="2064665"/>
            <a:ext cx="151141" cy="151141"/>
          </a:xfrm>
          <a:prstGeom prst="ellipse">
            <a:avLst/>
          </a:prstGeom>
          <a:solidFill>
            <a:schemeClr val="accent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srgbClr val="FFFFFF"/>
              </a:solidFill>
              <a:effectLst/>
              <a:uLnTx/>
              <a:uFillTx/>
              <a:latin typeface="CVS Health Sans"/>
              <a:ea typeface="+mn-ea"/>
              <a:cs typeface="+mn-cs"/>
            </a:endParaRPr>
          </a:p>
        </p:txBody>
      </p:sp>
      <p:sp>
        <p:nvSpPr>
          <p:cNvPr id="14" name="Oval 13">
            <a:extLst>
              <a:ext uri="{FF2B5EF4-FFF2-40B4-BE49-F238E27FC236}">
                <a16:creationId xmlns:a16="http://schemas.microsoft.com/office/drawing/2014/main" id="{A5EDCDB0-8893-A679-1FA9-271D5722520D}"/>
              </a:ext>
            </a:extLst>
          </p:cNvPr>
          <p:cNvSpPr>
            <a:spLocks noChangeAspect="1"/>
          </p:cNvSpPr>
          <p:nvPr/>
        </p:nvSpPr>
        <p:spPr bwMode="gray">
          <a:xfrm>
            <a:off x="5451464" y="2064665"/>
            <a:ext cx="151141" cy="151141"/>
          </a:xfrm>
          <a:prstGeom prst="ellipse">
            <a:avLst/>
          </a:prstGeom>
          <a:solidFill>
            <a:schemeClr val="accent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srgbClr val="FFFFFF"/>
              </a:solidFill>
              <a:effectLst/>
              <a:uLnTx/>
              <a:uFillTx/>
              <a:latin typeface="CVS Health Sans"/>
              <a:ea typeface="+mn-ea"/>
              <a:cs typeface="+mn-cs"/>
            </a:endParaRPr>
          </a:p>
        </p:txBody>
      </p:sp>
      <p:sp>
        <p:nvSpPr>
          <p:cNvPr id="15" name="Oval 14">
            <a:extLst>
              <a:ext uri="{FF2B5EF4-FFF2-40B4-BE49-F238E27FC236}">
                <a16:creationId xmlns:a16="http://schemas.microsoft.com/office/drawing/2014/main" id="{B2B4B434-430A-ABD1-D194-51ACDB9C6F18}"/>
              </a:ext>
            </a:extLst>
          </p:cNvPr>
          <p:cNvSpPr>
            <a:spLocks noChangeAspect="1"/>
          </p:cNvSpPr>
          <p:nvPr/>
        </p:nvSpPr>
        <p:spPr bwMode="gray">
          <a:xfrm>
            <a:off x="7792337" y="2064665"/>
            <a:ext cx="151141" cy="151141"/>
          </a:xfrm>
          <a:prstGeom prst="ellipse">
            <a:avLst/>
          </a:prstGeom>
          <a:solidFill>
            <a:schemeClr val="accent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srgbClr val="FFFFFF"/>
              </a:solidFill>
              <a:effectLst/>
              <a:uLnTx/>
              <a:uFillTx/>
              <a:latin typeface="CVS Health Sans"/>
              <a:ea typeface="+mn-ea"/>
              <a:cs typeface="+mn-cs"/>
            </a:endParaRPr>
          </a:p>
        </p:txBody>
      </p:sp>
      <p:sp>
        <p:nvSpPr>
          <p:cNvPr id="16" name="Oval 15">
            <a:extLst>
              <a:ext uri="{FF2B5EF4-FFF2-40B4-BE49-F238E27FC236}">
                <a16:creationId xmlns:a16="http://schemas.microsoft.com/office/drawing/2014/main" id="{F630432D-E047-9B7A-B81C-A81C2E4D4353}"/>
              </a:ext>
            </a:extLst>
          </p:cNvPr>
          <p:cNvSpPr>
            <a:spLocks noChangeAspect="1"/>
          </p:cNvSpPr>
          <p:nvPr/>
        </p:nvSpPr>
        <p:spPr bwMode="gray">
          <a:xfrm>
            <a:off x="10133210" y="2064665"/>
            <a:ext cx="151141" cy="151141"/>
          </a:xfrm>
          <a:prstGeom prst="ellipse">
            <a:avLst/>
          </a:prstGeom>
          <a:solidFill>
            <a:schemeClr val="accent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srgbClr val="FFFFFF"/>
              </a:solidFill>
              <a:effectLst/>
              <a:uLnTx/>
              <a:uFillTx/>
              <a:latin typeface="CVS Health Sans"/>
              <a:ea typeface="+mn-ea"/>
              <a:cs typeface="+mn-cs"/>
            </a:endParaRPr>
          </a:p>
        </p:txBody>
      </p:sp>
      <p:sp>
        <p:nvSpPr>
          <p:cNvPr id="17" name="TextBox 16">
            <a:extLst>
              <a:ext uri="{FF2B5EF4-FFF2-40B4-BE49-F238E27FC236}">
                <a16:creationId xmlns:a16="http://schemas.microsoft.com/office/drawing/2014/main" id="{6CC0BDBB-ACD3-61DD-61B1-48F037AAA4B9}"/>
              </a:ext>
            </a:extLst>
          </p:cNvPr>
          <p:cNvSpPr txBox="1">
            <a:spLocks/>
          </p:cNvSpPr>
          <p:nvPr/>
        </p:nvSpPr>
        <p:spPr>
          <a:xfrm>
            <a:off x="729367" y="2469532"/>
            <a:ext cx="2039112" cy="600164"/>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
                <a:srgbClr val="002960"/>
              </a:buClr>
              <a:buSzTx/>
              <a:buFont typeface="Segoe UI" panose="020B0502040204020203" pitchFamily="34" charset="0"/>
              <a:buChar char="​"/>
              <a:tabLst/>
              <a:defRPr/>
            </a:pPr>
            <a:r>
              <a:rPr kumimoji="0" lang="en-US" sz="1300" b="0" i="0" u="none" strike="noStrike" kern="1200" cap="none" spc="0" normalizeH="0" baseline="0" noProof="0">
                <a:ln>
                  <a:noFill/>
                </a:ln>
                <a:solidFill>
                  <a:srgbClr val="021F41"/>
                </a:solidFill>
                <a:effectLst/>
                <a:uLnTx/>
                <a:uFillTx/>
                <a:latin typeface="CVS Health Sans" panose="020B0504020202020204" pitchFamily="34" charset="0"/>
                <a:ea typeface="+mn-ea"/>
                <a:cs typeface="+mn-cs"/>
              </a:rPr>
              <a:t>CVS and Aetna current apps (i.e., Caremark, Specialty, Pharmacy etc.)</a:t>
            </a:r>
            <a:endParaRPr kumimoji="0" lang="en-US" sz="1300" b="0" i="0" u="none" strike="noStrike" kern="1200" cap="none" spc="0" normalizeH="0" baseline="0" noProof="0">
              <a:ln>
                <a:noFill/>
              </a:ln>
              <a:solidFill>
                <a:srgbClr val="021F41"/>
              </a:solidFill>
              <a:effectLst/>
              <a:uLnTx/>
              <a:uFillTx/>
              <a:latin typeface="CVS Health Sans" panose="020B0504020202020204" pitchFamily="34" charset="0"/>
              <a:ea typeface="+mn-ea"/>
              <a:cs typeface="Arial" panose="020B0604020202020204" pitchFamily="34" charset="0"/>
              <a:sym typeface="Theinhardt Pan Light" panose="020B0404020101020102" pitchFamily="34" charset="0"/>
            </a:endParaRPr>
          </a:p>
        </p:txBody>
      </p:sp>
      <p:sp>
        <p:nvSpPr>
          <p:cNvPr id="18" name="TextBox 17">
            <a:extLst>
              <a:ext uri="{FF2B5EF4-FFF2-40B4-BE49-F238E27FC236}">
                <a16:creationId xmlns:a16="http://schemas.microsoft.com/office/drawing/2014/main" id="{E40C910C-D458-F894-A4E0-799DBAA030C8}"/>
              </a:ext>
            </a:extLst>
          </p:cNvPr>
          <p:cNvSpPr txBox="1">
            <a:spLocks/>
          </p:cNvSpPr>
          <p:nvPr/>
        </p:nvSpPr>
        <p:spPr>
          <a:xfrm>
            <a:off x="3076484" y="2469532"/>
            <a:ext cx="2039112" cy="1000274"/>
          </a:xfrm>
          <a:prstGeom prst="rect">
            <a:avLst/>
          </a:prstGeom>
          <a:noFill/>
        </p:spPr>
        <p:txBody>
          <a:bodyPr wrap="square" lIns="0" tIns="0" rIns="0" bIns="0" rtlCol="0" anchor="t">
            <a:spAutoFit/>
          </a:bodyPr>
          <a:lstStyle>
            <a:defPPr>
              <a:defRPr lang="en-US"/>
            </a:defPPr>
            <a:lvl1pPr marR="0" lvl="0" fontAlgn="auto">
              <a:spcAft>
                <a:spcPts val="600"/>
              </a:spcAft>
              <a:buClr>
                <a:srgbClr val="002960"/>
              </a:buClr>
              <a:buSzTx/>
              <a:buFont typeface="Segoe UI" panose="020B0502040204020203" pitchFamily="34" charset="0"/>
              <a:buChar char="​"/>
              <a:tabLst/>
              <a:defRPr sz="1600">
                <a:solidFill>
                  <a:sysClr val="windowText" lastClr="000000"/>
                </a:solidFill>
                <a:cs typeface="Theinhardt Pan Light" panose="020B0404020101020102" pitchFamily="34" charset="0"/>
              </a:defRPr>
            </a:lvl1pPr>
          </a:lstStyle>
          <a:p>
            <a:pPr marL="0" marR="0" lvl="0" indent="0" algn="l" defTabSz="457200" rtl="0" eaLnBrk="1" fontAlgn="auto" latinLnBrk="0" hangingPunct="1">
              <a:lnSpc>
                <a:spcPct val="100000"/>
              </a:lnSpc>
              <a:spcBef>
                <a:spcPts val="0"/>
              </a:spcBef>
              <a:spcAft>
                <a:spcPts val="600"/>
              </a:spcAft>
              <a:buClr>
                <a:srgbClr val="002960"/>
              </a:buClr>
              <a:buSzTx/>
              <a:buFont typeface="Segoe UI" panose="020B0502040204020203" pitchFamily="34" charset="0"/>
              <a:buChar char="​"/>
              <a:tabLst/>
              <a:defRPr/>
            </a:pPr>
            <a:r>
              <a:rPr kumimoji="0" lang="en-US" sz="1300" b="0" i="0" u="none" strike="noStrike" kern="1200" cap="none" spc="0" normalizeH="0" baseline="0" noProof="0">
                <a:ln>
                  <a:noFill/>
                </a:ln>
                <a:solidFill>
                  <a:srgbClr val="021F41"/>
                </a:solidFill>
                <a:effectLst/>
                <a:uLnTx/>
                <a:uFillTx/>
                <a:latin typeface="CVS Health Sans" panose="020B0504020202020204" pitchFamily="34" charset="0"/>
                <a:ea typeface="+mn-ea"/>
              </a:rPr>
              <a:t>Brilliant Basics and </a:t>
            </a:r>
            <a:br>
              <a:rPr kumimoji="0" lang="en-US" sz="1300" b="0" i="0" u="none" strike="noStrike" kern="1200" cap="none" spc="0" normalizeH="0" baseline="0" noProof="0">
                <a:ln>
                  <a:noFill/>
                </a:ln>
                <a:solidFill>
                  <a:srgbClr val="021F41"/>
                </a:solidFill>
                <a:effectLst/>
                <a:uLnTx/>
                <a:uFillTx/>
                <a:latin typeface="CVS Health Sans" panose="020B0504020202020204" pitchFamily="34" charset="0"/>
                <a:ea typeface="+mn-ea"/>
              </a:rPr>
            </a:br>
            <a:r>
              <a:rPr kumimoji="0" lang="en-US" sz="1300" b="0" i="0" u="none" strike="noStrike" kern="1200" cap="none" spc="0" normalizeH="0" baseline="0" noProof="0">
                <a:ln>
                  <a:noFill/>
                </a:ln>
                <a:solidFill>
                  <a:srgbClr val="021F41"/>
                </a:solidFill>
                <a:effectLst/>
                <a:uLnTx/>
                <a:uFillTx/>
                <a:latin typeface="CVS Health Sans" panose="020B0504020202020204" pitchFamily="34" charset="0"/>
                <a:ea typeface="+mn-ea"/>
              </a:rPr>
              <a:t>core foundational improvements on the CVS Health app and Aetna web/mobile web</a:t>
            </a:r>
          </a:p>
        </p:txBody>
      </p:sp>
      <p:sp>
        <p:nvSpPr>
          <p:cNvPr id="19" name="TextBox 18">
            <a:extLst>
              <a:ext uri="{FF2B5EF4-FFF2-40B4-BE49-F238E27FC236}">
                <a16:creationId xmlns:a16="http://schemas.microsoft.com/office/drawing/2014/main" id="{8864C2E8-A4A3-EC89-DD7F-D054ED81858F}"/>
              </a:ext>
            </a:extLst>
          </p:cNvPr>
          <p:cNvSpPr txBox="1">
            <a:spLocks/>
          </p:cNvSpPr>
          <p:nvPr/>
        </p:nvSpPr>
        <p:spPr>
          <a:xfrm>
            <a:off x="5423601" y="2469532"/>
            <a:ext cx="2039112" cy="600164"/>
          </a:xfrm>
          <a:prstGeom prst="rect">
            <a:avLst/>
          </a:prstGeom>
          <a:noFill/>
        </p:spPr>
        <p:txBody>
          <a:bodyPr wrap="square" lIns="0" tIns="0" rIns="0" bIns="0" rtlCol="0">
            <a:spAutoFit/>
          </a:bodyPr>
          <a:lstStyle>
            <a:defPPr>
              <a:defRPr lang="en-US"/>
            </a:defPPr>
            <a:lvl1pPr marR="0" lvl="0" fontAlgn="auto">
              <a:spcAft>
                <a:spcPts val="600"/>
              </a:spcAft>
              <a:buClr>
                <a:srgbClr val="002960"/>
              </a:buClr>
              <a:buSzTx/>
              <a:buFont typeface="Segoe UI" panose="020B0502040204020203" pitchFamily="34" charset="0"/>
              <a:buChar char="​"/>
              <a:tabLst/>
              <a:defRPr sz="1600">
                <a:solidFill>
                  <a:sysClr val="windowText" lastClr="000000"/>
                </a:solidFill>
                <a:cs typeface="Theinhardt Pan Light" panose="020B0404020101020102" pitchFamily="34" charset="0"/>
              </a:defRPr>
            </a:lvl1pPr>
          </a:lstStyle>
          <a:p>
            <a:pPr marL="0" marR="0" lvl="0" indent="0" algn="l" defTabSz="457200" rtl="0" eaLnBrk="1" fontAlgn="auto" latinLnBrk="0" hangingPunct="1">
              <a:lnSpc>
                <a:spcPct val="100000"/>
              </a:lnSpc>
              <a:spcBef>
                <a:spcPts val="0"/>
              </a:spcBef>
              <a:spcAft>
                <a:spcPts val="600"/>
              </a:spcAft>
              <a:buClr>
                <a:srgbClr val="002960"/>
              </a:buClr>
              <a:buSzTx/>
              <a:buFont typeface="Segoe UI" panose="020B0502040204020203" pitchFamily="34" charset="0"/>
              <a:buChar char="​"/>
              <a:tabLst/>
              <a:defRPr/>
            </a:pPr>
            <a:r>
              <a:rPr kumimoji="0" lang="en-US" sz="1300" b="0" i="0" u="none" strike="noStrike" kern="1200" cap="none" spc="0" normalizeH="0" baseline="0" noProof="0" dirty="0">
                <a:ln>
                  <a:noFill/>
                </a:ln>
                <a:solidFill>
                  <a:srgbClr val="021F41"/>
                </a:solidFill>
                <a:effectLst/>
                <a:uLnTx/>
                <a:uFillTx/>
                <a:latin typeface="CVS Health Sans" panose="020B0504020202020204" pitchFamily="34" charset="0"/>
                <a:ea typeface="+mn-ea"/>
              </a:rPr>
              <a:t>New visual design </a:t>
            </a:r>
            <a:br>
              <a:rPr kumimoji="0" lang="en-US" sz="1300" b="0" i="0" u="none" strike="noStrike" kern="1200" cap="none" spc="0" normalizeH="0" baseline="0" noProof="0" dirty="0">
                <a:ln>
                  <a:noFill/>
                </a:ln>
                <a:solidFill>
                  <a:srgbClr val="021F41"/>
                </a:solidFill>
                <a:effectLst/>
                <a:uLnTx/>
                <a:uFillTx/>
                <a:latin typeface="CVS Health Sans" panose="020B0504020202020204" pitchFamily="34" charset="0"/>
                <a:ea typeface="+mn-ea"/>
              </a:rPr>
            </a:br>
            <a:r>
              <a:rPr kumimoji="0" lang="en-US" sz="1300" b="0" i="0" u="none" strike="noStrike" kern="1200" cap="none" spc="0" normalizeH="0" baseline="0" noProof="0" dirty="0">
                <a:ln>
                  <a:noFill/>
                </a:ln>
                <a:solidFill>
                  <a:srgbClr val="021F41"/>
                </a:solidFill>
                <a:effectLst/>
                <a:uLnTx/>
                <a:uFillTx/>
                <a:latin typeface="CVS Health Sans" panose="020B0504020202020204" pitchFamily="34" charset="0"/>
                <a:ea typeface="+mn-ea"/>
              </a:rPr>
              <a:t>and CVS Health MLP </a:t>
            </a:r>
            <a:br>
              <a:rPr kumimoji="0" lang="en-US" sz="1300" b="0" i="0" u="none" strike="noStrike" kern="1200" cap="none" spc="0" normalizeH="0" baseline="0" noProof="0" dirty="0">
                <a:ln>
                  <a:noFill/>
                </a:ln>
                <a:solidFill>
                  <a:srgbClr val="021F41"/>
                </a:solidFill>
                <a:effectLst/>
                <a:uLnTx/>
                <a:uFillTx/>
                <a:latin typeface="CVS Health Sans" panose="020B0504020202020204" pitchFamily="34" charset="0"/>
                <a:ea typeface="+mn-ea"/>
              </a:rPr>
            </a:br>
            <a:r>
              <a:rPr kumimoji="0" lang="en-US" sz="1300" b="0" i="0" u="none" strike="noStrike" kern="1200" cap="none" spc="0" normalizeH="0" baseline="0" noProof="0" dirty="0">
                <a:ln>
                  <a:noFill/>
                </a:ln>
                <a:solidFill>
                  <a:srgbClr val="021F41"/>
                </a:solidFill>
                <a:effectLst/>
                <a:uLnTx/>
                <a:uFillTx/>
                <a:latin typeface="CVS Health Sans" panose="020B0504020202020204" pitchFamily="34" charset="0"/>
                <a:ea typeface="+mn-ea"/>
              </a:rPr>
              <a:t>features integrated</a:t>
            </a:r>
            <a:endParaRPr kumimoji="0" lang="en-US" sz="1300" b="0" i="0" u="none" strike="noStrike" kern="1200" cap="none" spc="0" normalizeH="0" baseline="0" noProof="0" dirty="0">
              <a:ln>
                <a:noFill/>
              </a:ln>
              <a:solidFill>
                <a:srgbClr val="021F41"/>
              </a:solidFill>
              <a:effectLst/>
              <a:uLnTx/>
              <a:uFillTx/>
              <a:latin typeface="CVS Health Sans" panose="020B0504020202020204" pitchFamily="34" charset="0"/>
              <a:ea typeface="+mn-ea"/>
              <a:cs typeface="Arial" panose="020B0604020202020204" pitchFamily="34" charset="0"/>
              <a:sym typeface="Theinhardt Pan Light" panose="020B0404020101020102" pitchFamily="34" charset="0"/>
            </a:endParaRPr>
          </a:p>
        </p:txBody>
      </p:sp>
      <p:sp>
        <p:nvSpPr>
          <p:cNvPr id="20" name="TextBox 19">
            <a:extLst>
              <a:ext uri="{FF2B5EF4-FFF2-40B4-BE49-F238E27FC236}">
                <a16:creationId xmlns:a16="http://schemas.microsoft.com/office/drawing/2014/main" id="{68582784-5341-7F4B-4AC6-F44FFA61B419}"/>
              </a:ext>
            </a:extLst>
          </p:cNvPr>
          <p:cNvSpPr txBox="1">
            <a:spLocks/>
          </p:cNvSpPr>
          <p:nvPr/>
        </p:nvSpPr>
        <p:spPr>
          <a:xfrm>
            <a:off x="7770718" y="2469532"/>
            <a:ext cx="2039112" cy="600164"/>
          </a:xfrm>
          <a:prstGeom prst="rect">
            <a:avLst/>
          </a:prstGeom>
          <a:noFill/>
        </p:spPr>
        <p:txBody>
          <a:bodyPr wrap="square" lIns="0" tIns="0" rIns="0" bIns="0" rtlCol="0">
            <a:spAutoFit/>
          </a:bodyPr>
          <a:lstStyle>
            <a:defPPr>
              <a:defRPr lang="en-US"/>
            </a:defPPr>
            <a:lvl1pPr marR="0" lvl="0" fontAlgn="auto">
              <a:spcAft>
                <a:spcPts val="600"/>
              </a:spcAft>
              <a:buClr>
                <a:srgbClr val="002960"/>
              </a:buClr>
              <a:buSzTx/>
              <a:buFont typeface="Segoe UI" panose="020B0502040204020203" pitchFamily="34" charset="0"/>
              <a:buChar char="​"/>
              <a:tabLst/>
              <a:defRPr sz="1600">
                <a:solidFill>
                  <a:sysClr val="windowText" lastClr="000000"/>
                </a:solidFill>
                <a:cs typeface="Theinhardt Pan Light" panose="020B0404020101020102" pitchFamily="34" charset="0"/>
              </a:defRPr>
            </a:lvl1pPr>
          </a:lstStyle>
          <a:p>
            <a:pPr marL="0" marR="0" lvl="0" indent="0" algn="l" defTabSz="457200" rtl="0" eaLnBrk="1" fontAlgn="auto" latinLnBrk="0" hangingPunct="1">
              <a:lnSpc>
                <a:spcPct val="100000"/>
              </a:lnSpc>
              <a:spcBef>
                <a:spcPts val="0"/>
              </a:spcBef>
              <a:spcAft>
                <a:spcPts val="600"/>
              </a:spcAft>
              <a:buClr>
                <a:srgbClr val="002960"/>
              </a:buClr>
              <a:buSzTx/>
              <a:buFont typeface="Segoe UI" panose="020B0502040204020203" pitchFamily="34" charset="0"/>
              <a:buChar char="​"/>
              <a:tabLst/>
              <a:defRPr/>
            </a:pPr>
            <a:r>
              <a:rPr kumimoji="0" lang="en-US" sz="1300" b="0" i="0" u="none" strike="noStrike" kern="1200" cap="none" spc="0" normalizeH="0" baseline="0" noProof="0" dirty="0">
                <a:ln>
                  <a:noFill/>
                </a:ln>
                <a:solidFill>
                  <a:srgbClr val="021F41"/>
                </a:solidFill>
                <a:effectLst/>
                <a:highlight>
                  <a:srgbClr val="FFFF00"/>
                </a:highlight>
                <a:uLnTx/>
                <a:uFillTx/>
                <a:latin typeface="CVS Health Sans" panose="020B0504020202020204" pitchFamily="34" charset="0"/>
                <a:ea typeface="+mn-ea"/>
              </a:rPr>
              <a:t>Complete the </a:t>
            </a:r>
            <a:br>
              <a:rPr kumimoji="0" lang="en-US" sz="1300" b="0" i="0" u="none" strike="noStrike" kern="1200" cap="none" spc="0" normalizeH="0" baseline="0" noProof="0" dirty="0">
                <a:ln>
                  <a:noFill/>
                </a:ln>
                <a:solidFill>
                  <a:srgbClr val="021F41"/>
                </a:solidFill>
                <a:effectLst/>
                <a:highlight>
                  <a:srgbClr val="FFFF00"/>
                </a:highlight>
                <a:uLnTx/>
                <a:uFillTx/>
                <a:latin typeface="CVS Health Sans" panose="020B0504020202020204" pitchFamily="34" charset="0"/>
                <a:ea typeface="+mn-ea"/>
              </a:rPr>
            </a:br>
            <a:r>
              <a:rPr kumimoji="0" lang="en-US" sz="1300" b="0" i="0" u="none" strike="noStrike" kern="1200" cap="none" spc="0" normalizeH="0" baseline="0" noProof="0" dirty="0">
                <a:ln>
                  <a:noFill/>
                </a:ln>
                <a:solidFill>
                  <a:srgbClr val="021F41"/>
                </a:solidFill>
                <a:effectLst/>
                <a:highlight>
                  <a:srgbClr val="FFFF00"/>
                </a:highlight>
                <a:uLnTx/>
                <a:uFillTx/>
                <a:latin typeface="CVS Health Sans" panose="020B0504020202020204" pitchFamily="34" charset="0"/>
                <a:ea typeface="+mn-ea"/>
              </a:rPr>
              <a:t>Aetna MLP</a:t>
            </a:r>
            <a:r>
              <a:rPr kumimoji="0" lang="en-US" sz="1300" b="0" i="0" u="none" strike="noStrike" kern="1200" cap="none" spc="0" normalizeH="0" baseline="0" noProof="0" dirty="0">
                <a:ln>
                  <a:noFill/>
                </a:ln>
                <a:solidFill>
                  <a:srgbClr val="021F41"/>
                </a:solidFill>
                <a:effectLst/>
                <a:uLnTx/>
                <a:uFillTx/>
                <a:latin typeface="CVS Health Sans" panose="020B0504020202020204" pitchFamily="34" charset="0"/>
                <a:ea typeface="+mn-ea"/>
              </a:rPr>
              <a:t>.  CVS Health premium experiences</a:t>
            </a:r>
          </a:p>
        </p:txBody>
      </p:sp>
      <p:sp>
        <p:nvSpPr>
          <p:cNvPr id="21" name="TextBox 20">
            <a:extLst>
              <a:ext uri="{FF2B5EF4-FFF2-40B4-BE49-F238E27FC236}">
                <a16:creationId xmlns:a16="http://schemas.microsoft.com/office/drawing/2014/main" id="{A36437DC-1C64-7ECB-D551-D46AB045358D}"/>
              </a:ext>
            </a:extLst>
          </p:cNvPr>
          <p:cNvSpPr txBox="1">
            <a:spLocks/>
          </p:cNvSpPr>
          <p:nvPr/>
        </p:nvSpPr>
        <p:spPr>
          <a:xfrm>
            <a:off x="10117835" y="2469532"/>
            <a:ext cx="1854206" cy="1477328"/>
          </a:xfrm>
          <a:prstGeom prst="rect">
            <a:avLst/>
          </a:prstGeom>
          <a:noFill/>
        </p:spPr>
        <p:txBody>
          <a:bodyPr wrap="square" lIns="0" tIns="0" rIns="0" bIns="0" rtlCol="0" anchor="t">
            <a:spAutoFit/>
          </a:bodyPr>
          <a:lstStyle>
            <a:defPPr>
              <a:defRPr lang="en-US"/>
            </a:defPPr>
            <a:lvl1pPr marR="0" lvl="0" fontAlgn="auto">
              <a:spcAft>
                <a:spcPts val="600"/>
              </a:spcAft>
              <a:buClr>
                <a:srgbClr val="002960"/>
              </a:buClr>
              <a:buSzTx/>
              <a:buFont typeface="Segoe UI" panose="020B0502040204020203" pitchFamily="34" charset="0"/>
              <a:buChar char="​"/>
              <a:tabLst/>
              <a:defRPr sz="1600">
                <a:solidFill>
                  <a:sysClr val="windowText" lastClr="000000"/>
                </a:solidFill>
                <a:cs typeface="Theinhardt Pan Light" panose="020B0404020101020102" pitchFamily="34" charset="0"/>
              </a:defRPr>
            </a:lvl1pPr>
          </a:lstStyle>
          <a:p>
            <a:pPr defTabSz="457200">
              <a:defRPr/>
            </a:pPr>
            <a:r>
              <a:rPr kumimoji="0" lang="en-US" sz="1300" b="0" i="0" u="none" strike="noStrike" kern="1200" cap="none" spc="0" normalizeH="0" baseline="0" noProof="0" dirty="0">
                <a:ln>
                  <a:noFill/>
                </a:ln>
                <a:solidFill>
                  <a:srgbClr val="021F41"/>
                </a:solidFill>
                <a:effectLst/>
                <a:uLnTx/>
                <a:uFillTx/>
                <a:latin typeface="CVS Health Sans"/>
              </a:rPr>
              <a:t>Aetna premium experiences</a:t>
            </a:r>
            <a:r>
              <a:rPr lang="en-US" sz="1300" dirty="0">
                <a:solidFill>
                  <a:srgbClr val="021F41"/>
                </a:solidFill>
                <a:latin typeface="CVS Health Sans"/>
              </a:rPr>
              <a:t> + CVS Super App enables user to experience all of CVS Health enterprise in one place</a:t>
            </a:r>
          </a:p>
          <a:p>
            <a:pPr defTabSz="457200">
              <a:defRPr/>
            </a:pPr>
            <a:endParaRPr lang="en-US" sz="1300" dirty="0">
              <a:solidFill>
                <a:srgbClr val="021F41"/>
              </a:solidFill>
              <a:latin typeface="CVS Health Sans" panose="020B0504020202020204" pitchFamily="34" charset="0"/>
            </a:endParaRPr>
          </a:p>
        </p:txBody>
      </p:sp>
      <p:grpSp>
        <p:nvGrpSpPr>
          <p:cNvPr id="22" name="Group 21">
            <a:extLst>
              <a:ext uri="{FF2B5EF4-FFF2-40B4-BE49-F238E27FC236}">
                <a16:creationId xmlns:a16="http://schemas.microsoft.com/office/drawing/2014/main" id="{086068B0-93B6-91E2-7E18-40A4D8D59C3D}"/>
              </a:ext>
            </a:extLst>
          </p:cNvPr>
          <p:cNvGrpSpPr>
            <a:grpSpLocks noChangeAspect="1"/>
          </p:cNvGrpSpPr>
          <p:nvPr/>
        </p:nvGrpSpPr>
        <p:grpSpPr>
          <a:xfrm>
            <a:off x="736092" y="3337804"/>
            <a:ext cx="1384723" cy="2680005"/>
            <a:chOff x="662679" y="3276364"/>
            <a:chExt cx="2453120" cy="4747790"/>
          </a:xfrm>
        </p:grpSpPr>
        <p:pic>
          <p:nvPicPr>
            <p:cNvPr id="23" name="Picture 16">
              <a:extLst>
                <a:ext uri="{FF2B5EF4-FFF2-40B4-BE49-F238E27FC236}">
                  <a16:creationId xmlns:a16="http://schemas.microsoft.com/office/drawing/2014/main" id="{1F20DE97-165B-52C1-4456-658D7A687149}"/>
                </a:ext>
              </a:extLst>
            </p:cNvPr>
            <p:cNvPicPr>
              <a:picLocks noChangeAspect="1"/>
            </p:cNvPicPr>
            <p:nvPr/>
          </p:nvPicPr>
          <p:blipFill>
            <a:blip r:embed="rId5"/>
            <a:stretch>
              <a:fillRect/>
            </a:stretch>
          </p:blipFill>
          <p:spPr>
            <a:xfrm>
              <a:off x="662679" y="3276552"/>
              <a:ext cx="1165859" cy="2286490"/>
            </a:xfrm>
            <a:prstGeom prst="rect">
              <a:avLst/>
            </a:prstGeom>
          </p:spPr>
        </p:pic>
        <p:pic>
          <p:nvPicPr>
            <p:cNvPr id="24" name="Picture 17">
              <a:extLst>
                <a:ext uri="{FF2B5EF4-FFF2-40B4-BE49-F238E27FC236}">
                  <a16:creationId xmlns:a16="http://schemas.microsoft.com/office/drawing/2014/main" id="{2DBBF2C5-A560-84C5-EAD6-438C1EA07D76}"/>
                </a:ext>
              </a:extLst>
            </p:cNvPr>
            <p:cNvPicPr>
              <a:picLocks noChangeAspect="1"/>
            </p:cNvPicPr>
            <p:nvPr/>
          </p:nvPicPr>
          <p:blipFill>
            <a:blip r:embed="rId6"/>
            <a:stretch>
              <a:fillRect/>
            </a:stretch>
          </p:blipFill>
          <p:spPr>
            <a:xfrm>
              <a:off x="1949940" y="5737664"/>
              <a:ext cx="1165859" cy="2286490"/>
            </a:xfrm>
            <a:prstGeom prst="rect">
              <a:avLst/>
            </a:prstGeom>
          </p:spPr>
        </p:pic>
        <p:pic>
          <p:nvPicPr>
            <p:cNvPr id="25" name="Picture 18">
              <a:extLst>
                <a:ext uri="{FF2B5EF4-FFF2-40B4-BE49-F238E27FC236}">
                  <a16:creationId xmlns:a16="http://schemas.microsoft.com/office/drawing/2014/main" id="{D98565B6-C89E-A3BF-88A7-83B56C2AB25A}"/>
                </a:ext>
              </a:extLst>
            </p:cNvPr>
            <p:cNvPicPr>
              <a:picLocks noChangeAspect="1"/>
            </p:cNvPicPr>
            <p:nvPr/>
          </p:nvPicPr>
          <p:blipFill>
            <a:blip r:embed="rId7"/>
            <a:stretch>
              <a:fillRect/>
            </a:stretch>
          </p:blipFill>
          <p:spPr>
            <a:xfrm>
              <a:off x="1949940" y="3276364"/>
              <a:ext cx="1165859" cy="2286490"/>
            </a:xfrm>
            <a:prstGeom prst="rect">
              <a:avLst/>
            </a:prstGeom>
          </p:spPr>
        </p:pic>
        <p:pic>
          <p:nvPicPr>
            <p:cNvPr id="26" name="Picture 20">
              <a:extLst>
                <a:ext uri="{FF2B5EF4-FFF2-40B4-BE49-F238E27FC236}">
                  <a16:creationId xmlns:a16="http://schemas.microsoft.com/office/drawing/2014/main" id="{76F9BB8F-CF81-0C26-BE08-25202BB2CBE0}"/>
                </a:ext>
              </a:extLst>
            </p:cNvPr>
            <p:cNvPicPr>
              <a:picLocks noChangeAspect="1"/>
            </p:cNvPicPr>
            <p:nvPr/>
          </p:nvPicPr>
          <p:blipFill>
            <a:blip r:embed="rId8"/>
            <a:stretch>
              <a:fillRect/>
            </a:stretch>
          </p:blipFill>
          <p:spPr>
            <a:xfrm>
              <a:off x="662679" y="5714755"/>
              <a:ext cx="1165859" cy="2286490"/>
            </a:xfrm>
            <a:prstGeom prst="rect">
              <a:avLst/>
            </a:prstGeom>
          </p:spPr>
        </p:pic>
      </p:grpSp>
      <p:grpSp>
        <p:nvGrpSpPr>
          <p:cNvPr id="27" name="Group 26">
            <a:extLst>
              <a:ext uri="{FF2B5EF4-FFF2-40B4-BE49-F238E27FC236}">
                <a16:creationId xmlns:a16="http://schemas.microsoft.com/office/drawing/2014/main" id="{6275E78F-1D6F-B0E6-6643-5C2B67D53FB7}"/>
              </a:ext>
            </a:extLst>
          </p:cNvPr>
          <p:cNvGrpSpPr>
            <a:grpSpLocks noChangeAspect="1"/>
          </p:cNvGrpSpPr>
          <p:nvPr/>
        </p:nvGrpSpPr>
        <p:grpSpPr>
          <a:xfrm>
            <a:off x="3072384" y="3708868"/>
            <a:ext cx="1967159" cy="2130676"/>
            <a:chOff x="3161508" y="2969401"/>
            <a:chExt cx="9942948" cy="10769435"/>
          </a:xfrm>
        </p:grpSpPr>
        <p:pic>
          <p:nvPicPr>
            <p:cNvPr id="28" name="Picture 27">
              <a:extLst>
                <a:ext uri="{FF2B5EF4-FFF2-40B4-BE49-F238E27FC236}">
                  <a16:creationId xmlns:a16="http://schemas.microsoft.com/office/drawing/2014/main" id="{4D69D38A-763F-A78F-AE51-DFB17E691E01}"/>
                </a:ext>
              </a:extLst>
            </p:cNvPr>
            <p:cNvPicPr>
              <a:picLocks/>
            </p:cNvPicPr>
            <p:nvPr/>
          </p:nvPicPr>
          <p:blipFill>
            <a:blip r:embed="rId9"/>
            <a:stretch>
              <a:fillRect/>
            </a:stretch>
          </p:blipFill>
          <p:spPr>
            <a:xfrm>
              <a:off x="3161508" y="3007336"/>
              <a:ext cx="4953000" cy="10731500"/>
            </a:xfrm>
            <a:prstGeom prst="rect">
              <a:avLst/>
            </a:prstGeom>
          </p:spPr>
        </p:pic>
        <p:pic>
          <p:nvPicPr>
            <p:cNvPr id="29" name="Picture 28">
              <a:extLst>
                <a:ext uri="{FF2B5EF4-FFF2-40B4-BE49-F238E27FC236}">
                  <a16:creationId xmlns:a16="http://schemas.microsoft.com/office/drawing/2014/main" id="{7ED2E3B2-8D27-34FE-B7C6-F8B0A503E10C}"/>
                </a:ext>
              </a:extLst>
            </p:cNvPr>
            <p:cNvPicPr>
              <a:picLocks/>
            </p:cNvPicPr>
            <p:nvPr/>
          </p:nvPicPr>
          <p:blipFill rotWithShape="1">
            <a:blip r:embed="rId10"/>
            <a:srcRect b="3428"/>
            <a:stretch/>
          </p:blipFill>
          <p:spPr>
            <a:xfrm>
              <a:off x="8341956" y="2969401"/>
              <a:ext cx="4762500" cy="10731498"/>
            </a:xfrm>
            <a:prstGeom prst="rect">
              <a:avLst/>
            </a:prstGeom>
          </p:spPr>
        </p:pic>
      </p:grpSp>
      <p:pic>
        <p:nvPicPr>
          <p:cNvPr id="30" name="Picture 7">
            <a:extLst>
              <a:ext uri="{FF2B5EF4-FFF2-40B4-BE49-F238E27FC236}">
                <a16:creationId xmlns:a16="http://schemas.microsoft.com/office/drawing/2014/main" id="{8923F0AC-B4BB-4C7A-2E51-56A32C7AB8F8}"/>
              </a:ext>
            </a:extLst>
          </p:cNvPr>
          <p:cNvPicPr>
            <a:picLocks noChangeAspect="1"/>
          </p:cNvPicPr>
          <p:nvPr/>
        </p:nvPicPr>
        <p:blipFill>
          <a:blip r:embed="rId11"/>
          <a:stretch>
            <a:fillRect/>
          </a:stretch>
        </p:blipFill>
        <p:spPr>
          <a:xfrm>
            <a:off x="5456755" y="3159536"/>
            <a:ext cx="1485496" cy="3135216"/>
          </a:xfrm>
          <a:prstGeom prst="rect">
            <a:avLst/>
          </a:prstGeom>
        </p:spPr>
      </p:pic>
      <p:pic>
        <p:nvPicPr>
          <p:cNvPr id="31" name="Picture 13">
            <a:extLst>
              <a:ext uri="{FF2B5EF4-FFF2-40B4-BE49-F238E27FC236}">
                <a16:creationId xmlns:a16="http://schemas.microsoft.com/office/drawing/2014/main" id="{5F18CB2E-5262-5129-9CCC-979C28FD1869}"/>
              </a:ext>
            </a:extLst>
          </p:cNvPr>
          <p:cNvPicPr>
            <a:picLocks noChangeAspect="1"/>
          </p:cNvPicPr>
          <p:nvPr/>
        </p:nvPicPr>
        <p:blipFill>
          <a:blip r:embed="rId12"/>
          <a:stretch>
            <a:fillRect/>
          </a:stretch>
        </p:blipFill>
        <p:spPr>
          <a:xfrm>
            <a:off x="7792337" y="3159536"/>
            <a:ext cx="1485495" cy="3157608"/>
          </a:xfrm>
          <a:prstGeom prst="rect">
            <a:avLst/>
          </a:prstGeom>
        </p:spPr>
      </p:pic>
      <p:sp>
        <p:nvSpPr>
          <p:cNvPr id="3" name="Oval 2">
            <a:extLst>
              <a:ext uri="{FF2B5EF4-FFF2-40B4-BE49-F238E27FC236}">
                <a16:creationId xmlns:a16="http://schemas.microsoft.com/office/drawing/2014/main" id="{007EA2D1-A173-52DE-9AA6-AC75466C2B58}"/>
              </a:ext>
            </a:extLst>
          </p:cNvPr>
          <p:cNvSpPr/>
          <p:nvPr/>
        </p:nvSpPr>
        <p:spPr bwMode="gray">
          <a:xfrm>
            <a:off x="159692" y="116176"/>
            <a:ext cx="290068" cy="276261"/>
          </a:xfrm>
          <a:prstGeom prst="ellipse">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solidFill>
                  <a:schemeClr val="bg1"/>
                </a:solidFill>
              </a:rPr>
              <a:t>2</a:t>
            </a:r>
          </a:p>
        </p:txBody>
      </p:sp>
      <p:sp>
        <p:nvSpPr>
          <p:cNvPr id="4" name="Rectangle 3">
            <a:extLst>
              <a:ext uri="{FF2B5EF4-FFF2-40B4-BE49-F238E27FC236}">
                <a16:creationId xmlns:a16="http://schemas.microsoft.com/office/drawing/2014/main" id="{CE528247-FD85-A0E5-18AA-5D41B7994E13}"/>
              </a:ext>
            </a:extLst>
          </p:cNvPr>
          <p:cNvSpPr/>
          <p:nvPr/>
        </p:nvSpPr>
        <p:spPr bwMode="gray">
          <a:xfrm>
            <a:off x="7601527" y="1450109"/>
            <a:ext cx="4451928" cy="5246255"/>
          </a:xfrm>
          <a:prstGeom prst="rect">
            <a:avLst/>
          </a:prstGeom>
          <a:noFill/>
          <a:ln>
            <a:solidFill>
              <a:schemeClr val="accent2"/>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dirty="0">
              <a:solidFill>
                <a:schemeClr val="bg1"/>
              </a:solidFill>
            </a:endParaRPr>
          </a:p>
        </p:txBody>
      </p:sp>
    </p:spTree>
    <p:extLst>
      <p:ext uri="{BB962C8B-B14F-4D97-AF65-F5344CB8AC3E}">
        <p14:creationId xmlns:p14="http://schemas.microsoft.com/office/powerpoint/2010/main" val="2918933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think-cell data - do not delete" hidden="1">
            <a:extLst>
              <a:ext uri="{FF2B5EF4-FFF2-40B4-BE49-F238E27FC236}">
                <a16:creationId xmlns:a16="http://schemas.microsoft.com/office/drawing/2014/main" id="{05358C49-9922-EEC8-EBD5-3AC7CAE8207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27" name="think-cell data - do not delete" hidden="1">
                        <a:extLst>
                          <a:ext uri="{FF2B5EF4-FFF2-40B4-BE49-F238E27FC236}">
                            <a16:creationId xmlns:a16="http://schemas.microsoft.com/office/drawing/2014/main" id="{05358C49-9922-EEC8-EBD5-3AC7CAE820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3F945DD-9B79-3E79-FCAF-C542E1C206F1}"/>
              </a:ext>
            </a:extLst>
          </p:cNvPr>
          <p:cNvSpPr>
            <a:spLocks noGrp="1"/>
          </p:cNvSpPr>
          <p:nvPr>
            <p:ph type="title"/>
          </p:nvPr>
        </p:nvSpPr>
        <p:spPr>
          <a:xfrm>
            <a:off x="456993" y="292608"/>
            <a:ext cx="9667726" cy="713232"/>
          </a:xfrm>
        </p:spPr>
        <p:txBody>
          <a:bodyPr vert="horz"/>
          <a:lstStyle/>
          <a:p>
            <a:r>
              <a:rPr lang="en-US"/>
              <a:t>CVS Super App Future State Capabilities </a:t>
            </a:r>
          </a:p>
        </p:txBody>
      </p:sp>
      <p:pic>
        <p:nvPicPr>
          <p:cNvPr id="4" name="Picture 3" descr="A screenshot of a phone&#10;&#10;Description automatically generated">
            <a:extLst>
              <a:ext uri="{FF2B5EF4-FFF2-40B4-BE49-F238E27FC236}">
                <a16:creationId xmlns:a16="http://schemas.microsoft.com/office/drawing/2014/main" id="{A581FF09-C7B6-9AC5-BA04-36D1483D82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41391" y="1900001"/>
            <a:ext cx="1754027" cy="3802731"/>
          </a:xfrm>
          <a:prstGeom prst="rect">
            <a:avLst/>
          </a:prstGeom>
        </p:spPr>
      </p:pic>
      <p:pic>
        <p:nvPicPr>
          <p:cNvPr id="5" name="Picture 4" descr="Screens screenshot of a phone&#10;&#10;Description automatically generated">
            <a:extLst>
              <a:ext uri="{FF2B5EF4-FFF2-40B4-BE49-F238E27FC236}">
                <a16:creationId xmlns:a16="http://schemas.microsoft.com/office/drawing/2014/main" id="{82AD87EE-EAC5-E4DC-7966-9180C410DD8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82368" y="1900002"/>
            <a:ext cx="1754027" cy="3802731"/>
          </a:xfrm>
          <a:prstGeom prst="rect">
            <a:avLst/>
          </a:prstGeom>
        </p:spPr>
      </p:pic>
      <p:pic>
        <p:nvPicPr>
          <p:cNvPr id="6" name="Picture 5" descr="A black screen with a black background&#10;&#10;Description automatically generated">
            <a:extLst>
              <a:ext uri="{FF2B5EF4-FFF2-40B4-BE49-F238E27FC236}">
                <a16:creationId xmlns:a16="http://schemas.microsoft.com/office/drawing/2014/main" id="{564062BC-485F-AE8C-BD9A-59B07D76A74D}"/>
              </a:ext>
            </a:extLst>
          </p:cNvPr>
          <p:cNvPicPr>
            <a:picLocks noChangeAspect="1"/>
          </p:cNvPicPr>
          <p:nvPr/>
        </p:nvPicPr>
        <p:blipFill>
          <a:blip r:embed="rId7"/>
          <a:stretch>
            <a:fillRect/>
          </a:stretch>
        </p:blipFill>
        <p:spPr>
          <a:xfrm>
            <a:off x="2762070" y="1775283"/>
            <a:ext cx="1993392" cy="4040299"/>
          </a:xfrm>
          <a:prstGeom prst="rect">
            <a:avLst/>
          </a:prstGeom>
        </p:spPr>
      </p:pic>
      <p:pic>
        <p:nvPicPr>
          <p:cNvPr id="7" name="Picture 6" descr="A black screen with a black background&#10;&#10;Description automatically generated">
            <a:extLst>
              <a:ext uri="{FF2B5EF4-FFF2-40B4-BE49-F238E27FC236}">
                <a16:creationId xmlns:a16="http://schemas.microsoft.com/office/drawing/2014/main" id="{9F81FA06-B741-FA38-78DA-A219ACC9C19A}"/>
              </a:ext>
            </a:extLst>
          </p:cNvPr>
          <p:cNvPicPr>
            <a:picLocks noChangeAspect="1"/>
          </p:cNvPicPr>
          <p:nvPr/>
        </p:nvPicPr>
        <p:blipFill>
          <a:blip r:embed="rId7"/>
          <a:stretch>
            <a:fillRect/>
          </a:stretch>
        </p:blipFill>
        <p:spPr>
          <a:xfrm>
            <a:off x="5021573" y="1775282"/>
            <a:ext cx="1993392" cy="4040299"/>
          </a:xfrm>
          <a:prstGeom prst="rect">
            <a:avLst/>
          </a:prstGeom>
        </p:spPr>
      </p:pic>
      <p:grpSp>
        <p:nvGrpSpPr>
          <p:cNvPr id="26" name="Group 25">
            <a:extLst>
              <a:ext uri="{FF2B5EF4-FFF2-40B4-BE49-F238E27FC236}">
                <a16:creationId xmlns:a16="http://schemas.microsoft.com/office/drawing/2014/main" id="{46255E03-6A4B-9B01-E1F3-4341CD4C052F}"/>
              </a:ext>
            </a:extLst>
          </p:cNvPr>
          <p:cNvGrpSpPr/>
          <p:nvPr/>
        </p:nvGrpSpPr>
        <p:grpSpPr>
          <a:xfrm>
            <a:off x="544079" y="1782768"/>
            <a:ext cx="1993392" cy="4043949"/>
            <a:chOff x="364457" y="1830832"/>
            <a:chExt cx="2186185" cy="4431060"/>
          </a:xfrm>
        </p:grpSpPr>
        <p:pic>
          <p:nvPicPr>
            <p:cNvPr id="13" name="Picture 12">
              <a:extLst>
                <a:ext uri="{FF2B5EF4-FFF2-40B4-BE49-F238E27FC236}">
                  <a16:creationId xmlns:a16="http://schemas.microsoft.com/office/drawing/2014/main" id="{72E35B07-6882-AE99-48C4-FC7E9A0B7DA6}"/>
                </a:ext>
              </a:extLst>
            </p:cNvPr>
            <p:cNvPicPr>
              <a:picLocks noChangeAspect="1"/>
            </p:cNvPicPr>
            <p:nvPr/>
          </p:nvPicPr>
          <p:blipFill>
            <a:blip r:embed="rId8"/>
            <a:stretch>
              <a:fillRect/>
            </a:stretch>
          </p:blipFill>
          <p:spPr>
            <a:xfrm>
              <a:off x="456993" y="1978014"/>
              <a:ext cx="1978392" cy="4283878"/>
            </a:xfrm>
            <a:prstGeom prst="rect">
              <a:avLst/>
            </a:prstGeom>
          </p:spPr>
        </p:pic>
        <p:pic>
          <p:nvPicPr>
            <p:cNvPr id="25" name="Picture 24" descr="A black screen with a black background&#10;&#10;Description automatically generated">
              <a:extLst>
                <a:ext uri="{FF2B5EF4-FFF2-40B4-BE49-F238E27FC236}">
                  <a16:creationId xmlns:a16="http://schemas.microsoft.com/office/drawing/2014/main" id="{853DC054-91BC-F19D-51FD-9AA2E6C3276E}"/>
                </a:ext>
              </a:extLst>
            </p:cNvPr>
            <p:cNvPicPr>
              <a:picLocks noChangeAspect="1"/>
            </p:cNvPicPr>
            <p:nvPr/>
          </p:nvPicPr>
          <p:blipFill>
            <a:blip r:embed="rId7"/>
            <a:stretch>
              <a:fillRect/>
            </a:stretch>
          </p:blipFill>
          <p:spPr>
            <a:xfrm>
              <a:off x="364457" y="1830832"/>
              <a:ext cx="2186185" cy="4431060"/>
            </a:xfrm>
            <a:prstGeom prst="rect">
              <a:avLst/>
            </a:prstGeom>
          </p:spPr>
        </p:pic>
      </p:grpSp>
      <p:sp>
        <p:nvSpPr>
          <p:cNvPr id="1024" name="TextBox 1023">
            <a:extLst>
              <a:ext uri="{FF2B5EF4-FFF2-40B4-BE49-F238E27FC236}">
                <a16:creationId xmlns:a16="http://schemas.microsoft.com/office/drawing/2014/main" id="{471CC532-0BC4-CEEC-7AB7-8E9CFB87290D}"/>
              </a:ext>
            </a:extLst>
          </p:cNvPr>
          <p:cNvSpPr txBox="1"/>
          <p:nvPr/>
        </p:nvSpPr>
        <p:spPr>
          <a:xfrm>
            <a:off x="680599" y="1321103"/>
            <a:ext cx="1747638" cy="307777"/>
          </a:xfrm>
          <a:prstGeom prst="rect">
            <a:avLst/>
          </a:prstGeom>
          <a:noFill/>
        </p:spPr>
        <p:txBody>
          <a:bodyPr wrap="square" lIns="0" tIns="0" rIns="0" bIns="0" rtlCol="0">
            <a:spAutoFit/>
          </a:bodyPr>
          <a:lstStyle/>
          <a:p>
            <a:pPr algn="l"/>
            <a:r>
              <a:rPr lang="en-US" sz="1000"/>
              <a:t>Connect records across CVS, Caremark, and Specialty</a:t>
            </a:r>
          </a:p>
        </p:txBody>
      </p:sp>
      <p:sp>
        <p:nvSpPr>
          <p:cNvPr id="1025" name="TextBox 1024">
            <a:extLst>
              <a:ext uri="{FF2B5EF4-FFF2-40B4-BE49-F238E27FC236}">
                <a16:creationId xmlns:a16="http://schemas.microsoft.com/office/drawing/2014/main" id="{B54F5745-BC79-04AE-87C8-C372112663C7}"/>
              </a:ext>
            </a:extLst>
          </p:cNvPr>
          <p:cNvSpPr txBox="1"/>
          <p:nvPr/>
        </p:nvSpPr>
        <p:spPr>
          <a:xfrm>
            <a:off x="2906830" y="1321103"/>
            <a:ext cx="1729566" cy="461665"/>
          </a:xfrm>
          <a:prstGeom prst="rect">
            <a:avLst/>
          </a:prstGeom>
          <a:noFill/>
        </p:spPr>
        <p:txBody>
          <a:bodyPr wrap="square" lIns="0" tIns="0" rIns="0" bIns="0" rtlCol="0">
            <a:spAutoFit/>
          </a:bodyPr>
          <a:lstStyle/>
          <a:p>
            <a:pPr algn="l"/>
            <a:r>
              <a:rPr lang="en-US" sz="1000"/>
              <a:t>View &amp; take action on Rx order status right from the </a:t>
            </a:r>
            <a:r>
              <a:rPr lang="en-US" sz="1000" err="1"/>
              <a:t>homescreen</a:t>
            </a:r>
            <a:endParaRPr lang="en-US" sz="1000"/>
          </a:p>
        </p:txBody>
      </p:sp>
      <p:sp>
        <p:nvSpPr>
          <p:cNvPr id="1028" name="TextBox 1027">
            <a:extLst>
              <a:ext uri="{FF2B5EF4-FFF2-40B4-BE49-F238E27FC236}">
                <a16:creationId xmlns:a16="http://schemas.microsoft.com/office/drawing/2014/main" id="{46B79CEF-0C9D-C0B9-E6EF-598513B00F75}"/>
              </a:ext>
            </a:extLst>
          </p:cNvPr>
          <p:cNvSpPr txBox="1"/>
          <p:nvPr/>
        </p:nvSpPr>
        <p:spPr>
          <a:xfrm>
            <a:off x="5134428" y="1321103"/>
            <a:ext cx="1880537" cy="461665"/>
          </a:xfrm>
          <a:prstGeom prst="rect">
            <a:avLst/>
          </a:prstGeom>
          <a:noFill/>
        </p:spPr>
        <p:txBody>
          <a:bodyPr wrap="square" lIns="0" tIns="0" rIns="0" bIns="0" rtlCol="0">
            <a:spAutoFit/>
          </a:bodyPr>
          <a:lstStyle/>
          <a:p>
            <a:pPr algn="l"/>
            <a:r>
              <a:rPr lang="en-US" sz="1000"/>
              <a:t>Manage prescriptions across CVS, Caremark, and Specialty for yourself + your family </a:t>
            </a:r>
          </a:p>
        </p:txBody>
      </p:sp>
      <p:sp>
        <p:nvSpPr>
          <p:cNvPr id="1033" name="TextBox 1032">
            <a:extLst>
              <a:ext uri="{FF2B5EF4-FFF2-40B4-BE49-F238E27FC236}">
                <a16:creationId xmlns:a16="http://schemas.microsoft.com/office/drawing/2014/main" id="{A50DBA77-1FFE-7924-A1DF-69E42F10187C}"/>
              </a:ext>
            </a:extLst>
          </p:cNvPr>
          <p:cNvSpPr txBox="1"/>
          <p:nvPr/>
        </p:nvSpPr>
        <p:spPr>
          <a:xfrm>
            <a:off x="7393931" y="1321103"/>
            <a:ext cx="1910993" cy="461665"/>
          </a:xfrm>
          <a:prstGeom prst="rect">
            <a:avLst/>
          </a:prstGeom>
          <a:noFill/>
        </p:spPr>
        <p:txBody>
          <a:bodyPr wrap="square" lIns="0" tIns="0" rIns="0" bIns="0" rtlCol="0">
            <a:spAutoFit/>
          </a:bodyPr>
          <a:lstStyle/>
          <a:p>
            <a:pPr algn="l"/>
            <a:r>
              <a:rPr lang="en-US" sz="1000"/>
              <a:t>Integrated pharmacy chat provides assistance for refilling prescriptions, FAQs, etc.</a:t>
            </a:r>
          </a:p>
        </p:txBody>
      </p:sp>
      <p:pic>
        <p:nvPicPr>
          <p:cNvPr id="1026" name="Picture 2">
            <a:extLst>
              <a:ext uri="{FF2B5EF4-FFF2-40B4-BE49-F238E27FC236}">
                <a16:creationId xmlns:a16="http://schemas.microsoft.com/office/drawing/2014/main" id="{BDC1406F-42EE-2369-D101-5546D6EBEEC2}"/>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b="23288"/>
          <a:stretch/>
        </p:blipFill>
        <p:spPr bwMode="auto">
          <a:xfrm>
            <a:off x="7396998" y="2057744"/>
            <a:ext cx="1711895" cy="3639479"/>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36" name="TextBox 1035">
            <a:extLst>
              <a:ext uri="{FF2B5EF4-FFF2-40B4-BE49-F238E27FC236}">
                <a16:creationId xmlns:a16="http://schemas.microsoft.com/office/drawing/2014/main" id="{A68DE452-B3F6-510E-CB1E-9B74659DBA93}"/>
              </a:ext>
            </a:extLst>
          </p:cNvPr>
          <p:cNvSpPr txBox="1"/>
          <p:nvPr/>
        </p:nvSpPr>
        <p:spPr>
          <a:xfrm>
            <a:off x="165463" y="6609806"/>
            <a:ext cx="8412480" cy="153888"/>
          </a:xfrm>
          <a:prstGeom prst="rect">
            <a:avLst/>
          </a:prstGeom>
          <a:noFill/>
        </p:spPr>
        <p:txBody>
          <a:bodyPr wrap="square" lIns="0" tIns="0" rIns="0" bIns="0" rtlCol="0">
            <a:spAutoFit/>
          </a:bodyPr>
          <a:lstStyle/>
          <a:p>
            <a:pPr algn="l"/>
            <a:r>
              <a:rPr lang="en-US" sz="1000" i="1"/>
              <a:t>Note: Visuals above are meant to provide a high-level overview of the app’s future state capabilities. Actual designs may vary.</a:t>
            </a:r>
          </a:p>
        </p:txBody>
      </p:sp>
      <p:sp>
        <p:nvSpPr>
          <p:cNvPr id="1041" name="Rectangle: Rounded Corners 1040">
            <a:extLst>
              <a:ext uri="{FF2B5EF4-FFF2-40B4-BE49-F238E27FC236}">
                <a16:creationId xmlns:a16="http://schemas.microsoft.com/office/drawing/2014/main" id="{599E54C1-6FE8-97EE-E82F-B81BAF61FC02}"/>
              </a:ext>
            </a:extLst>
          </p:cNvPr>
          <p:cNvSpPr/>
          <p:nvPr/>
        </p:nvSpPr>
        <p:spPr bwMode="gray">
          <a:xfrm>
            <a:off x="7396998" y="1893402"/>
            <a:ext cx="1711895" cy="215299"/>
          </a:xfrm>
          <a:prstGeom prst="roundRect">
            <a:avLst/>
          </a:prstGeom>
          <a:solidFill>
            <a:srgbClr val="001B4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pic>
        <p:nvPicPr>
          <p:cNvPr id="1037" name="Picture 1036" descr="A black screen with a black background&#10;&#10;Description automatically generated">
            <a:extLst>
              <a:ext uri="{FF2B5EF4-FFF2-40B4-BE49-F238E27FC236}">
                <a16:creationId xmlns:a16="http://schemas.microsoft.com/office/drawing/2014/main" id="{9149752F-596E-F23A-C626-40D6476DD8DC}"/>
              </a:ext>
            </a:extLst>
          </p:cNvPr>
          <p:cNvPicPr>
            <a:picLocks noChangeAspect="1"/>
          </p:cNvPicPr>
          <p:nvPr/>
        </p:nvPicPr>
        <p:blipFill>
          <a:blip r:embed="rId7"/>
          <a:stretch>
            <a:fillRect/>
          </a:stretch>
        </p:blipFill>
        <p:spPr>
          <a:xfrm>
            <a:off x="7281076" y="1771539"/>
            <a:ext cx="1993392" cy="4040299"/>
          </a:xfrm>
          <a:prstGeom prst="rect">
            <a:avLst/>
          </a:prstGeom>
        </p:spPr>
      </p:pic>
      <p:pic>
        <p:nvPicPr>
          <p:cNvPr id="1047" name="Picture 1046" descr="A black screen with a black background&#10;&#10;Description automatically generated">
            <a:extLst>
              <a:ext uri="{FF2B5EF4-FFF2-40B4-BE49-F238E27FC236}">
                <a16:creationId xmlns:a16="http://schemas.microsoft.com/office/drawing/2014/main" id="{0C5AF941-EF29-B45F-93B6-8C213F558F75}"/>
              </a:ext>
            </a:extLst>
          </p:cNvPr>
          <p:cNvPicPr>
            <a:picLocks noChangeAspect="1"/>
          </p:cNvPicPr>
          <p:nvPr/>
        </p:nvPicPr>
        <p:blipFill>
          <a:blip r:embed="rId7"/>
          <a:stretch>
            <a:fillRect/>
          </a:stretch>
        </p:blipFill>
        <p:spPr>
          <a:xfrm>
            <a:off x="9540579" y="1771538"/>
            <a:ext cx="1993392" cy="4040299"/>
          </a:xfrm>
          <a:prstGeom prst="rect">
            <a:avLst/>
          </a:prstGeom>
        </p:spPr>
      </p:pic>
      <p:sp>
        <p:nvSpPr>
          <p:cNvPr id="1048" name="TextBox 1047">
            <a:extLst>
              <a:ext uri="{FF2B5EF4-FFF2-40B4-BE49-F238E27FC236}">
                <a16:creationId xmlns:a16="http://schemas.microsoft.com/office/drawing/2014/main" id="{7DBA581E-5E02-0377-B3E4-25EF46645243}"/>
              </a:ext>
            </a:extLst>
          </p:cNvPr>
          <p:cNvSpPr txBox="1"/>
          <p:nvPr/>
        </p:nvSpPr>
        <p:spPr>
          <a:xfrm>
            <a:off x="9653434" y="1321103"/>
            <a:ext cx="1837194" cy="461665"/>
          </a:xfrm>
          <a:prstGeom prst="rect">
            <a:avLst/>
          </a:prstGeom>
          <a:noFill/>
        </p:spPr>
        <p:txBody>
          <a:bodyPr wrap="square" lIns="0" tIns="0" rIns="0" bIns="0" rtlCol="0">
            <a:spAutoFit/>
          </a:bodyPr>
          <a:lstStyle/>
          <a:p>
            <a:pPr algn="l"/>
            <a:r>
              <a:rPr lang="en-US" sz="1000"/>
              <a:t>Receive push notifications for Rx action notes such as Prior Auth status</a:t>
            </a:r>
          </a:p>
        </p:txBody>
      </p:sp>
      <p:pic>
        <p:nvPicPr>
          <p:cNvPr id="1050" name="Picture 1049">
            <a:extLst>
              <a:ext uri="{FF2B5EF4-FFF2-40B4-BE49-F238E27FC236}">
                <a16:creationId xmlns:a16="http://schemas.microsoft.com/office/drawing/2014/main" id="{A027CB1A-D040-7BF1-1D0E-0245CD07DB14}"/>
              </a:ext>
            </a:extLst>
          </p:cNvPr>
          <p:cNvPicPr>
            <a:picLocks noChangeAspect="1"/>
          </p:cNvPicPr>
          <p:nvPr/>
        </p:nvPicPr>
        <p:blipFill>
          <a:blip r:embed="rId10"/>
          <a:stretch>
            <a:fillRect/>
          </a:stretch>
        </p:blipFill>
        <p:spPr>
          <a:xfrm>
            <a:off x="9654529" y="3357179"/>
            <a:ext cx="1753700" cy="514725"/>
          </a:xfrm>
          <a:prstGeom prst="rect">
            <a:avLst/>
          </a:prstGeom>
        </p:spPr>
      </p:pic>
      <p:pic>
        <p:nvPicPr>
          <p:cNvPr id="1052" name="Picture 1051">
            <a:extLst>
              <a:ext uri="{FF2B5EF4-FFF2-40B4-BE49-F238E27FC236}">
                <a16:creationId xmlns:a16="http://schemas.microsoft.com/office/drawing/2014/main" id="{B75E44CE-B5DA-47DA-E3E1-8DBF28859833}"/>
              </a:ext>
            </a:extLst>
          </p:cNvPr>
          <p:cNvPicPr>
            <a:picLocks noChangeAspect="1"/>
          </p:cNvPicPr>
          <p:nvPr/>
        </p:nvPicPr>
        <p:blipFill>
          <a:blip r:embed="rId11"/>
          <a:stretch>
            <a:fillRect/>
          </a:stretch>
        </p:blipFill>
        <p:spPr>
          <a:xfrm>
            <a:off x="9654529" y="2774856"/>
            <a:ext cx="1753701" cy="491037"/>
          </a:xfrm>
          <a:prstGeom prst="rect">
            <a:avLst/>
          </a:prstGeom>
        </p:spPr>
      </p:pic>
      <p:sp>
        <p:nvSpPr>
          <p:cNvPr id="3" name="Oval 2">
            <a:extLst>
              <a:ext uri="{FF2B5EF4-FFF2-40B4-BE49-F238E27FC236}">
                <a16:creationId xmlns:a16="http://schemas.microsoft.com/office/drawing/2014/main" id="{5F42550D-89D3-819B-1B53-221CDB22C71B}"/>
              </a:ext>
            </a:extLst>
          </p:cNvPr>
          <p:cNvSpPr/>
          <p:nvPr/>
        </p:nvSpPr>
        <p:spPr bwMode="gray">
          <a:xfrm>
            <a:off x="159692" y="116176"/>
            <a:ext cx="290068" cy="276261"/>
          </a:xfrm>
          <a:prstGeom prst="ellipse">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solidFill>
                  <a:schemeClr val="bg1"/>
                </a:solidFill>
              </a:rPr>
              <a:t>2</a:t>
            </a:r>
          </a:p>
        </p:txBody>
      </p:sp>
    </p:spTree>
    <p:extLst>
      <p:ext uri="{BB962C8B-B14F-4D97-AF65-F5344CB8AC3E}">
        <p14:creationId xmlns:p14="http://schemas.microsoft.com/office/powerpoint/2010/main" val="20937731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SCLIENT" val="True"/>
  <p:tag name="THINKCELLPRESENTATIONDONOTDELETE" val="&lt;?xml version=&quot;1.0&quot; encoding=&quot;UTF-16&quot; standalone=&quot;yes&quot;?&gt;&lt;root reqver=&quot;28224&quot;&gt;&lt;version val=&quot;3527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3&quot;&gt;&lt;elem m_fUsage=&quot;1.00000000000000000000E+00&quot;&gt;&lt;m_msothmcolidx val=&quot;0&quot;/&gt;&lt;m_rgb r=&quot;0A&quot; g=&quot;4B&quot; b=&quot;8C&quot;/&gt;&lt;/elem&gt;&lt;elem m_fUsage=&quot;9.00000000000000022204E-01&quot;&gt;&lt;m_msothmcolidx val=&quot;0&quot;/&gt;&lt;m_rgb r=&quot;E6&quot; g=&quot;E6&quot; b=&quot;E6&quot;/&gt;&lt;/elem&gt;&lt;elem m_fUsage=&quot;8.10000000000000053291E-01&quot;&gt;&lt;m_msothmcolidx val=&quot;0&quot;/&gt;&lt;m_rgb r=&quot;00&quot; g=&quot;20&quot; b=&quot;60&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5.xml><?xml version="1.0" encoding="utf-8"?>
<p:tagLst xmlns:a="http://schemas.openxmlformats.org/drawingml/2006/main" xmlns:r="http://schemas.openxmlformats.org/officeDocument/2006/relationships" xmlns:p="http://schemas.openxmlformats.org/presentationml/2006/main">
  <p:tag name="SHAPENAME" val="3. Subtitle"/>
</p:tagLst>
</file>

<file path=ppt/tags/tag6.xml><?xml version="1.0" encoding="utf-8"?>
<p:tagLst xmlns:a="http://schemas.openxmlformats.org/drawingml/2006/main" xmlns:r="http://schemas.openxmlformats.org/officeDocument/2006/relationships" xmlns:p="http://schemas.openxmlformats.org/presentationml/2006/main">
  <p:tag name="SHAPENAME" val="5. Source"/>
</p:tagLst>
</file>

<file path=ppt/tags/tag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uOJ1qllAyoD2G6CoJcqIp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uOJ1qllAyoD2G6CoJcqIp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MTTABLE" val="Cell"/>
  <p:tag name="MTNUMBER" val="0.0660302164340532"/>
  <p:tag name="LEFT" val="172.1429"/>
  <p:tag name="WIDTH" val="107.1428"/>
  <p:tag name="HEIGHT" val="38.77504"/>
  <p:tag name="TOP" val="232.3835"/>
</p:tagLst>
</file>

<file path=ppt/tags/tag33.xml><?xml version="1.0" encoding="utf-8"?>
<p:tagLst xmlns:a="http://schemas.openxmlformats.org/drawingml/2006/main" xmlns:r="http://schemas.openxmlformats.org/officeDocument/2006/relationships" xmlns:p="http://schemas.openxmlformats.org/presentationml/2006/main">
  <p:tag name="MTTABLE" val="Cell"/>
  <p:tag name="MTNUMBER" val="0.0660302164340532"/>
  <p:tag name="LEFT" val="426.4286"/>
  <p:tag name="WIDTH" val="107.1428"/>
  <p:tag name="HEIGHT" val="38.77504"/>
  <p:tag name="TOP" val="232.3835"/>
</p:tagLst>
</file>

<file path=ppt/tags/tag34.xml><?xml version="1.0" encoding="utf-8"?>
<p:tagLst xmlns:a="http://schemas.openxmlformats.org/drawingml/2006/main" xmlns:r="http://schemas.openxmlformats.org/officeDocument/2006/relationships" xmlns:p="http://schemas.openxmlformats.org/presentationml/2006/main">
  <p:tag name="MTTABLE" val="Cell"/>
  <p:tag name="MTNUMBER" val="0.0660302164340532"/>
  <p:tag name="LEFT" val="299.2857"/>
  <p:tag name="WIDTH" val="107.1428"/>
  <p:tag name="HEIGHT" val="161.1586"/>
  <p:tag name="TOP" val="110"/>
</p:tagLst>
</file>

<file path=ppt/tags/tag35.xml><?xml version="1.0" encoding="utf-8"?>
<p:tagLst xmlns:a="http://schemas.openxmlformats.org/drawingml/2006/main" xmlns:r="http://schemas.openxmlformats.org/officeDocument/2006/relationships" xmlns:p="http://schemas.openxmlformats.org/presentationml/2006/main">
  <p:tag name="MTTABLE" val="Cell"/>
  <p:tag name="MTNUMBER" val="0.0660302164340532"/>
  <p:tag name="LEFT" val="553.5714"/>
  <p:tag name="WIDTH" val="107.1428"/>
  <p:tag name="HEIGHT" val="19.38748"/>
  <p:tag name="TOP" val="251.7711"/>
</p:tagLst>
</file>

<file path=ppt/tags/tag36.xml><?xml version="1.0" encoding="utf-8"?>
<p:tagLst xmlns:a="http://schemas.openxmlformats.org/drawingml/2006/main" xmlns:r="http://schemas.openxmlformats.org/officeDocument/2006/relationships" xmlns:p="http://schemas.openxmlformats.org/presentationml/2006/main">
  <p:tag name="MTTABLE" val="Cell"/>
  <p:tag name="MTNUMBER" val="0.0660302164340532"/>
  <p:tag name="LEFT" val="680.7143"/>
  <p:tag name="WIDTH" val="107.1428"/>
  <p:tag name="HEIGHT" val="38.77504"/>
  <p:tag name="TOP" val="232.3835"/>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45.xml><?xml version="1.0" encoding="utf-8"?>
<p:tagLst xmlns:a="http://schemas.openxmlformats.org/drawingml/2006/main" xmlns:r="http://schemas.openxmlformats.org/officeDocument/2006/relationships" xmlns:p="http://schemas.openxmlformats.org/presentationml/2006/main">
  <p:tag name="NAME" val="LineBasicDefault"/>
</p:tagLst>
</file>

<file path=ppt/tags/tag4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47.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48.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49.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50.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51.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52.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53.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54.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55.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6_CVS_Health_PPT_Everyday_Widescreen_Template">
  <a:themeElements>
    <a:clrScheme name="CVS Health">
      <a:dk1>
        <a:srgbClr val="000000"/>
      </a:dk1>
      <a:lt1>
        <a:sysClr val="window" lastClr="FFFFFF"/>
      </a:lt1>
      <a:dk2>
        <a:srgbClr val="3F3F3F"/>
      </a:dk2>
      <a:lt2>
        <a:srgbClr val="C0C0C0"/>
      </a:lt2>
      <a:accent1>
        <a:srgbClr val="9E0000"/>
      </a:accent1>
      <a:accent2>
        <a:srgbClr val="CC0000"/>
      </a:accent2>
      <a:accent3>
        <a:srgbClr val="E94D4D"/>
      </a:accent3>
      <a:accent4>
        <a:srgbClr val="F7978D"/>
      </a:accent4>
      <a:accent5>
        <a:srgbClr val="646464"/>
      </a:accent5>
      <a:accent6>
        <a:srgbClr val="868686"/>
      </a:accent6>
      <a:hlink>
        <a:srgbClr val="3F3F3F"/>
      </a:hlink>
      <a:folHlink>
        <a:srgbClr val="A5A5A5"/>
      </a:folHlink>
    </a:clrScheme>
    <a:fontScheme name="CVS Fonts">
      <a:majorFont>
        <a:latin typeface="CVS Health Sans"/>
        <a:ea typeface=""/>
        <a:cs typeface=""/>
      </a:majorFont>
      <a:minorFont>
        <a:latin typeface="CVS Health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5"/>
        </a:solidFill>
        <a:ln>
          <a:noFill/>
          <a:miter lim="800000"/>
        </a:ln>
        <a:effectLst/>
      </a:spPr>
      <a:bodyPr rtlCol="0" anchor="ctr"/>
      <a:lstStyle>
        <a:defPPr algn="ctr">
          <a:defRPr sz="1500" b="1" dirty="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500" dirty="0" smtClean="0">
            <a:solidFill>
              <a:schemeClr val="tx2"/>
            </a:solidFill>
          </a:defRPr>
        </a:defPPr>
      </a:lstStyle>
    </a:txDef>
  </a:objectDefaults>
  <a:extraClrSchemeLst/>
  <a:custClrLst>
    <a:custClr name="CVS Health Red">
      <a:srgbClr val="CC0000"/>
    </a:custClr>
    <a:custClr name="PPT Red Dark">
      <a:srgbClr val="9E0000"/>
    </a:custClr>
    <a:custClr name="Gray Extralight">
      <a:srgbClr val="E9E9E9"/>
    </a:custClr>
    <a:custClr name="PPT Gray Light">
      <a:srgbClr val="C0C0C0"/>
    </a:custClr>
    <a:custClr name="PPT Gray Medium">
      <a:srgbClr val="868686"/>
    </a:custClr>
    <a:custClr name="PPT Gray Dark">
      <a:srgbClr val="646464"/>
    </a:custClr>
    <a:custClr name="Aetna Violet">
      <a:srgbClr val="7D3F98"/>
    </a:custClr>
    <a:custClr name="PPT Violet Dark">
      <a:srgbClr val="563D82"/>
    </a:custClr>
    <a:custClr name="Navy Light">
      <a:srgbClr val="0A4B8C"/>
    </a:custClr>
    <a:custClr name="Navy">
      <a:srgbClr val="0B315E"/>
    </a:custClr>
    <a:custClr name="Navy Light">
      <a:srgbClr val="0A4B8C"/>
    </a:custClr>
    <a:custClr name="PPT Blue Dark">
      <a:srgbClr val="267AC0"/>
    </a:custClr>
    <a:custClr name="PPT Teal Extradark">
      <a:srgbClr val="00787E"/>
    </a:custClr>
    <a:custClr name="Teal Dark">
      <a:srgbClr val="00A78E"/>
    </a:custClr>
    <a:custClr name="PPT Gray Dark">
      <a:srgbClr val="646464"/>
    </a:custClr>
    <a:custClr name="PPT Gray Medium">
      <a:srgbClr val="868686"/>
    </a:custClr>
    <a:custClr name="PPT Green Extradark">
      <a:srgbClr val="487A10"/>
    </a:custClr>
    <a:custClr name="Green Dark">
      <a:srgbClr val="61A515"/>
    </a:custClr>
    <a:custClr name="PPT Orange Extradark">
      <a:srgbClr val="CE430C"/>
    </a:custClr>
    <a:custClr name="Orange Dark">
      <a:srgbClr val="F4642A"/>
    </a:custClr>
  </a:custClrLst>
  <a:extLst>
    <a:ext uri="{05A4C25C-085E-4340-85A3-A5531E510DB2}">
      <thm15:themeFamily xmlns:thm15="http://schemas.microsoft.com/office/thememl/2012/main" name="CVS_Health_Everyday_Widescreen_Template_05_2022.pptx" id="{9804411A-D9F6-4318-B19D-A7AA8E38A660}" vid="{F2BDEB6F-CBE0-46DA-AA82-DE7A7CEF9256}"/>
    </a:ext>
  </a:extLst>
</a:theme>
</file>

<file path=ppt/theme/theme2.xml><?xml version="1.0" encoding="utf-8"?>
<a:theme xmlns:a="http://schemas.openxmlformats.org/drawingml/2006/main" name="CVS_Health_PPT_Everyday_Widescreen_Template">
  <a:themeElements>
    <a:clrScheme name="CVS Health">
      <a:dk1>
        <a:srgbClr val="000000"/>
      </a:dk1>
      <a:lt1>
        <a:sysClr val="window" lastClr="FFFFFF"/>
      </a:lt1>
      <a:dk2>
        <a:srgbClr val="3F3F3F"/>
      </a:dk2>
      <a:lt2>
        <a:srgbClr val="C0C0C0"/>
      </a:lt2>
      <a:accent1>
        <a:srgbClr val="9E0000"/>
      </a:accent1>
      <a:accent2>
        <a:srgbClr val="CC0000"/>
      </a:accent2>
      <a:accent3>
        <a:srgbClr val="E94D4D"/>
      </a:accent3>
      <a:accent4>
        <a:srgbClr val="F7978D"/>
      </a:accent4>
      <a:accent5>
        <a:srgbClr val="646464"/>
      </a:accent5>
      <a:accent6>
        <a:srgbClr val="868686"/>
      </a:accent6>
      <a:hlink>
        <a:srgbClr val="3F3F3F"/>
      </a:hlink>
      <a:folHlink>
        <a:srgbClr val="A5A5A5"/>
      </a:folHlink>
    </a:clrScheme>
    <a:fontScheme name="CVS Fonts">
      <a:majorFont>
        <a:latin typeface="CVS Health Sans"/>
        <a:ea typeface=""/>
        <a:cs typeface=""/>
      </a:majorFont>
      <a:minorFont>
        <a:latin typeface="CVS Health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5"/>
        </a:solidFill>
        <a:ln>
          <a:noFill/>
          <a:miter lim="800000"/>
        </a:ln>
        <a:effectLst/>
      </a:spPr>
      <a:bodyPr rtlCol="0" anchor="ctr"/>
      <a:lstStyle>
        <a:defPPr algn="ctr">
          <a:defRPr sz="1500" b="1" dirty="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500" dirty="0" smtClean="0">
            <a:solidFill>
              <a:schemeClr val="tx2"/>
            </a:solidFill>
          </a:defRPr>
        </a:defPPr>
      </a:lstStyle>
    </a:txDef>
  </a:objectDefaults>
  <a:extraClrSchemeLst/>
  <a:custClrLst>
    <a:custClr name="CVS Health Red">
      <a:srgbClr val="CC0000"/>
    </a:custClr>
    <a:custClr name="PPT Red Dark">
      <a:srgbClr val="9E0000"/>
    </a:custClr>
    <a:custClr name="Gray Extralight">
      <a:srgbClr val="E9E9E9"/>
    </a:custClr>
    <a:custClr name="PPT Gray Light">
      <a:srgbClr val="C0C0C0"/>
    </a:custClr>
    <a:custClr name="PPT Gray Medium">
      <a:srgbClr val="868686"/>
    </a:custClr>
    <a:custClr name="PPT Gray Dark">
      <a:srgbClr val="646464"/>
    </a:custClr>
    <a:custClr name="Aetna Violet">
      <a:srgbClr val="7D3F98"/>
    </a:custClr>
    <a:custClr name="PPT Violet Dark">
      <a:srgbClr val="563D82"/>
    </a:custClr>
    <a:custClr name="Navy Light">
      <a:srgbClr val="0A4B8C"/>
    </a:custClr>
    <a:custClr name="Navy">
      <a:srgbClr val="0B315E"/>
    </a:custClr>
    <a:custClr name="Navy Light">
      <a:srgbClr val="0A4B8C"/>
    </a:custClr>
    <a:custClr name="PPT Blue Dark">
      <a:srgbClr val="267AC0"/>
    </a:custClr>
    <a:custClr name="PPT Teal Extradark">
      <a:srgbClr val="00787E"/>
    </a:custClr>
    <a:custClr name="Teal Dark">
      <a:srgbClr val="00A78E"/>
    </a:custClr>
    <a:custClr name="PPT Gray Dark">
      <a:srgbClr val="646464"/>
    </a:custClr>
    <a:custClr name="PPT Gray Medium">
      <a:srgbClr val="868686"/>
    </a:custClr>
    <a:custClr name="PPT Green Extradark">
      <a:srgbClr val="487A10"/>
    </a:custClr>
    <a:custClr name="Green Dark">
      <a:srgbClr val="61A515"/>
    </a:custClr>
    <a:custClr name="PPT Orange Extradark">
      <a:srgbClr val="CE430C"/>
    </a:custClr>
    <a:custClr name="Orange Dark">
      <a:srgbClr val="F4642A"/>
    </a:custClr>
  </a:custClrLst>
  <a:extLst>
    <a:ext uri="{05A4C25C-085E-4340-85A3-A5531E510DB2}">
      <thm15:themeFamily xmlns:thm15="http://schemas.microsoft.com/office/thememl/2012/main" name="CVS_Health_Everyday_Widescreen_Template_01_2024.pptx" id="{75A23A7C-F2C4-4DB3-99F4-DFE340943194}" vid="{00D76F50-79EA-408C-B73D-B640A26F2073}"/>
    </a:ext>
  </a:extLst>
</a:theme>
</file>

<file path=ppt/theme/theme3.xml><?xml version="1.0" encoding="utf-8"?>
<a:theme xmlns:a="http://schemas.openxmlformats.org/drawingml/2006/main" name="3_CVS_Health_PPT_Everyday_Widescreen_Templat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VS Healt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CC0000"/>
        </a:solidFill>
        <a:ln>
          <a:noFill/>
          <a:miter lim="800000"/>
        </a:ln>
        <a:effectLst/>
      </a:spPr>
      <a:bodyPr rtlCol="0" anchor="ctr"/>
      <a:lstStyle>
        <a:defPPr algn="ctr">
          <a:defRPr b="1"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400" dirty="0" err="1" smtClean="0">
            <a:solidFill>
              <a:schemeClr val="tx2"/>
            </a:solidFill>
          </a:defRPr>
        </a:defPPr>
      </a:lstStyle>
    </a:txDef>
  </a:objectDefaults>
  <a:extraClrSchemeLst/>
  <a:extLst>
    <a:ext uri="{05A4C25C-085E-4340-85A3-A5531E510DB2}">
      <thm15:themeFamily xmlns:thm15="http://schemas.microsoft.com/office/thememl/2012/main" name="CVS_Health_PPT_Everyday_Widescreen_Template.pptx" id="{8CDF4370-71A4-48AD-A092-5FCF258EEEED}" vid="{E12685B5-C19D-4E20-A2BF-ADCA83038EED}"/>
    </a:ext>
  </a:extLst>
</a:theme>
</file>

<file path=ppt/theme/theme4.xml><?xml version="1.0" encoding="utf-8"?>
<a:theme xmlns:a="http://schemas.openxmlformats.org/drawingml/2006/main" name="2_CVS_Health_PPT_Everyday_Widescreen_Template">
  <a:themeElements>
    <a:clrScheme name="Custom 17">
      <a:dk1>
        <a:srgbClr val="000000"/>
      </a:dk1>
      <a:lt1>
        <a:sysClr val="window" lastClr="FFFFFF"/>
      </a:lt1>
      <a:dk2>
        <a:srgbClr val="3F3F3F"/>
      </a:dk2>
      <a:lt2>
        <a:srgbClr val="C0C0C0"/>
      </a:lt2>
      <a:accent1>
        <a:srgbClr val="9E0000"/>
      </a:accent1>
      <a:accent2>
        <a:srgbClr val="CC0000"/>
      </a:accent2>
      <a:accent3>
        <a:srgbClr val="E94D4D"/>
      </a:accent3>
      <a:accent4>
        <a:srgbClr val="F7978D"/>
      </a:accent4>
      <a:accent5>
        <a:srgbClr val="646464"/>
      </a:accent5>
      <a:accent6>
        <a:srgbClr val="868686"/>
      </a:accent6>
      <a:hlink>
        <a:srgbClr val="267AC0"/>
      </a:hlink>
      <a:folHlink>
        <a:srgbClr val="A5A5A5"/>
      </a:folHlink>
    </a:clrScheme>
    <a:fontScheme name="CVS Health Sans">
      <a:majorFont>
        <a:latin typeface="CVS Health Sans"/>
        <a:ea typeface=""/>
        <a:cs typeface=""/>
      </a:majorFont>
      <a:minorFont>
        <a:latin typeface="CVS Health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CC0000"/>
        </a:solidFill>
        <a:ln>
          <a:noFill/>
          <a:miter lim="800000"/>
        </a:ln>
        <a:effectLst/>
      </a:spPr>
      <a:bodyPr rtlCol="0" anchor="ctr"/>
      <a:lstStyle>
        <a:defPPr algn="ctr">
          <a:defRPr b="1"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400" dirty="0" err="1" smtClean="0">
            <a:solidFill>
              <a:schemeClr val="tx2"/>
            </a:solidFill>
          </a:defRPr>
        </a:defPPr>
      </a:lstStyle>
    </a:txDef>
  </a:objectDefaults>
  <a:extraClrSchemeLst/>
  <a:extLst>
    <a:ext uri="{05A4C25C-085E-4340-85A3-A5531E510DB2}">
      <thm15:themeFamily xmlns:thm15="http://schemas.microsoft.com/office/thememl/2012/main" name="Presentation2" id="{F8F8DA59-1188-4DCA-9B91-29439A5DFE64}" vid="{F423782B-1D7E-43E1-B3B6-AE8732E00FE8}"/>
    </a:ext>
  </a:extLst>
</a:theme>
</file>

<file path=ppt/theme/theme5.xml><?xml version="1.0" encoding="utf-8"?>
<a:theme xmlns:a="http://schemas.openxmlformats.org/drawingml/2006/main" name="1_CVS_Health_PPT_Everyday_Widescreen_Template">
  <a:themeElements>
    <a:clrScheme name="Custom 17">
      <a:dk1>
        <a:srgbClr val="000000"/>
      </a:dk1>
      <a:lt1>
        <a:sysClr val="window" lastClr="FFFFFF"/>
      </a:lt1>
      <a:dk2>
        <a:srgbClr val="3F3F3F"/>
      </a:dk2>
      <a:lt2>
        <a:srgbClr val="C0C0C0"/>
      </a:lt2>
      <a:accent1>
        <a:srgbClr val="9E0000"/>
      </a:accent1>
      <a:accent2>
        <a:srgbClr val="CC0000"/>
      </a:accent2>
      <a:accent3>
        <a:srgbClr val="E94D4D"/>
      </a:accent3>
      <a:accent4>
        <a:srgbClr val="F7978D"/>
      </a:accent4>
      <a:accent5>
        <a:srgbClr val="646464"/>
      </a:accent5>
      <a:accent6>
        <a:srgbClr val="868686"/>
      </a:accent6>
      <a:hlink>
        <a:srgbClr val="267AC0"/>
      </a:hlink>
      <a:folHlink>
        <a:srgbClr val="A5A5A5"/>
      </a:folHlink>
    </a:clrScheme>
    <a:fontScheme name="Custom 1">
      <a:majorFont>
        <a:latin typeface="CVS Health Sans"/>
        <a:ea typeface=""/>
        <a:cs typeface=""/>
      </a:majorFont>
      <a:minorFont>
        <a:latin typeface="CVS Health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CC0000"/>
        </a:solidFill>
        <a:ln>
          <a:noFill/>
          <a:miter lim="800000"/>
        </a:ln>
        <a:effectLst/>
      </a:spPr>
      <a:bodyPr rtlCol="0" anchor="ctr"/>
      <a:lstStyle>
        <a:defPPr algn="ctr">
          <a:defRPr b="1"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400" dirty="0" err="1" smtClean="0">
            <a:solidFill>
              <a:schemeClr val="tx2"/>
            </a:solidFill>
          </a:defRPr>
        </a:defPPr>
      </a:lstStyle>
    </a:txDef>
  </a:objectDefaults>
  <a:extraClrSchemeLst/>
  <a:extLst>
    <a:ext uri="{05A4C25C-085E-4340-85A3-A5531E510DB2}">
      <thm15:themeFamily xmlns:thm15="http://schemas.microsoft.com/office/thememl/2012/main" name="Presentation2" id="{F8F8DA59-1188-4DCA-9B91-29439A5DFE64}" vid="{F423782B-1D7E-43E1-B3B6-AE8732E00FE8}"/>
    </a:ext>
  </a:extLst>
</a:theme>
</file>

<file path=ppt/theme/theme6.xml><?xml version="1.0" encoding="utf-8"?>
<a:theme xmlns:a="http://schemas.openxmlformats.org/drawingml/2006/main" name="4_CVS_Health_PPT_Everyday_Widescreen_Templat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VS Healt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CC0000"/>
        </a:solidFill>
        <a:ln>
          <a:noFill/>
          <a:miter lim="800000"/>
        </a:ln>
        <a:effectLst/>
      </a:spPr>
      <a:bodyPr rtlCol="0" anchor="ctr"/>
      <a:lstStyle>
        <a:defPPr algn="ctr">
          <a:defRPr b="1"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400" dirty="0" err="1" smtClean="0">
            <a:solidFill>
              <a:schemeClr val="tx2"/>
            </a:solidFill>
          </a:defRPr>
        </a:defPPr>
      </a:lstStyle>
    </a:txDef>
  </a:objectDefaults>
  <a:extraClrSchemeLst/>
  <a:extLst>
    <a:ext uri="{05A4C25C-085E-4340-85A3-A5531E510DB2}">
      <thm15:themeFamily xmlns:thm15="http://schemas.microsoft.com/office/thememl/2012/main" name="CVS_Health_PPT_Everyday_Widescreen_Template.pptx" id="{8CDF4370-71A4-48AD-A092-5FCF258EEEED}" vid="{E12685B5-C19D-4E20-A2BF-ADCA83038EED}"/>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idbase">
    <a:dk1>
      <a:srgbClr val="3F3F3F"/>
    </a:dk1>
    <a:lt1>
      <a:srgbClr val="FFFFFF"/>
    </a:lt1>
    <a:dk2>
      <a:srgbClr val="099ED9"/>
    </a:dk2>
    <a:lt2>
      <a:srgbClr val="F2F2F2"/>
    </a:lt2>
    <a:accent1>
      <a:srgbClr val="05516F"/>
    </a:accent1>
    <a:accent2>
      <a:srgbClr val="06719C"/>
    </a:accent2>
    <a:accent3>
      <a:srgbClr val="FFC000"/>
    </a:accent3>
    <a:accent4>
      <a:srgbClr val="37C0F7"/>
    </a:accent4>
    <a:accent5>
      <a:srgbClr val="868686"/>
    </a:accent5>
    <a:accent6>
      <a:srgbClr val="00B050"/>
    </a:accent6>
    <a:hlink>
      <a:srgbClr val="242852"/>
    </a:hlink>
    <a:folHlink>
      <a:srgbClr val="24285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5F74370C892094DA91BCDD6C56D2B09" ma:contentTypeVersion="14" ma:contentTypeDescription="Create a new document." ma:contentTypeScope="" ma:versionID="0d78bc49504a2b95373389e46ca1f2c3">
  <xsd:schema xmlns:xsd="http://www.w3.org/2001/XMLSchema" xmlns:xs="http://www.w3.org/2001/XMLSchema" xmlns:p="http://schemas.microsoft.com/office/2006/metadata/properties" xmlns:ns2="cb0ea46c-e3dc-4ba3-bd50-257d848c9789" xmlns:ns3="002678bf-2773-420a-a357-ab7cc6ecdadf" targetNamespace="http://schemas.microsoft.com/office/2006/metadata/properties" ma:root="true" ma:fieldsID="3708a61d7ebdf7b5a54e014279370340" ns2:_="" ns3:_="">
    <xsd:import namespace="cb0ea46c-e3dc-4ba3-bd50-257d848c9789"/>
    <xsd:import namespace="002678bf-2773-420a-a357-ab7cc6ecdad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0ea46c-e3dc-4ba3-bd50-257d848c97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773e5d3-86f4-436a-b35a-a9b626cf6315"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02678bf-2773-420a-a357-ab7cc6ecdad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103413e2-8fb7-44bc-9f78-3abef41e2dfe}" ma:internalName="TaxCatchAll" ma:showField="CatchAllData" ma:web="002678bf-2773-420a-a357-ab7cc6ecdad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002678bf-2773-420a-a357-ab7cc6ecdadf">
      <UserInfo>
        <DisplayName>Paradkar, Nakul Chandrashekhar</DisplayName>
        <AccountId>198</AccountId>
        <AccountType/>
      </UserInfo>
      <UserInfo>
        <DisplayName>Duroff, Linda</DisplayName>
        <AccountId>30</AccountId>
        <AccountType/>
      </UserInfo>
      <UserInfo>
        <DisplayName>Roth, Benji (he/him/his)</DisplayName>
        <AccountId>213</AccountId>
        <AccountType/>
      </UserInfo>
      <UserInfo>
        <DisplayName>Rosa, Erin M</DisplayName>
        <AccountId>2091</AccountId>
        <AccountType/>
      </UserInfo>
      <UserInfo>
        <DisplayName>Gilligan, Ty C</DisplayName>
        <AccountId>1438</AccountId>
        <AccountType/>
      </UserInfo>
      <UserInfo>
        <DisplayName>Chiang, Cathy</DisplayName>
        <AccountId>1143</AccountId>
        <AccountType/>
      </UserInfo>
      <UserInfo>
        <DisplayName>Veneziano, Livia</DisplayName>
        <AccountId>1538</AccountId>
        <AccountType/>
      </UserInfo>
      <UserInfo>
        <DisplayName>Sweet, Kimberly J</DisplayName>
        <AccountId>1807</AccountId>
        <AccountType/>
      </UserInfo>
      <UserInfo>
        <DisplayName>Berns, Ryan T</DisplayName>
        <AccountId>2249</AccountId>
        <AccountType/>
      </UserInfo>
      <UserInfo>
        <DisplayName>DiCecca, Arianne J</DisplayName>
        <AccountId>2029</AccountId>
        <AccountType/>
      </UserInfo>
      <UserInfo>
        <DisplayName>Shimanek, Anna</DisplayName>
        <AccountId>2987</AccountId>
        <AccountType/>
      </UserInfo>
      <UserInfo>
        <DisplayName>Yang, Elaine (Yanjun)</DisplayName>
        <AccountId>2798</AccountId>
        <AccountType/>
      </UserInfo>
      <UserInfo>
        <DisplayName>Eisenberg, Michelle L</DisplayName>
        <AccountId>2747</AccountId>
        <AccountType/>
      </UserInfo>
      <UserInfo>
        <DisplayName>Suo, Francis</DisplayName>
        <AccountId>2248</AccountId>
        <AccountType/>
      </UserInfo>
      <UserInfo>
        <DisplayName>Deininger, Nicholas</DisplayName>
        <AccountId>3099</AccountId>
        <AccountType/>
      </UserInfo>
      <UserInfo>
        <DisplayName>Falcone, Paul</DisplayName>
        <AccountId>2680</AccountId>
        <AccountType/>
      </UserInfo>
      <UserInfo>
        <DisplayName>Ellis, Casey J</DisplayName>
        <AccountId>3211</AccountId>
        <AccountType/>
      </UserInfo>
      <UserInfo>
        <DisplayName>McVicker, Jessica A</DisplayName>
        <AccountId>2965</AccountId>
        <AccountType/>
      </UserInfo>
      <UserInfo>
        <DisplayName>Leonard, Jack T</DisplayName>
        <AccountId>1360</AccountId>
        <AccountType/>
      </UserInfo>
      <UserInfo>
        <DisplayName>Clifford, Caitlin W</DisplayName>
        <AccountId>2352</AccountId>
        <AccountType/>
      </UserInfo>
      <UserInfo>
        <DisplayName>Mallur, Gururaj L</DisplayName>
        <AccountId>2764</AccountId>
        <AccountType/>
      </UserInfo>
      <UserInfo>
        <DisplayName>Vecchione, James</DisplayName>
        <AccountId>3312</AccountId>
        <AccountType/>
      </UserInfo>
      <UserInfo>
        <DisplayName>Baggia, Jessica</DisplayName>
        <AccountId>2520</AccountId>
        <AccountType/>
      </UserInfo>
      <UserInfo>
        <DisplayName>Khimani, Priya N</DisplayName>
        <AccountId>1437</AccountId>
        <AccountType/>
      </UserInfo>
      <UserInfo>
        <DisplayName>Bajalia, Gianna F</DisplayName>
        <AccountId>2567</AccountId>
        <AccountType/>
      </UserInfo>
      <UserInfo>
        <DisplayName>Almeida, Eamon M</DisplayName>
        <AccountId>2524</AccountId>
        <AccountType/>
      </UserInfo>
      <UserInfo>
        <DisplayName>Skocypec, Karen</DisplayName>
        <AccountId>2514</AccountId>
        <AccountType/>
      </UserInfo>
      <UserInfo>
        <DisplayName>Shah, Viral</DisplayName>
        <AccountId>2522</AccountId>
        <AccountType/>
      </UserInfo>
      <UserInfo>
        <DisplayName>Weber, Tracey D</DisplayName>
        <AccountId>1623</AccountId>
        <AccountType/>
      </UserInfo>
    </SharedWithUsers>
    <TaxCatchAll xmlns="002678bf-2773-420a-a357-ab7cc6ecdadf" xsi:nil="true"/>
    <lcf76f155ced4ddcb4097134ff3c332f xmlns="cb0ea46c-e3dc-4ba3-bd50-257d848c978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755E8EE-527A-4AE7-BF1E-9716466D6AA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b0ea46c-e3dc-4ba3-bd50-257d848c9789"/>
    <ds:schemaRef ds:uri="002678bf-2773-420a-a357-ab7cc6ecda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2EEFA2A-51E4-4203-B951-E92E2ADCB35F}">
  <ds:schemaRefs>
    <ds:schemaRef ds:uri="http://schemas.microsoft.com/sharepoint/v3/contenttype/forms"/>
  </ds:schemaRefs>
</ds:datastoreItem>
</file>

<file path=customXml/itemProps3.xml><?xml version="1.0" encoding="utf-8"?>
<ds:datastoreItem xmlns:ds="http://schemas.openxmlformats.org/officeDocument/2006/customXml" ds:itemID="{38F9C6A5-7FE6-4A6C-817F-BA58B537B41B}">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002678bf-2773-420a-a357-ab7cc6ecdadf"/>
    <ds:schemaRef ds:uri="http://schemas.microsoft.com/office/infopath/2007/PartnerControls"/>
    <ds:schemaRef ds:uri="cb0ea46c-e3dc-4ba3-bd50-257d848c9789"/>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2753</TotalTime>
  <Words>4231</Words>
  <Application>Microsoft Office PowerPoint</Application>
  <PresentationFormat>Widescreen</PresentationFormat>
  <Paragraphs>509</Paragraphs>
  <Slides>14</Slides>
  <Notes>8</Notes>
  <HiddenSlides>0</HiddenSlides>
  <MMClips>0</MMClips>
  <ScaleCrop>false</ScaleCrop>
  <HeadingPairs>
    <vt:vector size="4" baseType="variant">
      <vt:variant>
        <vt:lpstr>Theme</vt:lpstr>
      </vt:variant>
      <vt:variant>
        <vt:i4>6</vt:i4>
      </vt:variant>
      <vt:variant>
        <vt:lpstr>Slide Titles</vt:lpstr>
      </vt:variant>
      <vt:variant>
        <vt:i4>14</vt:i4>
      </vt:variant>
    </vt:vector>
  </HeadingPairs>
  <TitlesOfParts>
    <vt:vector size="20" baseType="lpstr">
      <vt:lpstr>6_CVS_Health_PPT_Everyday_Widescreen_Template</vt:lpstr>
      <vt:lpstr>CVS_Health_PPT_Everyday_Widescreen_Template</vt:lpstr>
      <vt:lpstr>3_CVS_Health_PPT_Everyday_Widescreen_Template</vt:lpstr>
      <vt:lpstr>2_CVS_Health_PPT_Everyday_Widescreen_Template</vt:lpstr>
      <vt:lpstr>1_CVS_Health_PPT_Everyday_Widescreen_Template</vt:lpstr>
      <vt:lpstr>4_CVS_Health_PPT_Everyday_Widescreen_Template</vt:lpstr>
      <vt:lpstr>Super App Caremark, Specialty, Aetna Integration Roadmaps  Super App Think Tank Follow-up</vt:lpstr>
      <vt:lpstr>Summary</vt:lpstr>
      <vt:lpstr>Super App Roadmap | MLP Update (1 of 2) </vt:lpstr>
      <vt:lpstr>4Q Roadmap – Super App</vt:lpstr>
      <vt:lpstr>4Q Roadmap – Super App</vt:lpstr>
      <vt:lpstr>4Q Roadmap – Super App</vt:lpstr>
      <vt:lpstr>4Q Roadmap – Super App</vt:lpstr>
      <vt:lpstr>PowerPoint Presentation</vt:lpstr>
      <vt:lpstr>App onboarding | Our approach reflects best-in-class practices and significantly reduces steps to access an integrated experience</vt:lpstr>
      <vt:lpstr>PowerPoint Presentation</vt:lpstr>
      <vt:lpstr>PowerPoint Presentation</vt:lpstr>
      <vt:lpstr>High level integrated roadmap for Super Apps </vt:lpstr>
      <vt:lpstr>The evolution of our Super Apps is underway with new Minimum Lovable Product (MLP) features being released over the coming quarters </vt:lpstr>
      <vt:lpstr>CVS Super App Future State Capabilities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 App  Monthly Roadmap Template</dc:title>
  <dc:creator>Khimani, Priya N</dc:creator>
  <cp:lastModifiedBy>Almeida, Eamon M</cp:lastModifiedBy>
  <cp:revision>2</cp:revision>
  <dcterms:created xsi:type="dcterms:W3CDTF">2023-06-20T20:35:17Z</dcterms:created>
  <dcterms:modified xsi:type="dcterms:W3CDTF">2025-10-10T08:13:00Z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0x010100F5F74370C892094DA91BCDD6C56D2B09</vt:lpwstr>
  </property>
  <property fmtid="{D5CDD505-2E9C-101B-9397-08002B2CF9AE}" pid="3" name="MediaServiceImageTags">
    <vt:lpwstr/>
  </property>
  <property fmtid="{D5CDD505-2E9C-101B-9397-08002B2CF9AE}" pid="4" name="Order">
    <vt:lpwstr>21300.0000000000</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lpwstr/>
  </property>
  <property fmtid="{D5CDD505-2E9C-101B-9397-08002B2CF9AE}" pid="11" name="MSIP_Label_1ecdf243-b9b0-4f63-8694-76742e4201b7_Method">
    <vt:lpwstr>Standard</vt:lpwstr>
  </property>
  <property fmtid="{D5CDD505-2E9C-101B-9397-08002B2CF9AE}" pid="12" name="MSIP_Label_1ecdf243-b9b0-4f63-8694-76742e4201b7_ActionId">
    <vt:lpwstr>89c017b4-4ea4-4ec4-9626-c3d1c603ef3b</vt:lpwstr>
  </property>
  <property fmtid="{D5CDD505-2E9C-101B-9397-08002B2CF9AE}" pid="13" name="MSIP_Label_1ecdf243-b9b0-4f63-8694-76742e4201b7_SiteId">
    <vt:lpwstr>fabb61b8-3afe-4e75-b934-a47f782b8cd7</vt:lpwstr>
  </property>
  <property fmtid="{D5CDD505-2E9C-101B-9397-08002B2CF9AE}" pid="14" name="MSIP_Label_1ecdf243-b9b0-4f63-8694-76742e4201b7_SetDate">
    <vt:lpwstr>2023-09-27T13:45:07Z</vt:lpwstr>
  </property>
  <property fmtid="{D5CDD505-2E9C-101B-9397-08002B2CF9AE}" pid="15" name="MSIP_Label_1ecdf243-b9b0-4f63-8694-76742e4201b7_ContentBits">
    <vt:lpwstr>0</vt:lpwstr>
  </property>
  <property fmtid="{D5CDD505-2E9C-101B-9397-08002B2CF9AE}" pid="16" name="MSIP_Label_1ecdf243-b9b0-4f63-8694-76742e4201b7_Enabled">
    <vt:lpwstr>true</vt:lpwstr>
  </property>
  <property fmtid="{D5CDD505-2E9C-101B-9397-08002B2CF9AE}" pid="17" name="MSIP_Label_1ecdf243-b9b0-4f63-8694-76742e4201b7_Name">
    <vt:lpwstr>Proprietary general</vt:lpwstr>
  </property>
</Properties>
</file>